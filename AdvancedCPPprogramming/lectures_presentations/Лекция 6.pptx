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37.xml" ContentType="application/vnd.openxmlformats-officedocument.presentationml.slide+xml"/>
  <Override PartName="/ppt/slides/slide36.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33.xml" ContentType="application/vnd.openxmlformats-officedocument.presentationml.slide+xml"/>
  <Override PartName="/ppt/slides/slide8.xml" ContentType="application/vnd.openxmlformats-officedocument.presentationml.slide+xml"/>
  <Override PartName="/ppt/slides/slide35.xml" ContentType="application/vnd.openxmlformats-officedocument.presentationml.slide+xml"/>
  <Override PartName="/ppt/slideLayouts/slideLayout9.xml" ContentType="application/vnd.openxmlformats-officedocument.presentationml.slideLayout+xml"/>
  <Override PartName="/ppt/slides/slide27.xml" ContentType="application/vnd.openxmlformats-officedocument.presentationml.slide+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s/slide26.xml" ContentType="application/vnd.openxmlformats-officedocument.presentationml.slide+xml"/>
  <Override PartName="/ppt/slideLayouts/slideLayout8.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40.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24.xml" ContentType="application/vnd.openxmlformats-officedocument.presentationml.slide+xml"/>
  <Override PartName="/ppt/slideLayouts/slideLayout11.xml" ContentType="application/vnd.openxmlformats-officedocument.presentationml.slideLayout+xml"/>
  <Override PartName="/ppt/tableStyles.xml" ContentType="application/vnd.openxmlformats-officedocument.presentationml.tableStyles+xml"/>
  <Override PartName="/ppt/slides/slide28.xml" ContentType="application/vnd.openxmlformats-officedocument.presentationml.slide+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slides/slide39.xml" ContentType="application/vnd.openxmlformats-officedocument.presentationml.slide+xml"/>
  <Override PartName="/ppt/viewProps.xml" ContentType="application/vnd.openxmlformats-officedocument.presentationml.viewProps+xml"/>
  <Override PartName="/ppt/slides/slide38.xml" ContentType="application/vnd.openxmlformats-officedocument.presentationml.slide+xml"/>
  <Override PartName="/ppt/slideLayouts/slideLayout6.xml" ContentType="application/vnd.openxmlformats-officedocument.presentationml.slideLayout+xml"/>
  <Override PartName="/ppt/presProps.xml" ContentType="application/vnd.openxmlformats-officedocument.presentationml.presProps+xml"/>
  <Override PartName="/ppt/slides/slide34.xml" ContentType="application/vnd.openxmlformats-officedocument.presentationml.slide+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12192000" cy="6858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82" d="100"/>
          <a:sy n="82" d="100"/>
        </p:scale>
        <p:origin x="600" y="62"/>
      </p:cViewPr>
      <p:guideLst>
        <p:guide pos="2160" orient="horz"/>
        <p:guide pos="38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presProps" Target="presProps.xml" /><Relationship Id="rId44" Type="http://schemas.openxmlformats.org/officeDocument/2006/relationships/tableStyles" Target="tableStyles.xml" /><Relationship Id="rId45"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Титульный слайд">
    <p:spTree>
      <p:nvGrpSpPr>
        <p:cNvPr id="1" name=""/>
        <p:cNvGrpSpPr/>
        <p:nvPr/>
      </p:nvGrpSpPr>
      <p:grpSpPr bwMode="auto">
        <a:xfrm>
          <a:off x="0" y="0"/>
          <a:ext cx="0" cy="0"/>
          <a:chOff x="0" y="0"/>
          <a:chExt cx="0" cy="0"/>
        </a:xfrm>
      </p:grpSpPr>
      <p:grpSp>
        <p:nvGrpSpPr>
          <p:cNvPr id="89" name="Group 88"/>
          <p:cNvGrpSpPr/>
          <p:nvPr/>
        </p:nvGrpSpPr>
        <p:grpSpPr bwMode="auto">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fill="norm" stroke="1" extrusionOk="0">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p:spPr>
        </p:sp>
        <p:sp>
          <p:nvSpPr>
            <p:cNvPr id="91" name="Freeform 6"/>
            <p:cNvSpPr/>
            <p:nvPr/>
          </p:nvSpPr>
          <p:spPr bwMode="auto">
            <a:xfrm>
              <a:off x="670451" y="2018235"/>
              <a:ext cx="7373938" cy="4848892"/>
            </a:xfrm>
            <a:custGeom>
              <a:avLst/>
              <a:gdLst/>
              <a:ahLst/>
              <a:cxnLst/>
              <a:rect l="0" t="0" r="r" b="b"/>
              <a:pathLst>
                <a:path w="1549" h="1017" fill="norm" stroke="1" extrusionOk="0">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sp>
        <p:sp>
          <p:nvSpPr>
            <p:cNvPr id="92" name="Freeform 7"/>
            <p:cNvSpPr/>
            <p:nvPr/>
          </p:nvSpPr>
          <p:spPr bwMode="auto">
            <a:xfrm>
              <a:off x="251350" y="1788400"/>
              <a:ext cx="8035925" cy="5083516"/>
            </a:xfrm>
            <a:custGeom>
              <a:avLst/>
              <a:gdLst/>
              <a:ahLst/>
              <a:cxnLst/>
              <a:rect l="0" t="0" r="r" b="b"/>
              <a:pathLst>
                <a:path w="1688" h="1066" fill="norm" stroke="1" extrusionOk="0">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p:spPr>
        </p:sp>
        <p:sp>
          <p:nvSpPr>
            <p:cNvPr id="93" name="Freeform 8"/>
            <p:cNvSpPr/>
            <p:nvPr/>
          </p:nvSpPr>
          <p:spPr bwMode="auto">
            <a:xfrm>
              <a:off x="-1061" y="549842"/>
              <a:ext cx="10334625" cy="6322075"/>
            </a:xfrm>
            <a:custGeom>
              <a:avLst/>
              <a:gdLst/>
              <a:ahLst/>
              <a:cxnLst/>
              <a:rect l="0" t="0" r="r" b="b"/>
              <a:pathLst>
                <a:path w="2171" h="1326" fill="norm" stroke="1" extrusionOk="0">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p:spPr>
        </p:sp>
        <p:sp>
          <p:nvSpPr>
            <p:cNvPr id="94" name="Freeform 9"/>
            <p:cNvSpPr/>
            <p:nvPr/>
          </p:nvSpPr>
          <p:spPr bwMode="auto">
            <a:xfrm>
              <a:off x="3701" y="6186246"/>
              <a:ext cx="504825" cy="681527"/>
            </a:xfrm>
            <a:custGeom>
              <a:avLst/>
              <a:gdLst/>
              <a:ahLst/>
              <a:cxnLst/>
              <a:rect l="0" t="0" r="r" b="b"/>
              <a:pathLst>
                <a:path w="106" h="143" fill="norm" stroke="1" extrusionOk="0">
                  <a:moveTo>
                    <a:pt x="0" y="0"/>
                  </a:moveTo>
                  <a:cubicBezTo>
                    <a:pt x="35" y="54"/>
                    <a:pt x="70" y="101"/>
                    <a:pt x="106" y="143"/>
                  </a:cubicBezTo>
                </a:path>
              </a:pathLst>
            </a:custGeom>
            <a:noFill/>
            <a:ln w="4763" cap="flat">
              <a:solidFill>
                <a:schemeClr val="tx1">
                  <a:alpha val="20000"/>
                </a:schemeClr>
              </a:solidFill>
              <a:prstDash val="solid"/>
              <a:miter lim="800000"/>
              <a:headEnd/>
              <a:tailEnd/>
            </a:ln>
          </p:spPr>
        </p:sp>
        <p:sp>
          <p:nvSpPr>
            <p:cNvPr id="95" name="Freeform 10"/>
            <p:cNvSpPr/>
            <p:nvPr/>
          </p:nvSpPr>
          <p:spPr bwMode="auto">
            <a:xfrm>
              <a:off x="-1061" y="-51881"/>
              <a:ext cx="11091863" cy="6923796"/>
            </a:xfrm>
            <a:custGeom>
              <a:avLst/>
              <a:gdLst/>
              <a:ahLst/>
              <a:cxnLst/>
              <a:rect l="0" t="0" r="r" b="b"/>
              <a:pathLst>
                <a:path w="2330" h="1452" fill="norm" stroke="1" extrusionOk="0">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p:spPr>
        </p:sp>
        <p:sp>
          <p:nvSpPr>
            <p:cNvPr id="96" name="Freeform 11"/>
            <p:cNvSpPr/>
            <p:nvPr/>
          </p:nvSpPr>
          <p:spPr bwMode="auto">
            <a:xfrm>
              <a:off x="5426601" y="5579"/>
              <a:ext cx="5788025" cy="6847184"/>
            </a:xfrm>
            <a:custGeom>
              <a:avLst/>
              <a:gdLst/>
              <a:ahLst/>
              <a:cxnLst/>
              <a:rect l="0" t="0" r="r" b="b"/>
              <a:pathLst>
                <a:path w="1216" h="1436" fill="norm" stroke="1" extrusionOk="0">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p:spPr>
        </p:sp>
        <p:sp>
          <p:nvSpPr>
            <p:cNvPr id="97" name="Freeform 12"/>
            <p:cNvSpPr/>
            <p:nvPr/>
          </p:nvSpPr>
          <p:spPr bwMode="auto">
            <a:xfrm>
              <a:off x="-1061" y="5579"/>
              <a:ext cx="1057275" cy="614491"/>
            </a:xfrm>
            <a:custGeom>
              <a:avLst/>
              <a:gdLst/>
              <a:ahLst/>
              <a:cxnLst/>
              <a:rect l="0" t="0" r="r" b="b"/>
              <a:pathLst>
                <a:path w="222" h="129" fill="norm" stroke="1" extrusionOk="0">
                  <a:moveTo>
                    <a:pt x="222" y="0"/>
                  </a:moveTo>
                  <a:cubicBezTo>
                    <a:pt x="152" y="35"/>
                    <a:pt x="76" y="78"/>
                    <a:pt x="0" y="129"/>
                  </a:cubicBezTo>
                </a:path>
              </a:pathLst>
            </a:custGeom>
            <a:noFill/>
            <a:ln w="9525" cap="flat">
              <a:solidFill>
                <a:schemeClr val="tx1">
                  <a:alpha val="20000"/>
                </a:schemeClr>
              </a:solidFill>
              <a:prstDash val="solid"/>
              <a:miter lim="800000"/>
              <a:headEnd/>
              <a:tailEnd/>
            </a:ln>
          </p:spPr>
        </p:sp>
        <p:sp>
          <p:nvSpPr>
            <p:cNvPr id="98" name="Freeform 13"/>
            <p:cNvSpPr/>
            <p:nvPr/>
          </p:nvSpPr>
          <p:spPr bwMode="auto">
            <a:xfrm>
              <a:off x="5821889" y="5579"/>
              <a:ext cx="5588000" cy="6866337"/>
            </a:xfrm>
            <a:custGeom>
              <a:avLst/>
              <a:gdLst/>
              <a:ahLst/>
              <a:cxnLst/>
              <a:rect l="0" t="0" r="r" b="b"/>
              <a:pathLst>
                <a:path w="1174" h="1440" fill="norm" stroke="1" extrusionOk="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p:spPr>
        </p:sp>
        <p:sp>
          <p:nvSpPr>
            <p:cNvPr id="99" name="Freeform 14"/>
            <p:cNvSpPr/>
            <p:nvPr/>
          </p:nvSpPr>
          <p:spPr bwMode="auto">
            <a:xfrm>
              <a:off x="3701" y="790"/>
              <a:ext cx="595313" cy="352734"/>
            </a:xfrm>
            <a:custGeom>
              <a:avLst/>
              <a:gdLst/>
              <a:ahLst/>
              <a:cxnLst/>
              <a:rect l="0" t="0" r="r" b="b"/>
              <a:pathLst>
                <a:path w="125" h="74" fill="norm" stroke="1" extrusionOk="0">
                  <a:moveTo>
                    <a:pt x="125" y="0"/>
                  </a:moveTo>
                  <a:cubicBezTo>
                    <a:pt x="85" y="22"/>
                    <a:pt x="43" y="47"/>
                    <a:pt x="0" y="74"/>
                  </a:cubicBezTo>
                </a:path>
              </a:pathLst>
            </a:custGeom>
            <a:noFill/>
            <a:ln w="9525" cap="flat">
              <a:solidFill>
                <a:schemeClr val="tx1">
                  <a:alpha val="20000"/>
                </a:schemeClr>
              </a:solidFill>
              <a:prstDash val="dash"/>
              <a:miter lim="800000"/>
              <a:headEnd/>
              <a:tailEnd/>
            </a:ln>
          </p:spPr>
        </p:sp>
        <p:sp>
          <p:nvSpPr>
            <p:cNvPr id="100" name="Freeform 15"/>
            <p:cNvSpPr/>
            <p:nvPr/>
          </p:nvSpPr>
          <p:spPr bwMode="auto">
            <a:xfrm>
              <a:off x="6012389" y="5579"/>
              <a:ext cx="5497513" cy="6866337"/>
            </a:xfrm>
            <a:custGeom>
              <a:avLst/>
              <a:gdLst/>
              <a:ahLst/>
              <a:cxnLst/>
              <a:rect l="0" t="0" r="r" b="b"/>
              <a:pathLst>
                <a:path w="1155" h="1440" fill="norm" stroke="1" extrusionOk="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p:spPr>
        </p:sp>
        <p:sp>
          <p:nvSpPr>
            <p:cNvPr id="101" name="Freeform 16"/>
            <p:cNvSpPr/>
            <p:nvPr/>
          </p:nvSpPr>
          <p:spPr bwMode="auto">
            <a:xfrm>
              <a:off x="-1061" y="5579"/>
              <a:ext cx="357188" cy="213875"/>
            </a:xfrm>
            <a:custGeom>
              <a:avLst/>
              <a:gdLst/>
              <a:ahLst/>
              <a:cxnLst/>
              <a:rect l="0" t="0" r="r" b="b"/>
              <a:pathLst>
                <a:path w="75" h="45" fill="norm" stroke="1" extrusionOk="0">
                  <a:moveTo>
                    <a:pt x="75" y="0"/>
                  </a:moveTo>
                  <a:cubicBezTo>
                    <a:pt x="50" y="14"/>
                    <a:pt x="25" y="29"/>
                    <a:pt x="0" y="45"/>
                  </a:cubicBezTo>
                </a:path>
              </a:pathLst>
            </a:custGeom>
            <a:noFill/>
            <a:ln w="12700" cap="flat">
              <a:solidFill>
                <a:schemeClr val="tx1">
                  <a:alpha val="20000"/>
                </a:schemeClr>
              </a:solidFill>
              <a:prstDash val="dashDot"/>
              <a:miter lim="800000"/>
              <a:headEnd/>
              <a:tailEnd/>
            </a:ln>
          </p:spPr>
        </p:sp>
        <p:sp>
          <p:nvSpPr>
            <p:cNvPr id="102" name="Freeform 17"/>
            <p:cNvSpPr/>
            <p:nvPr/>
          </p:nvSpPr>
          <p:spPr bwMode="auto">
            <a:xfrm>
              <a:off x="6210826" y="790"/>
              <a:ext cx="5522913" cy="6871126"/>
            </a:xfrm>
            <a:custGeom>
              <a:avLst/>
              <a:gdLst/>
              <a:ahLst/>
              <a:cxnLst/>
              <a:rect l="0" t="0" r="r" b="b"/>
              <a:pathLst>
                <a:path w="1160" h="1441" fill="norm" stroke="1" extrusionOk="0">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p:spPr>
        </p:sp>
        <p:sp>
          <p:nvSpPr>
            <p:cNvPr id="103" name="Freeform 18"/>
            <p:cNvSpPr/>
            <p:nvPr/>
          </p:nvSpPr>
          <p:spPr bwMode="auto">
            <a:xfrm>
              <a:off x="6463239" y="5579"/>
              <a:ext cx="5413375" cy="6866337"/>
            </a:xfrm>
            <a:custGeom>
              <a:avLst/>
              <a:gdLst/>
              <a:ahLst/>
              <a:cxnLst/>
              <a:rect l="0" t="0" r="r" b="b"/>
              <a:pathLst>
                <a:path w="1137" h="1440" fill="norm" stroke="1" extrusionOk="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p:spPr>
        </p:sp>
        <p:sp>
          <p:nvSpPr>
            <p:cNvPr id="104" name="Freeform 19"/>
            <p:cNvSpPr/>
            <p:nvPr/>
          </p:nvSpPr>
          <p:spPr bwMode="auto">
            <a:xfrm>
              <a:off x="6877576" y="5579"/>
              <a:ext cx="5037138" cy="6861549"/>
            </a:xfrm>
            <a:custGeom>
              <a:avLst/>
              <a:gdLst/>
              <a:ahLst/>
              <a:cxnLst/>
              <a:rect l="0" t="0" r="r" b="b"/>
              <a:pathLst>
                <a:path w="1058" h="1439" fill="norm" stroke="1" extrusionOk="0">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p:spPr>
        </p:sp>
        <p:sp>
          <p:nvSpPr>
            <p:cNvPr id="105" name="Freeform 20"/>
            <p:cNvSpPr/>
            <p:nvPr/>
          </p:nvSpPr>
          <p:spPr bwMode="auto">
            <a:xfrm>
              <a:off x="8768289" y="5579"/>
              <a:ext cx="3417888" cy="2742066"/>
            </a:xfrm>
            <a:custGeom>
              <a:avLst/>
              <a:gdLst/>
              <a:ahLst/>
              <a:cxnLst/>
              <a:rect l="0" t="0" r="r" b="b"/>
              <a:pathLst>
                <a:path w="718" h="575" fill="norm" stroke="1" extrusionOk="0">
                  <a:moveTo>
                    <a:pt x="718" y="575"/>
                  </a:moveTo>
                  <a:cubicBezTo>
                    <a:pt x="500" y="360"/>
                    <a:pt x="260" y="163"/>
                    <a:pt x="0" y="0"/>
                  </a:cubicBezTo>
                </a:path>
              </a:pathLst>
            </a:custGeom>
            <a:noFill/>
            <a:ln w="9525" cap="flat">
              <a:solidFill>
                <a:schemeClr val="tx1">
                  <a:alpha val="20000"/>
                </a:schemeClr>
              </a:solidFill>
              <a:prstDash val="solid"/>
              <a:miter lim="800000"/>
              <a:headEnd/>
              <a:tailEnd/>
            </a:ln>
          </p:spPr>
        </p:sp>
        <p:sp>
          <p:nvSpPr>
            <p:cNvPr id="106" name="Freeform 21"/>
            <p:cNvSpPr/>
            <p:nvPr/>
          </p:nvSpPr>
          <p:spPr bwMode="auto">
            <a:xfrm>
              <a:off x="9235014" y="10367"/>
              <a:ext cx="2951163" cy="2555325"/>
            </a:xfrm>
            <a:custGeom>
              <a:avLst/>
              <a:gdLst/>
              <a:ahLst/>
              <a:cxnLst/>
              <a:rect l="0" t="0" r="r" b="b"/>
              <a:pathLst>
                <a:path w="620" h="536" fill="norm" stroke="1" extrusionOk="0">
                  <a:moveTo>
                    <a:pt x="620" y="536"/>
                  </a:moveTo>
                  <a:cubicBezTo>
                    <a:pt x="404" y="314"/>
                    <a:pt x="196" y="138"/>
                    <a:pt x="0" y="0"/>
                  </a:cubicBezTo>
                </a:path>
              </a:pathLst>
            </a:custGeom>
            <a:noFill/>
            <a:ln w="9525" cap="flat">
              <a:solidFill>
                <a:schemeClr val="tx1">
                  <a:alpha val="20000"/>
                </a:schemeClr>
              </a:solidFill>
              <a:prstDash val="solid"/>
              <a:miter lim="800000"/>
              <a:headEnd/>
              <a:tailEnd/>
            </a:ln>
          </p:spPr>
        </p:sp>
        <p:sp>
          <p:nvSpPr>
            <p:cNvPr id="107" name="Freeform 22"/>
            <p:cNvSpPr/>
            <p:nvPr/>
          </p:nvSpPr>
          <p:spPr bwMode="auto">
            <a:xfrm>
              <a:off x="10020826" y="5579"/>
              <a:ext cx="2165350" cy="1358265"/>
            </a:xfrm>
            <a:custGeom>
              <a:avLst/>
              <a:gdLst/>
              <a:ahLst/>
              <a:cxnLst/>
              <a:rect l="0" t="0" r="r" b="b"/>
              <a:pathLst>
                <a:path w="455" h="285" fill="norm" stroke="1" extrusionOk="0">
                  <a:moveTo>
                    <a:pt x="0" y="0"/>
                  </a:moveTo>
                  <a:cubicBezTo>
                    <a:pt x="153" y="85"/>
                    <a:pt x="308" y="180"/>
                    <a:pt x="455" y="285"/>
                  </a:cubicBezTo>
                </a:path>
              </a:pathLst>
            </a:custGeom>
            <a:noFill/>
            <a:ln w="9525" cap="flat">
              <a:solidFill>
                <a:schemeClr val="tx1">
                  <a:alpha val="20000"/>
                </a:schemeClr>
              </a:solidFill>
              <a:prstDash val="dash"/>
              <a:miter lim="800000"/>
              <a:headEnd/>
              <a:tailEnd/>
            </a:ln>
          </p:spPr>
        </p:sp>
        <p:sp>
          <p:nvSpPr>
            <p:cNvPr id="108" name="Freeform 23"/>
            <p:cNvSpPr/>
            <p:nvPr/>
          </p:nvSpPr>
          <p:spPr bwMode="auto">
            <a:xfrm>
              <a:off x="11290826" y="5579"/>
              <a:ext cx="895350" cy="534687"/>
            </a:xfrm>
            <a:custGeom>
              <a:avLst/>
              <a:gdLst/>
              <a:ahLst/>
              <a:cxnLst/>
              <a:rect l="0" t="0" r="r" b="b"/>
              <a:pathLst>
                <a:path w="188" h="112" fill="norm" stroke="1" extrusionOk="0">
                  <a:moveTo>
                    <a:pt x="0" y="0"/>
                  </a:moveTo>
                  <a:cubicBezTo>
                    <a:pt x="63" y="36"/>
                    <a:pt x="126" y="73"/>
                    <a:pt x="188" y="112"/>
                  </a:cubicBezTo>
                </a:path>
              </a:pathLst>
            </a:custGeom>
            <a:noFill/>
            <a:ln w="9525" cap="flat">
              <a:solidFill>
                <a:schemeClr val="tx1">
                  <a:alpha val="20000"/>
                </a:schemeClr>
              </a:solidFill>
              <a:prstDash val="solid"/>
              <a:miter lim="800000"/>
              <a:headEnd/>
              <a:tailEnd/>
            </a:ln>
          </p:spPr>
        </p:sp>
      </p:grpSp>
      <p:grpSp>
        <p:nvGrpSpPr>
          <p:cNvPr id="9" name="Group 8"/>
          <p:cNvGrpSpPr/>
          <p:nvPr/>
        </p:nvGrpSpPr>
        <p:grpSpPr bwMode="auto">
          <a:xfrm>
            <a:off x="1669293" y="1186483"/>
            <a:ext cx="8848345" cy="4477933"/>
            <a:chOff x="1669293" y="1186483"/>
            <a:chExt cx="8848345" cy="4477933"/>
          </a:xfrm>
        </p:grpSpPr>
        <p:sp>
          <p:nvSpPr>
            <p:cNvPr id="39" name="Rectangle 38"/>
            <p:cNvSpPr/>
            <p:nvPr/>
          </p:nvSpPr>
          <p:spPr bwMode="auto">
            <a:xfrm>
              <a:off x="1674042" y="1186483"/>
              <a:ext cx="8843596" cy="716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bwMode="auto">
            <a:xfrm rot="10800000">
              <a:off x="5892384" y="5313353"/>
              <a:ext cx="407232" cy="35106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bwMode="auto">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bwMode="auto">
          <a:xfrm>
            <a:off x="1759236" y="2075504"/>
            <a:ext cx="8679915" cy="1748729"/>
          </a:xfrm>
        </p:spPr>
        <p:txBody>
          <a:bodyPr bIns="0" anchor="b">
            <a:normAutofit/>
          </a:bodyPr>
          <a:lstStyle>
            <a:lvl1pPr algn="ctr">
              <a:lnSpc>
                <a:spcPct val="80000"/>
              </a:lnSpc>
              <a:defRPr sz="5400" spc="-150">
                <a:solidFill>
                  <a:srgbClr val="FFFEFF"/>
                </a:solidFill>
              </a:defRPr>
            </a:lvl1pPr>
          </a:lstStyle>
          <a:p>
            <a:pPr>
              <a:defRPr/>
            </a:pPr>
            <a:r>
              <a:rPr lang="ru-RU"/>
              <a:t>Образец заголовка</a:t>
            </a:r>
            <a:endParaRPr lang="en-US"/>
          </a:p>
        </p:txBody>
      </p:sp>
      <p:sp>
        <p:nvSpPr>
          <p:cNvPr id="3" name="Subtitle 2"/>
          <p:cNvSpPr>
            <a:spLocks noGrp="1"/>
          </p:cNvSpPr>
          <p:nvPr>
            <p:ph type="subTitle" idx="1"/>
          </p:nvPr>
        </p:nvSpPr>
        <p:spPr bwMode="auto">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ru-RU"/>
              <a:t>Образец подзаголовка</a:t>
            </a:r>
            <a:endParaRPr lang="en-US"/>
          </a:p>
        </p:txBody>
      </p:sp>
      <p:sp>
        <p:nvSpPr>
          <p:cNvPr id="4" name="Date Placeholder 3"/>
          <p:cNvSpPr>
            <a:spLocks noGrp="1"/>
          </p:cNvSpPr>
          <p:nvPr>
            <p:ph type="dt" sz="half" idx="10"/>
          </p:nvPr>
        </p:nvSpPr>
        <p:spPr bwMode="auto">
          <a:xfrm>
            <a:off x="804672" y="320040"/>
            <a:ext cx="3657600" cy="320040"/>
          </a:xfrm>
        </p:spPr>
        <p:txBody>
          <a:bodyPr vert="horz" lIns="91440" tIns="45720" rIns="91440" bIns="45720" rtlCol="0" anchor="ctr"/>
          <a:lstStyle>
            <a:lvl1pPr>
              <a:defRPr lang="en-US"/>
            </a:lvl1pPr>
          </a:lstStyle>
          <a:p>
            <a:pPr>
              <a:defRPr/>
            </a:pPr>
            <a:fld id="{5B80BED0-FAE8-41EC-8396-63CD87AA7042}" type="datetimeFigureOut">
              <a:rPr lang="ru-RU"/>
              <a:t/>
            </a:fld>
            <a:endParaRPr lang="ru-RU"/>
          </a:p>
        </p:txBody>
      </p:sp>
      <p:sp>
        <p:nvSpPr>
          <p:cNvPr id="5" name="Footer Placeholder 4"/>
          <p:cNvSpPr>
            <a:spLocks noGrp="1"/>
          </p:cNvSpPr>
          <p:nvPr>
            <p:ph type="ftr" sz="quarter" idx="11"/>
          </p:nvPr>
        </p:nvSpPr>
        <p:spPr bwMode="auto">
          <a:xfrm>
            <a:off x="804672" y="6227064"/>
            <a:ext cx="10588752" cy="320040"/>
          </a:xfrm>
        </p:spPr>
        <p:txBody>
          <a:bodyPr/>
          <a:lstStyle>
            <a:lvl1pPr algn="ctr">
              <a:defRPr/>
            </a:lvl1pPr>
          </a:lstStyle>
          <a:p>
            <a:pPr>
              <a:defRPr/>
            </a:pPr>
            <a:endParaRPr lang="ru-RU"/>
          </a:p>
        </p:txBody>
      </p:sp>
      <p:sp>
        <p:nvSpPr>
          <p:cNvPr id="6" name="Slide Number Placeholder 5"/>
          <p:cNvSpPr>
            <a:spLocks noGrp="1"/>
          </p:cNvSpPr>
          <p:nvPr>
            <p:ph type="sldNum" sz="quarter" idx="12"/>
          </p:nvPr>
        </p:nvSpPr>
        <p:spPr bwMode="auto">
          <a:xfrm>
            <a:off x="10469880"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Заголовок и объект">
    <p:spTree>
      <p:nvGrpSpPr>
        <p:cNvPr id="1" name=""/>
        <p:cNvGrpSpPr/>
        <p:nvPr/>
      </p:nvGrpSpPr>
      <p:grpSpPr bwMode="auto">
        <a:xfrm>
          <a:off x="0" y="0"/>
          <a:ext cx="0" cy="0"/>
          <a:chOff x="0" y="0"/>
          <a:chExt cx="0" cy="0"/>
        </a:xfrm>
      </p:grpSpPr>
      <p:grpSp>
        <p:nvGrpSpPr>
          <p:cNvPr id="80" name="Group 79"/>
          <p:cNvGrpSpPr/>
          <p:nvPr/>
        </p:nvGrpSpPr>
        <p:grpSpPr bwMode="auto">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82"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83"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84"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85"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86"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87"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88"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89"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90"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91"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92"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93"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94"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95"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96"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97"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98"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99"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100"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101"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27" name="Group 26"/>
          <p:cNvGrpSpPr/>
          <p:nvPr/>
        </p:nvGrpSpPr>
        <p:grpSpPr bwMode="auto">
          <a:xfrm>
            <a:off x="800144" y="1699589"/>
            <a:ext cx="3674476" cy="3470421"/>
            <a:chOff x="697883" y="1816768"/>
            <a:chExt cx="3674476" cy="3470421"/>
          </a:xfrm>
        </p:grpSpPr>
        <p:sp>
          <p:nvSpPr>
            <p:cNvPr id="28" name="Rectangle 27"/>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888631" y="2349925"/>
            <a:ext cx="3498978" cy="2456442"/>
          </a:xfrm>
        </p:spPr>
        <p:txBody>
          <a:bodyPr/>
          <a:lstStyle>
            <a:lvl1pPr>
              <a:defRPr>
                <a:solidFill>
                  <a:srgbClr val="FFFEFF"/>
                </a:solidFill>
              </a:defRPr>
            </a:lvl1pPr>
          </a:lstStyle>
          <a:p>
            <a:pPr>
              <a:defRPr/>
            </a:pPr>
            <a:r>
              <a:rPr lang="ru-RU"/>
              <a:t>Образец заголовка</a:t>
            </a:r>
            <a:endParaRPr lang="en-US"/>
          </a:p>
        </p:txBody>
      </p:sp>
      <p:sp>
        <p:nvSpPr>
          <p:cNvPr id="3" name="Content Placeholder 2"/>
          <p:cNvSpPr>
            <a:spLocks noGrp="1"/>
          </p:cNvSpPr>
          <p:nvPr>
            <p:ph idx="1"/>
          </p:nvPr>
        </p:nvSpPr>
        <p:spPr bwMode="auto">
          <a:xfrm>
            <a:off x="5118447" y="803186"/>
            <a:ext cx="6281873" cy="5248622"/>
          </a:xfrm>
        </p:spPr>
        <p:txBody>
          <a:bodyPr anchor="ct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5B80BED0-FAE8-41EC-8396-63CD87AA7042}"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6" name="Slide Number Placeholder 5"/>
          <p:cNvSpPr>
            <a:spLocks noGrp="1"/>
          </p:cNvSpPr>
          <p:nvPr>
            <p:ph type="sldNum" sz="quarter" idx="12"/>
          </p:nvPr>
        </p:nvSpPr>
        <p:spPr bwMode="auto"/>
        <p:txBody>
          <a:bodyPr/>
          <a:lstStyle/>
          <a:p>
            <a:pPr>
              <a:defRPr/>
            </a:pPr>
            <a:fld id="{B6F2AEF6-EDA8-41E7-B101-D236B087DA86}" type="slidenum">
              <a:rPr lang="ru-RU"/>
              <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Заголовок раздела">
    <p:spTree>
      <p:nvGrpSpPr>
        <p:cNvPr id="1" name=""/>
        <p:cNvGrpSpPr/>
        <p:nvPr/>
      </p:nvGrpSpPr>
      <p:grpSpPr bwMode="auto">
        <a:xfrm>
          <a:off x="0" y="0"/>
          <a:ext cx="0" cy="0"/>
          <a:chOff x="0" y="0"/>
          <a:chExt cx="0" cy="0"/>
        </a:xfrm>
      </p:grpSpPr>
      <p:grpSp>
        <p:nvGrpSpPr>
          <p:cNvPr id="77" name="Group 76"/>
          <p:cNvGrpSpPr/>
          <p:nvPr/>
        </p:nvGrpSpPr>
        <p:grpSpPr bwMode="auto">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fill="norm" stroke="1" extrusionOk="0">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p:spPr>
        </p:sp>
        <p:sp>
          <p:nvSpPr>
            <p:cNvPr id="79" name="Freeform 6"/>
            <p:cNvSpPr/>
            <p:nvPr/>
          </p:nvSpPr>
          <p:spPr bwMode="auto">
            <a:xfrm>
              <a:off x="670451" y="2018235"/>
              <a:ext cx="7373938" cy="4848892"/>
            </a:xfrm>
            <a:custGeom>
              <a:avLst/>
              <a:gdLst/>
              <a:ahLst/>
              <a:cxnLst/>
              <a:rect l="0" t="0" r="r" b="b"/>
              <a:pathLst>
                <a:path w="1549" h="1017" fill="norm" stroke="1" extrusionOk="0">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sp>
        <p:sp>
          <p:nvSpPr>
            <p:cNvPr id="80" name="Freeform 7"/>
            <p:cNvSpPr/>
            <p:nvPr/>
          </p:nvSpPr>
          <p:spPr bwMode="auto">
            <a:xfrm>
              <a:off x="251350" y="1788400"/>
              <a:ext cx="8035925" cy="5083516"/>
            </a:xfrm>
            <a:custGeom>
              <a:avLst/>
              <a:gdLst/>
              <a:ahLst/>
              <a:cxnLst/>
              <a:rect l="0" t="0" r="r" b="b"/>
              <a:pathLst>
                <a:path w="1688" h="1066" fill="norm" stroke="1" extrusionOk="0">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p:spPr>
        </p:sp>
        <p:sp>
          <p:nvSpPr>
            <p:cNvPr id="81" name="Freeform 8"/>
            <p:cNvSpPr/>
            <p:nvPr/>
          </p:nvSpPr>
          <p:spPr bwMode="auto">
            <a:xfrm>
              <a:off x="-1061" y="549842"/>
              <a:ext cx="10334625" cy="6322075"/>
            </a:xfrm>
            <a:custGeom>
              <a:avLst/>
              <a:gdLst/>
              <a:ahLst/>
              <a:cxnLst/>
              <a:rect l="0" t="0" r="r" b="b"/>
              <a:pathLst>
                <a:path w="2171" h="1326" fill="norm" stroke="1" extrusionOk="0">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p:spPr>
        </p:sp>
        <p:sp>
          <p:nvSpPr>
            <p:cNvPr id="82" name="Freeform 9"/>
            <p:cNvSpPr/>
            <p:nvPr/>
          </p:nvSpPr>
          <p:spPr bwMode="auto">
            <a:xfrm>
              <a:off x="3701" y="6186246"/>
              <a:ext cx="504825" cy="681527"/>
            </a:xfrm>
            <a:custGeom>
              <a:avLst/>
              <a:gdLst/>
              <a:ahLst/>
              <a:cxnLst/>
              <a:rect l="0" t="0" r="r" b="b"/>
              <a:pathLst>
                <a:path w="106" h="143" fill="norm" stroke="1" extrusionOk="0">
                  <a:moveTo>
                    <a:pt x="0" y="0"/>
                  </a:moveTo>
                  <a:cubicBezTo>
                    <a:pt x="35" y="54"/>
                    <a:pt x="70" y="101"/>
                    <a:pt x="106" y="143"/>
                  </a:cubicBezTo>
                </a:path>
              </a:pathLst>
            </a:custGeom>
            <a:noFill/>
            <a:ln w="4763" cap="flat">
              <a:solidFill>
                <a:schemeClr val="tx1">
                  <a:alpha val="20000"/>
                </a:schemeClr>
              </a:solidFill>
              <a:prstDash val="solid"/>
              <a:miter lim="800000"/>
              <a:headEnd/>
              <a:tailEnd/>
            </a:ln>
          </p:spPr>
        </p:sp>
        <p:sp>
          <p:nvSpPr>
            <p:cNvPr id="83" name="Freeform 10"/>
            <p:cNvSpPr/>
            <p:nvPr/>
          </p:nvSpPr>
          <p:spPr bwMode="auto">
            <a:xfrm>
              <a:off x="-1061" y="-51881"/>
              <a:ext cx="11091863" cy="6923796"/>
            </a:xfrm>
            <a:custGeom>
              <a:avLst/>
              <a:gdLst/>
              <a:ahLst/>
              <a:cxnLst/>
              <a:rect l="0" t="0" r="r" b="b"/>
              <a:pathLst>
                <a:path w="2330" h="1452" fill="norm" stroke="1" extrusionOk="0">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p:spPr>
        </p:sp>
        <p:sp>
          <p:nvSpPr>
            <p:cNvPr id="84" name="Freeform 11"/>
            <p:cNvSpPr/>
            <p:nvPr/>
          </p:nvSpPr>
          <p:spPr bwMode="auto">
            <a:xfrm>
              <a:off x="5426601" y="5579"/>
              <a:ext cx="5788025" cy="6847184"/>
            </a:xfrm>
            <a:custGeom>
              <a:avLst/>
              <a:gdLst/>
              <a:ahLst/>
              <a:cxnLst/>
              <a:rect l="0" t="0" r="r" b="b"/>
              <a:pathLst>
                <a:path w="1216" h="1436" fill="norm" stroke="1" extrusionOk="0">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p:spPr>
        </p:sp>
        <p:sp>
          <p:nvSpPr>
            <p:cNvPr id="85" name="Freeform 12"/>
            <p:cNvSpPr/>
            <p:nvPr/>
          </p:nvSpPr>
          <p:spPr bwMode="auto">
            <a:xfrm>
              <a:off x="-1061" y="5579"/>
              <a:ext cx="1057275" cy="614491"/>
            </a:xfrm>
            <a:custGeom>
              <a:avLst/>
              <a:gdLst/>
              <a:ahLst/>
              <a:cxnLst/>
              <a:rect l="0" t="0" r="r" b="b"/>
              <a:pathLst>
                <a:path w="222" h="129" fill="norm" stroke="1" extrusionOk="0">
                  <a:moveTo>
                    <a:pt x="222" y="0"/>
                  </a:moveTo>
                  <a:cubicBezTo>
                    <a:pt x="152" y="35"/>
                    <a:pt x="76" y="78"/>
                    <a:pt x="0" y="129"/>
                  </a:cubicBezTo>
                </a:path>
              </a:pathLst>
            </a:custGeom>
            <a:noFill/>
            <a:ln w="9525" cap="flat">
              <a:solidFill>
                <a:schemeClr val="tx1">
                  <a:alpha val="20000"/>
                </a:schemeClr>
              </a:solidFill>
              <a:prstDash val="solid"/>
              <a:miter lim="800000"/>
              <a:headEnd/>
              <a:tailEnd/>
            </a:ln>
          </p:spPr>
        </p:sp>
        <p:sp>
          <p:nvSpPr>
            <p:cNvPr id="86" name="Freeform 13"/>
            <p:cNvSpPr/>
            <p:nvPr/>
          </p:nvSpPr>
          <p:spPr bwMode="auto">
            <a:xfrm>
              <a:off x="5821889" y="5579"/>
              <a:ext cx="5588000" cy="6866337"/>
            </a:xfrm>
            <a:custGeom>
              <a:avLst/>
              <a:gdLst/>
              <a:ahLst/>
              <a:cxnLst/>
              <a:rect l="0" t="0" r="r" b="b"/>
              <a:pathLst>
                <a:path w="1174" h="1440" fill="norm" stroke="1" extrusionOk="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p:spPr>
        </p:sp>
        <p:sp>
          <p:nvSpPr>
            <p:cNvPr id="87" name="Freeform 14"/>
            <p:cNvSpPr/>
            <p:nvPr/>
          </p:nvSpPr>
          <p:spPr bwMode="auto">
            <a:xfrm>
              <a:off x="3701" y="790"/>
              <a:ext cx="595313" cy="352734"/>
            </a:xfrm>
            <a:custGeom>
              <a:avLst/>
              <a:gdLst/>
              <a:ahLst/>
              <a:cxnLst/>
              <a:rect l="0" t="0" r="r" b="b"/>
              <a:pathLst>
                <a:path w="125" h="74" fill="norm" stroke="1" extrusionOk="0">
                  <a:moveTo>
                    <a:pt x="125" y="0"/>
                  </a:moveTo>
                  <a:cubicBezTo>
                    <a:pt x="85" y="22"/>
                    <a:pt x="43" y="47"/>
                    <a:pt x="0" y="74"/>
                  </a:cubicBezTo>
                </a:path>
              </a:pathLst>
            </a:custGeom>
            <a:noFill/>
            <a:ln w="9525" cap="flat">
              <a:solidFill>
                <a:schemeClr val="tx1">
                  <a:alpha val="20000"/>
                </a:schemeClr>
              </a:solidFill>
              <a:prstDash val="dash"/>
              <a:miter lim="800000"/>
              <a:headEnd/>
              <a:tailEnd/>
            </a:ln>
          </p:spPr>
        </p:sp>
        <p:sp>
          <p:nvSpPr>
            <p:cNvPr id="88" name="Freeform 15"/>
            <p:cNvSpPr/>
            <p:nvPr/>
          </p:nvSpPr>
          <p:spPr bwMode="auto">
            <a:xfrm>
              <a:off x="6012389" y="5579"/>
              <a:ext cx="5497513" cy="6866337"/>
            </a:xfrm>
            <a:custGeom>
              <a:avLst/>
              <a:gdLst/>
              <a:ahLst/>
              <a:cxnLst/>
              <a:rect l="0" t="0" r="r" b="b"/>
              <a:pathLst>
                <a:path w="1155" h="1440" fill="norm" stroke="1" extrusionOk="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p:spPr>
        </p:sp>
        <p:sp>
          <p:nvSpPr>
            <p:cNvPr id="89" name="Freeform 16"/>
            <p:cNvSpPr/>
            <p:nvPr/>
          </p:nvSpPr>
          <p:spPr bwMode="auto">
            <a:xfrm>
              <a:off x="-1061" y="5579"/>
              <a:ext cx="357188" cy="213875"/>
            </a:xfrm>
            <a:custGeom>
              <a:avLst/>
              <a:gdLst/>
              <a:ahLst/>
              <a:cxnLst/>
              <a:rect l="0" t="0" r="r" b="b"/>
              <a:pathLst>
                <a:path w="75" h="45" fill="norm" stroke="1" extrusionOk="0">
                  <a:moveTo>
                    <a:pt x="75" y="0"/>
                  </a:moveTo>
                  <a:cubicBezTo>
                    <a:pt x="50" y="14"/>
                    <a:pt x="25" y="29"/>
                    <a:pt x="0" y="45"/>
                  </a:cubicBezTo>
                </a:path>
              </a:pathLst>
            </a:custGeom>
            <a:noFill/>
            <a:ln w="12700" cap="flat">
              <a:solidFill>
                <a:schemeClr val="tx1">
                  <a:alpha val="20000"/>
                </a:schemeClr>
              </a:solidFill>
              <a:prstDash val="dashDot"/>
              <a:miter lim="800000"/>
              <a:headEnd/>
              <a:tailEnd/>
            </a:ln>
          </p:spPr>
        </p:sp>
        <p:sp>
          <p:nvSpPr>
            <p:cNvPr id="90" name="Freeform 17"/>
            <p:cNvSpPr/>
            <p:nvPr/>
          </p:nvSpPr>
          <p:spPr bwMode="auto">
            <a:xfrm>
              <a:off x="6210826" y="790"/>
              <a:ext cx="5522913" cy="6871126"/>
            </a:xfrm>
            <a:custGeom>
              <a:avLst/>
              <a:gdLst/>
              <a:ahLst/>
              <a:cxnLst/>
              <a:rect l="0" t="0" r="r" b="b"/>
              <a:pathLst>
                <a:path w="1160" h="1441" fill="norm" stroke="1" extrusionOk="0">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p:spPr>
        </p:sp>
        <p:sp>
          <p:nvSpPr>
            <p:cNvPr id="91" name="Freeform 18"/>
            <p:cNvSpPr/>
            <p:nvPr/>
          </p:nvSpPr>
          <p:spPr bwMode="auto">
            <a:xfrm>
              <a:off x="6463239" y="5579"/>
              <a:ext cx="5413375" cy="6866337"/>
            </a:xfrm>
            <a:custGeom>
              <a:avLst/>
              <a:gdLst/>
              <a:ahLst/>
              <a:cxnLst/>
              <a:rect l="0" t="0" r="r" b="b"/>
              <a:pathLst>
                <a:path w="1137" h="1440" fill="norm" stroke="1" extrusionOk="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p:spPr>
        </p:sp>
        <p:sp>
          <p:nvSpPr>
            <p:cNvPr id="92" name="Freeform 19"/>
            <p:cNvSpPr/>
            <p:nvPr/>
          </p:nvSpPr>
          <p:spPr bwMode="auto">
            <a:xfrm>
              <a:off x="6877576" y="5579"/>
              <a:ext cx="5037138" cy="6861549"/>
            </a:xfrm>
            <a:custGeom>
              <a:avLst/>
              <a:gdLst/>
              <a:ahLst/>
              <a:cxnLst/>
              <a:rect l="0" t="0" r="r" b="b"/>
              <a:pathLst>
                <a:path w="1058" h="1439" fill="norm" stroke="1" extrusionOk="0">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p:spPr>
        </p:sp>
        <p:sp>
          <p:nvSpPr>
            <p:cNvPr id="93" name="Freeform 20"/>
            <p:cNvSpPr/>
            <p:nvPr/>
          </p:nvSpPr>
          <p:spPr bwMode="auto">
            <a:xfrm>
              <a:off x="8768289" y="5579"/>
              <a:ext cx="3417888" cy="2742066"/>
            </a:xfrm>
            <a:custGeom>
              <a:avLst/>
              <a:gdLst/>
              <a:ahLst/>
              <a:cxnLst/>
              <a:rect l="0" t="0" r="r" b="b"/>
              <a:pathLst>
                <a:path w="718" h="575" fill="norm" stroke="1" extrusionOk="0">
                  <a:moveTo>
                    <a:pt x="718" y="575"/>
                  </a:moveTo>
                  <a:cubicBezTo>
                    <a:pt x="500" y="360"/>
                    <a:pt x="260" y="163"/>
                    <a:pt x="0" y="0"/>
                  </a:cubicBezTo>
                </a:path>
              </a:pathLst>
            </a:custGeom>
            <a:noFill/>
            <a:ln w="9525" cap="flat">
              <a:solidFill>
                <a:schemeClr val="tx1">
                  <a:alpha val="20000"/>
                </a:schemeClr>
              </a:solidFill>
              <a:prstDash val="solid"/>
              <a:miter lim="800000"/>
              <a:headEnd/>
              <a:tailEnd/>
            </a:ln>
          </p:spPr>
        </p:sp>
        <p:sp>
          <p:nvSpPr>
            <p:cNvPr id="94" name="Freeform 21"/>
            <p:cNvSpPr/>
            <p:nvPr/>
          </p:nvSpPr>
          <p:spPr bwMode="auto">
            <a:xfrm>
              <a:off x="9235014" y="10367"/>
              <a:ext cx="2951163" cy="2555325"/>
            </a:xfrm>
            <a:custGeom>
              <a:avLst/>
              <a:gdLst/>
              <a:ahLst/>
              <a:cxnLst/>
              <a:rect l="0" t="0" r="r" b="b"/>
              <a:pathLst>
                <a:path w="620" h="536" fill="norm" stroke="1" extrusionOk="0">
                  <a:moveTo>
                    <a:pt x="620" y="536"/>
                  </a:moveTo>
                  <a:cubicBezTo>
                    <a:pt x="404" y="314"/>
                    <a:pt x="196" y="138"/>
                    <a:pt x="0" y="0"/>
                  </a:cubicBezTo>
                </a:path>
              </a:pathLst>
            </a:custGeom>
            <a:noFill/>
            <a:ln w="9525" cap="flat">
              <a:solidFill>
                <a:schemeClr val="tx1">
                  <a:alpha val="20000"/>
                </a:schemeClr>
              </a:solidFill>
              <a:prstDash val="solid"/>
              <a:miter lim="800000"/>
              <a:headEnd/>
              <a:tailEnd/>
            </a:ln>
          </p:spPr>
        </p:sp>
        <p:sp>
          <p:nvSpPr>
            <p:cNvPr id="95" name="Freeform 22"/>
            <p:cNvSpPr/>
            <p:nvPr/>
          </p:nvSpPr>
          <p:spPr bwMode="auto">
            <a:xfrm>
              <a:off x="10020826" y="5579"/>
              <a:ext cx="2165350" cy="1358265"/>
            </a:xfrm>
            <a:custGeom>
              <a:avLst/>
              <a:gdLst/>
              <a:ahLst/>
              <a:cxnLst/>
              <a:rect l="0" t="0" r="r" b="b"/>
              <a:pathLst>
                <a:path w="455" h="285" fill="norm" stroke="1" extrusionOk="0">
                  <a:moveTo>
                    <a:pt x="0" y="0"/>
                  </a:moveTo>
                  <a:cubicBezTo>
                    <a:pt x="153" y="85"/>
                    <a:pt x="308" y="180"/>
                    <a:pt x="455" y="285"/>
                  </a:cubicBezTo>
                </a:path>
              </a:pathLst>
            </a:custGeom>
            <a:noFill/>
            <a:ln w="9525" cap="flat">
              <a:solidFill>
                <a:schemeClr val="tx1">
                  <a:alpha val="20000"/>
                </a:schemeClr>
              </a:solidFill>
              <a:prstDash val="dash"/>
              <a:miter lim="800000"/>
              <a:headEnd/>
              <a:tailEnd/>
            </a:ln>
          </p:spPr>
        </p:sp>
        <p:sp>
          <p:nvSpPr>
            <p:cNvPr id="96" name="Freeform 23"/>
            <p:cNvSpPr/>
            <p:nvPr/>
          </p:nvSpPr>
          <p:spPr bwMode="auto">
            <a:xfrm>
              <a:off x="11290826" y="5579"/>
              <a:ext cx="895350" cy="534687"/>
            </a:xfrm>
            <a:custGeom>
              <a:avLst/>
              <a:gdLst/>
              <a:ahLst/>
              <a:cxnLst/>
              <a:rect l="0" t="0" r="r" b="b"/>
              <a:pathLst>
                <a:path w="188" h="112" fill="norm" stroke="1" extrusionOk="0">
                  <a:moveTo>
                    <a:pt x="0" y="0"/>
                  </a:moveTo>
                  <a:cubicBezTo>
                    <a:pt x="63" y="36"/>
                    <a:pt x="126" y="73"/>
                    <a:pt x="188" y="112"/>
                  </a:cubicBezTo>
                </a:path>
              </a:pathLst>
            </a:custGeom>
            <a:noFill/>
            <a:ln w="9525" cap="flat">
              <a:solidFill>
                <a:schemeClr val="tx1">
                  <a:alpha val="20000"/>
                </a:schemeClr>
              </a:solidFill>
              <a:prstDash val="solid"/>
              <a:miter lim="800000"/>
              <a:headEnd/>
              <a:tailEnd/>
            </a:ln>
          </p:spPr>
        </p:sp>
      </p:grpSp>
      <p:grpSp>
        <p:nvGrpSpPr>
          <p:cNvPr id="9" name="Group 8"/>
          <p:cNvGrpSpPr/>
          <p:nvPr/>
        </p:nvGrpSpPr>
        <p:grpSpPr bwMode="auto">
          <a:xfrm>
            <a:off x="3259545" y="1186483"/>
            <a:ext cx="5666145" cy="4477933"/>
            <a:chOff x="3259545" y="1186483"/>
            <a:chExt cx="5666145" cy="4477933"/>
          </a:xfrm>
        </p:grpSpPr>
        <p:sp>
          <p:nvSpPr>
            <p:cNvPr id="99" name="Rectangle 98"/>
            <p:cNvSpPr/>
            <p:nvPr/>
          </p:nvSpPr>
          <p:spPr bwMode="auto">
            <a:xfrm>
              <a:off x="3259545" y="1186483"/>
              <a:ext cx="5657881" cy="716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bwMode="auto">
            <a:xfrm rot="10800000">
              <a:off x="5892384" y="5313353"/>
              <a:ext cx="407232" cy="35106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bwMode="auto">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3344216" y="2074729"/>
            <a:ext cx="5490224" cy="1689390"/>
          </a:xfrm>
        </p:spPr>
        <p:txBody>
          <a:bodyPr bIns="0" anchor="b">
            <a:normAutofit/>
          </a:bodyPr>
          <a:lstStyle>
            <a:lvl1pPr algn="ctr">
              <a:defRPr sz="4400">
                <a:solidFill>
                  <a:srgbClr val="FFFEFF"/>
                </a:solidFill>
              </a:defRPr>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a:xfrm>
            <a:off x="804672" y="320040"/>
            <a:ext cx="3657600" cy="320040"/>
          </a:xfrm>
        </p:spPr>
        <p:txBody>
          <a:bodyPr/>
          <a:lstStyle/>
          <a:p>
            <a:pPr>
              <a:defRPr/>
            </a:pPr>
            <a:fld id="{5B80BED0-FAE8-41EC-8396-63CD87AA7042}" type="datetimeFigureOut">
              <a:rPr lang="ru-RU"/>
              <a:t/>
            </a:fld>
            <a:endParaRPr lang="ru-RU"/>
          </a:p>
        </p:txBody>
      </p:sp>
      <p:sp>
        <p:nvSpPr>
          <p:cNvPr id="5" name="Footer Placeholder 4"/>
          <p:cNvSpPr>
            <a:spLocks noGrp="1"/>
          </p:cNvSpPr>
          <p:nvPr>
            <p:ph type="ftr" sz="quarter" idx="11"/>
          </p:nvPr>
        </p:nvSpPr>
        <p:spPr bwMode="auto">
          <a:xfrm>
            <a:off x="804672" y="6227064"/>
            <a:ext cx="10588752" cy="320040"/>
          </a:xfrm>
        </p:spPr>
        <p:txBody>
          <a:bodyPr/>
          <a:lstStyle>
            <a:lvl1pPr algn="ctr">
              <a:defRPr/>
            </a:lvl1pPr>
          </a:lstStyle>
          <a:p>
            <a:pPr>
              <a:defRPr/>
            </a:pPr>
            <a:endParaRPr lang="ru-RU"/>
          </a:p>
        </p:txBody>
      </p:sp>
      <p:sp>
        <p:nvSpPr>
          <p:cNvPr id="6" name="Slide Number Placeholder 5"/>
          <p:cNvSpPr>
            <a:spLocks noGrp="1"/>
          </p:cNvSpPr>
          <p:nvPr>
            <p:ph type="sldNum" sz="quarter" idx="12"/>
          </p:nvPr>
        </p:nvSpPr>
        <p:spPr bwMode="auto">
          <a:xfrm>
            <a:off x="10469880"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Два объекта">
    <p:spTree>
      <p:nvGrpSpPr>
        <p:cNvPr id="1" name=""/>
        <p:cNvGrpSpPr/>
        <p:nvPr/>
      </p:nvGrpSpPr>
      <p:grpSpPr bwMode="auto">
        <a:xfrm>
          <a:off x="0" y="0"/>
          <a:ext cx="0" cy="0"/>
          <a:chOff x="0" y="0"/>
          <a:chExt cx="0" cy="0"/>
        </a:xfrm>
      </p:grpSpPr>
      <p:grpSp>
        <p:nvGrpSpPr>
          <p:cNvPr id="37" name="Group 36"/>
          <p:cNvGrpSpPr/>
          <p:nvPr/>
        </p:nvGrpSpPr>
        <p:grpSpPr bwMode="auto">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39"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40"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41"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42"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43"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44"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45"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46"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47"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48"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49"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50"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51"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52"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53"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54"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55"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56"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57"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58"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59" name="Group 58"/>
          <p:cNvGrpSpPr/>
          <p:nvPr/>
        </p:nvGrpSpPr>
        <p:grpSpPr bwMode="auto">
          <a:xfrm>
            <a:off x="800144" y="1699589"/>
            <a:ext cx="3674476" cy="3470421"/>
            <a:chOff x="697883" y="1816768"/>
            <a:chExt cx="3674476" cy="3470421"/>
          </a:xfrm>
        </p:grpSpPr>
        <p:sp>
          <p:nvSpPr>
            <p:cNvPr id="60" name="Rectangle 59"/>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889000" y="2339669"/>
            <a:ext cx="3500828" cy="2470065"/>
          </a:xfrm>
        </p:spPr>
        <p:txBody>
          <a:bodyPr lIns="91440" tIns="91440" rIns="91440" bIns="91440"/>
          <a:lstStyle>
            <a:lvl1pPr>
              <a:defRPr>
                <a:solidFill>
                  <a:srgbClr val="FFFEFF"/>
                </a:solidFill>
              </a:defRPr>
            </a:lvl1pPr>
          </a:lstStyle>
          <a:p>
            <a:pPr>
              <a:defRPr/>
            </a:pPr>
            <a:r>
              <a:rPr lang="ru-RU"/>
              <a:t>Образец заголовка</a:t>
            </a:r>
            <a:endParaRPr lang="en-US"/>
          </a:p>
        </p:txBody>
      </p:sp>
      <p:sp>
        <p:nvSpPr>
          <p:cNvPr id="3" name="Content Placeholder 2"/>
          <p:cNvSpPr>
            <a:spLocks noGrp="1"/>
          </p:cNvSpPr>
          <p:nvPr>
            <p:ph sz="half" idx="1"/>
          </p:nvPr>
        </p:nvSpPr>
        <p:spPr bwMode="auto">
          <a:xfrm>
            <a:off x="5120878" y="803187"/>
            <a:ext cx="6269591" cy="2382651"/>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Content Placeholder 3"/>
          <p:cNvSpPr>
            <a:spLocks noGrp="1"/>
          </p:cNvSpPr>
          <p:nvPr>
            <p:ph sz="half" idx="2"/>
          </p:nvPr>
        </p:nvSpPr>
        <p:spPr bwMode="auto">
          <a:xfrm>
            <a:off x="5118447" y="3672161"/>
            <a:ext cx="6272022" cy="2383586"/>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5" name="Date Placeholder 4"/>
          <p:cNvSpPr>
            <a:spLocks noGrp="1"/>
          </p:cNvSpPr>
          <p:nvPr>
            <p:ph type="dt" sz="half" idx="10"/>
          </p:nvPr>
        </p:nvSpPr>
        <p:spPr bwMode="auto">
          <a:xfrm>
            <a:off x="804672" y="320040"/>
            <a:ext cx="3657600" cy="320040"/>
          </a:xfrm>
        </p:spPr>
        <p:txBody>
          <a:bodyPr/>
          <a:lstStyle/>
          <a:p>
            <a:pPr>
              <a:defRPr/>
            </a:pPr>
            <a:fld id="{5B80BED0-FAE8-41EC-8396-63CD87AA7042}" type="datetimeFigureOut">
              <a:rPr lang="ru-RU"/>
              <a:t/>
            </a:fld>
            <a:endParaRPr lang="ru-RU"/>
          </a:p>
        </p:txBody>
      </p:sp>
      <p:sp>
        <p:nvSpPr>
          <p:cNvPr id="6" name="Footer Placeholder 5"/>
          <p:cNvSpPr>
            <a:spLocks noGrp="1"/>
          </p:cNvSpPr>
          <p:nvPr>
            <p:ph type="ftr" sz="quarter" idx="11"/>
          </p:nvPr>
        </p:nvSpPr>
        <p:spPr bwMode="auto">
          <a:xfrm>
            <a:off x="804672" y="6227064"/>
            <a:ext cx="10588752" cy="320040"/>
          </a:xfrm>
        </p:spPr>
        <p:txBody>
          <a:bodyPr/>
          <a:lstStyle/>
          <a:p>
            <a:pPr>
              <a:defRPr/>
            </a:pPr>
            <a:endParaRPr lang="ru-RU"/>
          </a:p>
        </p:txBody>
      </p:sp>
      <p:sp>
        <p:nvSpPr>
          <p:cNvPr id="7" name="Slide Number Placeholder 6"/>
          <p:cNvSpPr>
            <a:spLocks noGrp="1"/>
          </p:cNvSpPr>
          <p:nvPr>
            <p:ph type="sldNum" sz="quarter" idx="12"/>
          </p:nvPr>
        </p:nvSpPr>
        <p:spPr bwMode="auto">
          <a:xfrm>
            <a:off x="10469880"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Сравнение">
    <p:spTree>
      <p:nvGrpSpPr>
        <p:cNvPr id="1" name=""/>
        <p:cNvGrpSpPr/>
        <p:nvPr/>
      </p:nvGrpSpPr>
      <p:grpSpPr bwMode="auto">
        <a:xfrm>
          <a:off x="0" y="0"/>
          <a:ext cx="0" cy="0"/>
          <a:chOff x="0" y="0"/>
          <a:chExt cx="0" cy="0"/>
        </a:xfrm>
      </p:grpSpPr>
      <p:grpSp>
        <p:nvGrpSpPr>
          <p:cNvPr id="39" name="Group 38"/>
          <p:cNvGrpSpPr/>
          <p:nvPr/>
        </p:nvGrpSpPr>
        <p:grpSpPr bwMode="auto">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41"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42"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43"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44"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45"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46"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47"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48"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49"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50"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51"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52"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53"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54"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55"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56"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57"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58"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59"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60"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61" name="Group 60"/>
          <p:cNvGrpSpPr/>
          <p:nvPr/>
        </p:nvGrpSpPr>
        <p:grpSpPr bwMode="auto">
          <a:xfrm>
            <a:off x="800144" y="1699589"/>
            <a:ext cx="3674476" cy="3470421"/>
            <a:chOff x="697883" y="1816768"/>
            <a:chExt cx="3674476" cy="3470421"/>
          </a:xfrm>
        </p:grpSpPr>
        <p:sp>
          <p:nvSpPr>
            <p:cNvPr id="62" name="Rectangle 61"/>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889001" y="2363915"/>
            <a:ext cx="3500828" cy="2460497"/>
          </a:xfrm>
        </p:spPr>
        <p:txBody>
          <a:bodyPr lIns="91440" tIns="91440" rIns="91440" bIns="91440"/>
          <a:lstStyle>
            <a:lvl1pPr>
              <a:defRPr>
                <a:solidFill>
                  <a:srgbClr val="FFFEFF"/>
                </a:solidFill>
              </a:defRPr>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5125137" y="803185"/>
            <a:ext cx="6265088" cy="685800"/>
          </a:xfrm>
        </p:spPr>
        <p:txBody>
          <a:bodyPr anchor="ctr">
            <a:noAutofit/>
          </a:bodyPr>
          <a:lstStyle>
            <a:lvl1pPr marL="0" indent="0" algn="l">
              <a:lnSpc>
                <a:spcPct val="100000"/>
              </a:lnSpc>
              <a:buNone/>
              <a:defRPr sz="2200" b="0" cap="all">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4" name="Content Placeholder 3"/>
          <p:cNvSpPr>
            <a:spLocks noGrp="1"/>
          </p:cNvSpPr>
          <p:nvPr>
            <p:ph sz="half" idx="2"/>
          </p:nvPr>
        </p:nvSpPr>
        <p:spPr bwMode="auto">
          <a:xfrm>
            <a:off x="5125305" y="1488985"/>
            <a:ext cx="6264350" cy="1696853"/>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5" name="Text Placeholder 4"/>
          <p:cNvSpPr>
            <a:spLocks noGrp="1"/>
          </p:cNvSpPr>
          <p:nvPr>
            <p:ph type="body" sz="quarter" idx="3"/>
          </p:nvPr>
        </p:nvSpPr>
        <p:spPr bwMode="auto">
          <a:xfrm>
            <a:off x="5118653" y="3665887"/>
            <a:ext cx="6264414" cy="685800"/>
          </a:xfrm>
        </p:spPr>
        <p:txBody>
          <a:bodyPr anchor="ctr">
            <a:noAutofit/>
          </a:bodyPr>
          <a:lstStyle>
            <a:lvl1pPr marL="0" indent="0" algn="l">
              <a:lnSpc>
                <a:spcPct val="100000"/>
              </a:lnSpc>
              <a:buNone/>
              <a:defRPr sz="2200" b="0" cap="all">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6" name="Content Placeholder 5"/>
          <p:cNvSpPr>
            <a:spLocks noGrp="1"/>
          </p:cNvSpPr>
          <p:nvPr>
            <p:ph sz="quarter" idx="4"/>
          </p:nvPr>
        </p:nvSpPr>
        <p:spPr bwMode="auto">
          <a:xfrm>
            <a:off x="5118447" y="4351687"/>
            <a:ext cx="6265588" cy="170406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7" name="Date Placeholder 6"/>
          <p:cNvSpPr>
            <a:spLocks noGrp="1"/>
          </p:cNvSpPr>
          <p:nvPr>
            <p:ph type="dt" sz="half" idx="10"/>
          </p:nvPr>
        </p:nvSpPr>
        <p:spPr bwMode="auto">
          <a:xfrm>
            <a:off x="804672" y="320040"/>
            <a:ext cx="3657600" cy="320040"/>
          </a:xfrm>
        </p:spPr>
        <p:txBody>
          <a:bodyPr/>
          <a:lstStyle/>
          <a:p>
            <a:pPr>
              <a:defRPr/>
            </a:pPr>
            <a:fld id="{5B80BED0-FAE8-41EC-8396-63CD87AA7042}" type="datetimeFigureOut">
              <a:rPr lang="ru-RU"/>
              <a:t/>
            </a:fld>
            <a:endParaRPr lang="ru-RU"/>
          </a:p>
        </p:txBody>
      </p:sp>
      <p:sp>
        <p:nvSpPr>
          <p:cNvPr id="8" name="Footer Placeholder 7"/>
          <p:cNvSpPr>
            <a:spLocks noGrp="1"/>
          </p:cNvSpPr>
          <p:nvPr>
            <p:ph type="ftr" sz="quarter" idx="11"/>
          </p:nvPr>
        </p:nvSpPr>
        <p:spPr bwMode="auto">
          <a:xfrm>
            <a:off x="804672" y="6227064"/>
            <a:ext cx="10588752" cy="320040"/>
          </a:xfrm>
        </p:spPr>
        <p:txBody>
          <a:bodyPr/>
          <a:lstStyle/>
          <a:p>
            <a:pPr>
              <a:defRPr/>
            </a:pPr>
            <a:endParaRPr lang="ru-RU"/>
          </a:p>
        </p:txBody>
      </p:sp>
      <p:sp>
        <p:nvSpPr>
          <p:cNvPr id="9" name="Slide Number Placeholder 8"/>
          <p:cNvSpPr>
            <a:spLocks noGrp="1"/>
          </p:cNvSpPr>
          <p:nvPr>
            <p:ph type="sldNum" sz="quarter" idx="12"/>
          </p:nvPr>
        </p:nvSpPr>
        <p:spPr bwMode="auto">
          <a:xfrm>
            <a:off x="10469880"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Только заголовок">
    <p:spTree>
      <p:nvGrpSpPr>
        <p:cNvPr id="1" name=""/>
        <p:cNvGrpSpPr/>
        <p:nvPr/>
      </p:nvGrpSpPr>
      <p:grpSpPr bwMode="auto">
        <a:xfrm>
          <a:off x="0" y="0"/>
          <a:ext cx="0" cy="0"/>
          <a:chOff x="0" y="0"/>
          <a:chExt cx="0" cy="0"/>
        </a:xfrm>
      </p:grpSpPr>
      <p:grpSp>
        <p:nvGrpSpPr>
          <p:cNvPr id="77" name="Group 76"/>
          <p:cNvGrpSpPr/>
          <p:nvPr/>
        </p:nvGrpSpPr>
        <p:grpSpPr bwMode="auto">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79"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80"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81"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82"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83"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84"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85"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86"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87"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88"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89"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90"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91"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92"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93"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94"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95"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96"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97"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98"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24" name="Group 23"/>
          <p:cNvGrpSpPr/>
          <p:nvPr/>
        </p:nvGrpSpPr>
        <p:grpSpPr bwMode="auto">
          <a:xfrm>
            <a:off x="800144" y="1699589"/>
            <a:ext cx="3674476" cy="3470421"/>
            <a:chOff x="697883" y="1816768"/>
            <a:chExt cx="3674476" cy="3470421"/>
          </a:xfrm>
        </p:grpSpPr>
        <p:sp>
          <p:nvSpPr>
            <p:cNvPr id="25" name="Rectangle 24"/>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888632" y="2349925"/>
            <a:ext cx="3501196" cy="2456442"/>
          </a:xfrm>
        </p:spPr>
        <p:txBody>
          <a:bodyPr/>
          <a:lstStyle>
            <a:lvl1pPr>
              <a:defRPr>
                <a:solidFill>
                  <a:srgbClr val="FFFEFF"/>
                </a:solidFill>
              </a:defRPr>
            </a:lvl1pPr>
          </a:lstStyle>
          <a:p>
            <a:pPr>
              <a:defRPr/>
            </a:pPr>
            <a:r>
              <a:rPr lang="ru-RU"/>
              <a:t>Образец заголовка</a:t>
            </a:r>
            <a:endParaRPr lang="en-US"/>
          </a:p>
        </p:txBody>
      </p:sp>
      <p:sp>
        <p:nvSpPr>
          <p:cNvPr id="3" name="Date Placeholder 2"/>
          <p:cNvSpPr>
            <a:spLocks noGrp="1"/>
          </p:cNvSpPr>
          <p:nvPr>
            <p:ph type="dt" sz="half" idx="10"/>
          </p:nvPr>
        </p:nvSpPr>
        <p:spPr bwMode="auto"/>
        <p:txBody>
          <a:bodyPr/>
          <a:lstStyle/>
          <a:p>
            <a:pPr>
              <a:defRPr/>
            </a:pPr>
            <a:fld id="{5B80BED0-FAE8-41EC-8396-63CD87AA7042}" type="datetimeFigureOut">
              <a:rPr lang="ru-RU"/>
              <a:t/>
            </a:fld>
            <a:endParaRPr lang="ru-RU"/>
          </a:p>
        </p:txBody>
      </p:sp>
      <p:sp>
        <p:nvSpPr>
          <p:cNvPr id="4" name="Footer Placeholder 3"/>
          <p:cNvSpPr>
            <a:spLocks noGrp="1"/>
          </p:cNvSpPr>
          <p:nvPr>
            <p:ph type="ftr" sz="quarter" idx="11"/>
          </p:nvPr>
        </p:nvSpPr>
        <p:spPr bwMode="auto"/>
        <p:txBody>
          <a:bodyPr/>
          <a:lstStyle/>
          <a:p>
            <a:pPr>
              <a:defRPr/>
            </a:pPr>
            <a:endParaRPr lang="ru-RU"/>
          </a:p>
        </p:txBody>
      </p:sp>
      <p:sp>
        <p:nvSpPr>
          <p:cNvPr id="5" name="Slide Number Placeholder 4"/>
          <p:cNvSpPr>
            <a:spLocks noGrp="1"/>
          </p:cNvSpPr>
          <p:nvPr>
            <p:ph type="sldNum" sz="quarter" idx="12"/>
          </p:nvPr>
        </p:nvSpPr>
        <p:spPr bwMode="auto"/>
        <p:txBody>
          <a:bodyPr/>
          <a:lstStyle/>
          <a:p>
            <a:pPr>
              <a:defRPr/>
            </a:pPr>
            <a:fld id="{B6F2AEF6-EDA8-41E7-B101-D236B087DA86}" type="slidenum">
              <a:rPr lang="ru-RU"/>
              <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Пустой слайд">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a:xfrm>
            <a:off x="804672" y="320040"/>
            <a:ext cx="3657600" cy="320040"/>
          </a:xfrm>
        </p:spPr>
        <p:txBody>
          <a:bodyPr/>
          <a:lstStyle/>
          <a:p>
            <a:pPr>
              <a:defRPr/>
            </a:pPr>
            <a:fld id="{5B80BED0-FAE8-41EC-8396-63CD87AA7042}" type="datetimeFigureOut">
              <a:rPr lang="ru-RU"/>
              <a:t/>
            </a:fld>
            <a:endParaRPr lang="ru-RU"/>
          </a:p>
        </p:txBody>
      </p:sp>
      <p:sp>
        <p:nvSpPr>
          <p:cNvPr id="3" name="Footer Placeholder 2"/>
          <p:cNvSpPr>
            <a:spLocks noGrp="1"/>
          </p:cNvSpPr>
          <p:nvPr>
            <p:ph type="ftr" sz="quarter" idx="11"/>
          </p:nvPr>
        </p:nvSpPr>
        <p:spPr bwMode="auto">
          <a:xfrm>
            <a:off x="804672" y="6227064"/>
            <a:ext cx="10588752" cy="320040"/>
          </a:xfrm>
        </p:spPr>
        <p:txBody>
          <a:bodyPr/>
          <a:lstStyle/>
          <a:p>
            <a:pPr>
              <a:defRPr/>
            </a:pPr>
            <a:endParaRPr lang="ru-RU"/>
          </a:p>
        </p:txBody>
      </p:sp>
      <p:sp>
        <p:nvSpPr>
          <p:cNvPr id="4" name="Slide Number Placeholder 3"/>
          <p:cNvSpPr>
            <a:spLocks noGrp="1"/>
          </p:cNvSpPr>
          <p:nvPr>
            <p:ph type="sldNum" sz="quarter" idx="12"/>
          </p:nvPr>
        </p:nvSpPr>
        <p:spPr bwMode="auto">
          <a:xfrm>
            <a:off x="10469880"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Объект с подписью">
    <p:spTree>
      <p:nvGrpSpPr>
        <p:cNvPr id="1" name=""/>
        <p:cNvGrpSpPr/>
        <p:nvPr/>
      </p:nvGrpSpPr>
      <p:grpSpPr bwMode="auto">
        <a:xfrm>
          <a:off x="0" y="0"/>
          <a:ext cx="0" cy="0"/>
          <a:chOff x="0" y="0"/>
          <a:chExt cx="0" cy="0"/>
        </a:xfrm>
      </p:grpSpPr>
      <p:grpSp>
        <p:nvGrpSpPr>
          <p:cNvPr id="74" name="Group 73"/>
          <p:cNvGrpSpPr/>
          <p:nvPr/>
        </p:nvGrpSpPr>
        <p:grpSpPr bwMode="auto">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76"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77"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78"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79"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80"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81"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82"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83"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84"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85"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86"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87"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88"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89"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90"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91"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92"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93"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94"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95"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21" name="Group 20"/>
          <p:cNvGrpSpPr/>
          <p:nvPr/>
        </p:nvGrpSpPr>
        <p:grpSpPr bwMode="auto">
          <a:xfrm>
            <a:off x="800144" y="1699589"/>
            <a:ext cx="3674476" cy="3470421"/>
            <a:chOff x="697883" y="1816768"/>
            <a:chExt cx="3674476" cy="3470421"/>
          </a:xfrm>
        </p:grpSpPr>
        <p:sp>
          <p:nvSpPr>
            <p:cNvPr id="22" name="Rectangle 21"/>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888631" y="2352026"/>
            <a:ext cx="3501197" cy="1223298"/>
          </a:xfrm>
        </p:spPr>
        <p:txBody>
          <a:bodyPr bIns="0" anchor="b">
            <a:noAutofit/>
          </a:bodyPr>
          <a:lstStyle>
            <a:lvl1pPr algn="ctr">
              <a:defRPr sz="3200">
                <a:solidFill>
                  <a:srgbClr val="FFFEFF"/>
                </a:solidFill>
              </a:defRPr>
            </a:lvl1pPr>
          </a:lstStyle>
          <a:p>
            <a:pPr>
              <a:defRPr/>
            </a:pPr>
            <a:r>
              <a:rPr lang="ru-RU"/>
              <a:t>Образец заголовка</a:t>
            </a:r>
            <a:endParaRPr lang="en-US"/>
          </a:p>
        </p:txBody>
      </p:sp>
      <p:sp>
        <p:nvSpPr>
          <p:cNvPr id="3" name="Content Placeholder 2"/>
          <p:cNvSpPr>
            <a:spLocks noGrp="1"/>
          </p:cNvSpPr>
          <p:nvPr>
            <p:ph idx="1"/>
          </p:nvPr>
        </p:nvSpPr>
        <p:spPr bwMode="auto">
          <a:xfrm>
            <a:off x="5109983" y="802808"/>
            <a:ext cx="6275035" cy="5249940"/>
          </a:xfrm>
        </p:spPr>
        <p:txBody>
          <a:bodyPr anchor="ct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Text Placeholder 3"/>
          <p:cNvSpPr>
            <a:spLocks noGrp="1"/>
          </p:cNvSpPr>
          <p:nvPr>
            <p:ph type="body" sz="half" idx="2"/>
          </p:nvPr>
        </p:nvSpPr>
        <p:spPr bwMode="auto">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5B80BED0-FAE8-41EC-8396-63CD87AA7042}"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7" name="Slide Number Placeholder 6"/>
          <p:cNvSpPr>
            <a:spLocks noGrp="1"/>
          </p:cNvSpPr>
          <p:nvPr>
            <p:ph type="sldNum" sz="quarter" idx="12"/>
          </p:nvPr>
        </p:nvSpPr>
        <p:spPr bwMode="auto"/>
        <p:txBody>
          <a:bodyPr/>
          <a:lstStyle/>
          <a:p>
            <a:pPr>
              <a:defRPr/>
            </a:pPr>
            <a:fld id="{B6F2AEF6-EDA8-41E7-B101-D236B087DA86}" type="slidenum">
              <a:rPr lang="ru-RU"/>
              <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Рисунок с подписью">
    <p:spTree>
      <p:nvGrpSpPr>
        <p:cNvPr id="1" name=""/>
        <p:cNvGrpSpPr/>
        <p:nvPr/>
      </p:nvGrpSpPr>
      <p:grpSpPr bwMode="auto">
        <a:xfrm>
          <a:off x="0" y="0"/>
          <a:ext cx="0" cy="0"/>
          <a:chOff x="0" y="0"/>
          <a:chExt cx="0" cy="0"/>
        </a:xfrm>
      </p:grpSpPr>
      <p:grpSp>
        <p:nvGrpSpPr>
          <p:cNvPr id="73" name="Group 72"/>
          <p:cNvGrpSpPr/>
          <p:nvPr/>
        </p:nvGrpSpPr>
        <p:grpSpPr bwMode="auto">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fill="norm" stroke="1" extrusionOk="0">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p:spPr>
        </p:sp>
        <p:sp>
          <p:nvSpPr>
            <p:cNvPr id="82" name="Freeform 6"/>
            <p:cNvSpPr/>
            <p:nvPr/>
          </p:nvSpPr>
          <p:spPr bwMode="auto">
            <a:xfrm>
              <a:off x="670451" y="2018235"/>
              <a:ext cx="7373938" cy="4848892"/>
            </a:xfrm>
            <a:custGeom>
              <a:avLst/>
              <a:gdLst/>
              <a:ahLst/>
              <a:cxnLst/>
              <a:rect l="0" t="0" r="r" b="b"/>
              <a:pathLst>
                <a:path w="1549" h="1017" fill="norm" stroke="1" extrusionOk="0">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sp>
        <p:sp>
          <p:nvSpPr>
            <p:cNvPr id="83" name="Freeform 7"/>
            <p:cNvSpPr/>
            <p:nvPr/>
          </p:nvSpPr>
          <p:spPr bwMode="auto">
            <a:xfrm>
              <a:off x="251350" y="1788400"/>
              <a:ext cx="8035925" cy="5083516"/>
            </a:xfrm>
            <a:custGeom>
              <a:avLst/>
              <a:gdLst/>
              <a:ahLst/>
              <a:cxnLst/>
              <a:rect l="0" t="0" r="r" b="b"/>
              <a:pathLst>
                <a:path w="1688" h="1066" fill="norm" stroke="1" extrusionOk="0">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p:spPr>
        </p:sp>
        <p:sp>
          <p:nvSpPr>
            <p:cNvPr id="84" name="Freeform 8"/>
            <p:cNvSpPr/>
            <p:nvPr/>
          </p:nvSpPr>
          <p:spPr bwMode="auto">
            <a:xfrm>
              <a:off x="-1061" y="549842"/>
              <a:ext cx="10334625" cy="6322075"/>
            </a:xfrm>
            <a:custGeom>
              <a:avLst/>
              <a:gdLst/>
              <a:ahLst/>
              <a:cxnLst/>
              <a:rect l="0" t="0" r="r" b="b"/>
              <a:pathLst>
                <a:path w="2171" h="1326" fill="norm" stroke="1" extrusionOk="0">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p:spPr>
        </p:sp>
        <p:sp>
          <p:nvSpPr>
            <p:cNvPr id="85" name="Freeform 9"/>
            <p:cNvSpPr/>
            <p:nvPr/>
          </p:nvSpPr>
          <p:spPr bwMode="auto">
            <a:xfrm>
              <a:off x="3701" y="6186246"/>
              <a:ext cx="504825" cy="681527"/>
            </a:xfrm>
            <a:custGeom>
              <a:avLst/>
              <a:gdLst/>
              <a:ahLst/>
              <a:cxnLst/>
              <a:rect l="0" t="0" r="r" b="b"/>
              <a:pathLst>
                <a:path w="106" h="143" fill="norm" stroke="1" extrusionOk="0">
                  <a:moveTo>
                    <a:pt x="0" y="0"/>
                  </a:moveTo>
                  <a:cubicBezTo>
                    <a:pt x="35" y="54"/>
                    <a:pt x="70" y="101"/>
                    <a:pt x="106" y="143"/>
                  </a:cubicBezTo>
                </a:path>
              </a:pathLst>
            </a:custGeom>
            <a:noFill/>
            <a:ln w="4763" cap="flat">
              <a:solidFill>
                <a:schemeClr val="tx1">
                  <a:alpha val="20000"/>
                </a:schemeClr>
              </a:solidFill>
              <a:prstDash val="solid"/>
              <a:miter lim="800000"/>
              <a:headEnd/>
              <a:tailEnd/>
            </a:ln>
          </p:spPr>
        </p:sp>
        <p:sp>
          <p:nvSpPr>
            <p:cNvPr id="86" name="Freeform 10"/>
            <p:cNvSpPr/>
            <p:nvPr/>
          </p:nvSpPr>
          <p:spPr bwMode="auto">
            <a:xfrm>
              <a:off x="-1061" y="-51881"/>
              <a:ext cx="11091863" cy="6923796"/>
            </a:xfrm>
            <a:custGeom>
              <a:avLst/>
              <a:gdLst/>
              <a:ahLst/>
              <a:cxnLst/>
              <a:rect l="0" t="0" r="r" b="b"/>
              <a:pathLst>
                <a:path w="2330" h="1452" fill="norm" stroke="1" extrusionOk="0">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p:spPr>
        </p:sp>
        <p:sp>
          <p:nvSpPr>
            <p:cNvPr id="87" name="Freeform 11"/>
            <p:cNvSpPr/>
            <p:nvPr/>
          </p:nvSpPr>
          <p:spPr bwMode="auto">
            <a:xfrm>
              <a:off x="5426601" y="5579"/>
              <a:ext cx="5788025" cy="6847184"/>
            </a:xfrm>
            <a:custGeom>
              <a:avLst/>
              <a:gdLst/>
              <a:ahLst/>
              <a:cxnLst/>
              <a:rect l="0" t="0" r="r" b="b"/>
              <a:pathLst>
                <a:path w="1216" h="1436" fill="norm" stroke="1" extrusionOk="0">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p:spPr>
        </p:sp>
        <p:sp>
          <p:nvSpPr>
            <p:cNvPr id="88" name="Freeform 12"/>
            <p:cNvSpPr/>
            <p:nvPr/>
          </p:nvSpPr>
          <p:spPr bwMode="auto">
            <a:xfrm>
              <a:off x="-1061" y="5579"/>
              <a:ext cx="1057275" cy="614491"/>
            </a:xfrm>
            <a:custGeom>
              <a:avLst/>
              <a:gdLst/>
              <a:ahLst/>
              <a:cxnLst/>
              <a:rect l="0" t="0" r="r" b="b"/>
              <a:pathLst>
                <a:path w="222" h="129" fill="norm" stroke="1" extrusionOk="0">
                  <a:moveTo>
                    <a:pt x="222" y="0"/>
                  </a:moveTo>
                  <a:cubicBezTo>
                    <a:pt x="152" y="35"/>
                    <a:pt x="76" y="78"/>
                    <a:pt x="0" y="129"/>
                  </a:cubicBezTo>
                </a:path>
              </a:pathLst>
            </a:custGeom>
            <a:noFill/>
            <a:ln w="9525" cap="flat">
              <a:solidFill>
                <a:schemeClr val="tx1">
                  <a:alpha val="20000"/>
                </a:schemeClr>
              </a:solidFill>
              <a:prstDash val="solid"/>
              <a:miter lim="800000"/>
              <a:headEnd/>
              <a:tailEnd/>
            </a:ln>
          </p:spPr>
        </p:sp>
        <p:sp>
          <p:nvSpPr>
            <p:cNvPr id="89" name="Freeform 13"/>
            <p:cNvSpPr/>
            <p:nvPr/>
          </p:nvSpPr>
          <p:spPr bwMode="auto">
            <a:xfrm>
              <a:off x="5821889" y="5579"/>
              <a:ext cx="5588000" cy="6866337"/>
            </a:xfrm>
            <a:custGeom>
              <a:avLst/>
              <a:gdLst/>
              <a:ahLst/>
              <a:cxnLst/>
              <a:rect l="0" t="0" r="r" b="b"/>
              <a:pathLst>
                <a:path w="1174" h="1440" fill="norm" stroke="1" extrusionOk="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p:spPr>
        </p:sp>
        <p:sp>
          <p:nvSpPr>
            <p:cNvPr id="90" name="Freeform 14"/>
            <p:cNvSpPr/>
            <p:nvPr/>
          </p:nvSpPr>
          <p:spPr bwMode="auto">
            <a:xfrm>
              <a:off x="3701" y="790"/>
              <a:ext cx="595313" cy="352734"/>
            </a:xfrm>
            <a:custGeom>
              <a:avLst/>
              <a:gdLst/>
              <a:ahLst/>
              <a:cxnLst/>
              <a:rect l="0" t="0" r="r" b="b"/>
              <a:pathLst>
                <a:path w="125" h="74" fill="norm" stroke="1" extrusionOk="0">
                  <a:moveTo>
                    <a:pt x="125" y="0"/>
                  </a:moveTo>
                  <a:cubicBezTo>
                    <a:pt x="85" y="22"/>
                    <a:pt x="43" y="47"/>
                    <a:pt x="0" y="74"/>
                  </a:cubicBezTo>
                </a:path>
              </a:pathLst>
            </a:custGeom>
            <a:noFill/>
            <a:ln w="9525" cap="flat">
              <a:solidFill>
                <a:schemeClr val="tx1">
                  <a:alpha val="20000"/>
                </a:schemeClr>
              </a:solidFill>
              <a:prstDash val="dash"/>
              <a:miter lim="800000"/>
              <a:headEnd/>
              <a:tailEnd/>
            </a:ln>
          </p:spPr>
        </p:sp>
        <p:sp>
          <p:nvSpPr>
            <p:cNvPr id="91" name="Freeform 15"/>
            <p:cNvSpPr/>
            <p:nvPr/>
          </p:nvSpPr>
          <p:spPr bwMode="auto">
            <a:xfrm>
              <a:off x="6012389" y="5579"/>
              <a:ext cx="5497513" cy="6866337"/>
            </a:xfrm>
            <a:custGeom>
              <a:avLst/>
              <a:gdLst/>
              <a:ahLst/>
              <a:cxnLst/>
              <a:rect l="0" t="0" r="r" b="b"/>
              <a:pathLst>
                <a:path w="1155" h="1440" fill="norm" stroke="1" extrusionOk="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p:spPr>
        </p:sp>
        <p:sp>
          <p:nvSpPr>
            <p:cNvPr id="92" name="Freeform 16"/>
            <p:cNvSpPr/>
            <p:nvPr/>
          </p:nvSpPr>
          <p:spPr bwMode="auto">
            <a:xfrm>
              <a:off x="-1061" y="5579"/>
              <a:ext cx="357188" cy="213875"/>
            </a:xfrm>
            <a:custGeom>
              <a:avLst/>
              <a:gdLst/>
              <a:ahLst/>
              <a:cxnLst/>
              <a:rect l="0" t="0" r="r" b="b"/>
              <a:pathLst>
                <a:path w="75" h="45" fill="norm" stroke="1" extrusionOk="0">
                  <a:moveTo>
                    <a:pt x="75" y="0"/>
                  </a:moveTo>
                  <a:cubicBezTo>
                    <a:pt x="50" y="14"/>
                    <a:pt x="25" y="29"/>
                    <a:pt x="0" y="45"/>
                  </a:cubicBezTo>
                </a:path>
              </a:pathLst>
            </a:custGeom>
            <a:noFill/>
            <a:ln w="12700" cap="flat">
              <a:solidFill>
                <a:schemeClr val="tx1">
                  <a:alpha val="20000"/>
                </a:schemeClr>
              </a:solidFill>
              <a:prstDash val="dashDot"/>
              <a:miter lim="800000"/>
              <a:headEnd/>
              <a:tailEnd/>
            </a:ln>
          </p:spPr>
        </p:sp>
        <p:sp>
          <p:nvSpPr>
            <p:cNvPr id="93" name="Freeform 17"/>
            <p:cNvSpPr/>
            <p:nvPr/>
          </p:nvSpPr>
          <p:spPr bwMode="auto">
            <a:xfrm>
              <a:off x="6210826" y="790"/>
              <a:ext cx="5522913" cy="6871126"/>
            </a:xfrm>
            <a:custGeom>
              <a:avLst/>
              <a:gdLst/>
              <a:ahLst/>
              <a:cxnLst/>
              <a:rect l="0" t="0" r="r" b="b"/>
              <a:pathLst>
                <a:path w="1160" h="1441" fill="norm" stroke="1" extrusionOk="0">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p:spPr>
        </p:sp>
        <p:sp>
          <p:nvSpPr>
            <p:cNvPr id="94" name="Freeform 18"/>
            <p:cNvSpPr/>
            <p:nvPr/>
          </p:nvSpPr>
          <p:spPr bwMode="auto">
            <a:xfrm>
              <a:off x="6463239" y="5579"/>
              <a:ext cx="5413375" cy="6866337"/>
            </a:xfrm>
            <a:custGeom>
              <a:avLst/>
              <a:gdLst/>
              <a:ahLst/>
              <a:cxnLst/>
              <a:rect l="0" t="0" r="r" b="b"/>
              <a:pathLst>
                <a:path w="1137" h="1440" fill="norm" stroke="1" extrusionOk="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p:spPr>
        </p:sp>
        <p:sp>
          <p:nvSpPr>
            <p:cNvPr id="95" name="Freeform 19"/>
            <p:cNvSpPr/>
            <p:nvPr/>
          </p:nvSpPr>
          <p:spPr bwMode="auto">
            <a:xfrm>
              <a:off x="6877576" y="5579"/>
              <a:ext cx="5037138" cy="6861549"/>
            </a:xfrm>
            <a:custGeom>
              <a:avLst/>
              <a:gdLst/>
              <a:ahLst/>
              <a:cxnLst/>
              <a:rect l="0" t="0" r="r" b="b"/>
              <a:pathLst>
                <a:path w="1058" h="1439" fill="norm" stroke="1" extrusionOk="0">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p:spPr>
        </p:sp>
        <p:sp>
          <p:nvSpPr>
            <p:cNvPr id="96" name="Freeform 20"/>
            <p:cNvSpPr/>
            <p:nvPr/>
          </p:nvSpPr>
          <p:spPr bwMode="auto">
            <a:xfrm>
              <a:off x="8768289" y="5579"/>
              <a:ext cx="3417888" cy="2742066"/>
            </a:xfrm>
            <a:custGeom>
              <a:avLst/>
              <a:gdLst/>
              <a:ahLst/>
              <a:cxnLst/>
              <a:rect l="0" t="0" r="r" b="b"/>
              <a:pathLst>
                <a:path w="718" h="575" fill="norm" stroke="1" extrusionOk="0">
                  <a:moveTo>
                    <a:pt x="718" y="575"/>
                  </a:moveTo>
                  <a:cubicBezTo>
                    <a:pt x="500" y="360"/>
                    <a:pt x="260" y="163"/>
                    <a:pt x="0" y="0"/>
                  </a:cubicBezTo>
                </a:path>
              </a:pathLst>
            </a:custGeom>
            <a:noFill/>
            <a:ln w="9525" cap="flat">
              <a:solidFill>
                <a:schemeClr val="tx1">
                  <a:alpha val="20000"/>
                </a:schemeClr>
              </a:solidFill>
              <a:prstDash val="solid"/>
              <a:miter lim="800000"/>
              <a:headEnd/>
              <a:tailEnd/>
            </a:ln>
          </p:spPr>
        </p:sp>
        <p:sp>
          <p:nvSpPr>
            <p:cNvPr id="97" name="Freeform 21"/>
            <p:cNvSpPr/>
            <p:nvPr/>
          </p:nvSpPr>
          <p:spPr bwMode="auto">
            <a:xfrm>
              <a:off x="9235014" y="10367"/>
              <a:ext cx="2951163" cy="2555325"/>
            </a:xfrm>
            <a:custGeom>
              <a:avLst/>
              <a:gdLst/>
              <a:ahLst/>
              <a:cxnLst/>
              <a:rect l="0" t="0" r="r" b="b"/>
              <a:pathLst>
                <a:path w="620" h="536" fill="norm" stroke="1" extrusionOk="0">
                  <a:moveTo>
                    <a:pt x="620" y="536"/>
                  </a:moveTo>
                  <a:cubicBezTo>
                    <a:pt x="404" y="314"/>
                    <a:pt x="196" y="138"/>
                    <a:pt x="0" y="0"/>
                  </a:cubicBezTo>
                </a:path>
              </a:pathLst>
            </a:custGeom>
            <a:noFill/>
            <a:ln w="9525" cap="flat">
              <a:solidFill>
                <a:schemeClr val="tx1">
                  <a:alpha val="20000"/>
                </a:schemeClr>
              </a:solidFill>
              <a:prstDash val="solid"/>
              <a:miter lim="800000"/>
              <a:headEnd/>
              <a:tailEnd/>
            </a:ln>
          </p:spPr>
        </p:sp>
        <p:sp>
          <p:nvSpPr>
            <p:cNvPr id="98" name="Freeform 22"/>
            <p:cNvSpPr/>
            <p:nvPr/>
          </p:nvSpPr>
          <p:spPr bwMode="auto">
            <a:xfrm>
              <a:off x="10020826" y="5579"/>
              <a:ext cx="2165350" cy="1358265"/>
            </a:xfrm>
            <a:custGeom>
              <a:avLst/>
              <a:gdLst/>
              <a:ahLst/>
              <a:cxnLst/>
              <a:rect l="0" t="0" r="r" b="b"/>
              <a:pathLst>
                <a:path w="455" h="285" fill="norm" stroke="1" extrusionOk="0">
                  <a:moveTo>
                    <a:pt x="0" y="0"/>
                  </a:moveTo>
                  <a:cubicBezTo>
                    <a:pt x="153" y="85"/>
                    <a:pt x="308" y="180"/>
                    <a:pt x="455" y="285"/>
                  </a:cubicBezTo>
                </a:path>
              </a:pathLst>
            </a:custGeom>
            <a:noFill/>
            <a:ln w="9525" cap="flat">
              <a:solidFill>
                <a:schemeClr val="tx1">
                  <a:alpha val="20000"/>
                </a:schemeClr>
              </a:solidFill>
              <a:prstDash val="dash"/>
              <a:miter lim="800000"/>
              <a:headEnd/>
              <a:tailEnd/>
            </a:ln>
          </p:spPr>
        </p:sp>
        <p:sp>
          <p:nvSpPr>
            <p:cNvPr id="99" name="Freeform 23"/>
            <p:cNvSpPr/>
            <p:nvPr/>
          </p:nvSpPr>
          <p:spPr bwMode="auto">
            <a:xfrm>
              <a:off x="11290826" y="5579"/>
              <a:ext cx="895350" cy="534687"/>
            </a:xfrm>
            <a:custGeom>
              <a:avLst/>
              <a:gdLst/>
              <a:ahLst/>
              <a:cxnLst/>
              <a:rect l="0" t="0" r="r" b="b"/>
              <a:pathLst>
                <a:path w="188" h="112" fill="norm" stroke="1" extrusionOk="0">
                  <a:moveTo>
                    <a:pt x="0" y="0"/>
                  </a:moveTo>
                  <a:cubicBezTo>
                    <a:pt x="63" y="36"/>
                    <a:pt x="126" y="73"/>
                    <a:pt x="188" y="112"/>
                  </a:cubicBezTo>
                </a:path>
              </a:pathLst>
            </a:custGeom>
            <a:noFill/>
            <a:ln w="9525" cap="flat">
              <a:solidFill>
                <a:schemeClr val="tx1">
                  <a:alpha val="20000"/>
                </a:schemeClr>
              </a:solidFill>
              <a:prstDash val="solid"/>
              <a:miter lim="800000"/>
              <a:headEnd/>
              <a:tailEnd/>
            </a:ln>
          </p:spPr>
        </p:sp>
      </p:grpSp>
      <p:grpSp>
        <p:nvGrpSpPr>
          <p:cNvPr id="76" name="Group 75"/>
          <p:cNvGrpSpPr/>
          <p:nvPr/>
        </p:nvGrpSpPr>
        <p:grpSpPr bwMode="auto">
          <a:xfrm>
            <a:off x="805336" y="1698331"/>
            <a:ext cx="5941540" cy="3470421"/>
            <a:chOff x="805336" y="1698331"/>
            <a:chExt cx="5941540" cy="3470421"/>
          </a:xfrm>
        </p:grpSpPr>
        <p:sp>
          <p:nvSpPr>
            <p:cNvPr id="77" name="Rectangle 76"/>
            <p:cNvSpPr/>
            <p:nvPr/>
          </p:nvSpPr>
          <p:spPr bwMode="auto">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bwMode="auto">
            <a:xfrm rot="10800000">
              <a:off x="3618113" y="4896349"/>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bwMode="auto">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ChangeAspect="1" noGrp="1"/>
          </p:cNvSpPr>
          <p:nvPr>
            <p:ph type="pic" idx="1"/>
          </p:nvPr>
        </p:nvSpPr>
        <p:spPr bwMode="auto">
          <a:xfrm>
            <a:off x="7543510" y="0"/>
            <a:ext cx="4648490" cy="6858000"/>
          </a:xfrm>
          <a:prstGeom prst="rect">
            <a:avLst/>
          </a:prstGeo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ru-RU"/>
              <a:t>Вставка рисунка</a:t>
            </a:r>
            <a:endParaRPr lang="en-US"/>
          </a:p>
        </p:txBody>
      </p:sp>
      <p:sp>
        <p:nvSpPr>
          <p:cNvPr id="2" name="Title 1"/>
          <p:cNvSpPr>
            <a:spLocks noGrp="1"/>
          </p:cNvSpPr>
          <p:nvPr>
            <p:ph type="title"/>
          </p:nvPr>
        </p:nvSpPr>
        <p:spPr bwMode="auto">
          <a:xfrm>
            <a:off x="885443" y="2360255"/>
            <a:ext cx="5776646" cy="1178032"/>
          </a:xfrm>
        </p:spPr>
        <p:txBody>
          <a:bodyPr bIns="0" anchor="b">
            <a:normAutofit/>
          </a:bodyPr>
          <a:lstStyle>
            <a:lvl1pPr>
              <a:defRPr sz="3600">
                <a:solidFill>
                  <a:srgbClr val="FFFEFF"/>
                </a:solidFill>
              </a:defRPr>
            </a:lvl1pPr>
          </a:lstStyle>
          <a:p>
            <a:pPr>
              <a:defRPr/>
            </a:pPr>
            <a:r>
              <a:rPr lang="ru-RU"/>
              <a:t>Образец заголовка</a:t>
            </a:r>
            <a:endParaRPr lang="en-US"/>
          </a:p>
        </p:txBody>
      </p:sp>
      <p:sp>
        <p:nvSpPr>
          <p:cNvPr id="4" name="Text Placeholder 3"/>
          <p:cNvSpPr>
            <a:spLocks noGrp="1"/>
          </p:cNvSpPr>
          <p:nvPr>
            <p:ph type="body" sz="half" idx="2"/>
          </p:nvPr>
        </p:nvSpPr>
        <p:spPr bwMode="auto">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 name="Date Placeholder 4"/>
          <p:cNvSpPr>
            <a:spLocks noGrp="1"/>
          </p:cNvSpPr>
          <p:nvPr>
            <p:ph type="dt" sz="half" idx="10"/>
          </p:nvPr>
        </p:nvSpPr>
        <p:spPr bwMode="auto">
          <a:xfrm>
            <a:off x="804672" y="320040"/>
            <a:ext cx="3657600" cy="320040"/>
          </a:xfrm>
        </p:spPr>
        <p:txBody>
          <a:bodyPr/>
          <a:lstStyle/>
          <a:p>
            <a:pPr>
              <a:defRPr/>
            </a:pPr>
            <a:fld id="{5B80BED0-FAE8-41EC-8396-63CD87AA7042}" type="datetimeFigureOut">
              <a:rPr lang="ru-RU"/>
              <a:t/>
            </a:fld>
            <a:endParaRPr lang="ru-RU"/>
          </a:p>
        </p:txBody>
      </p:sp>
      <p:sp>
        <p:nvSpPr>
          <p:cNvPr id="6" name="Footer Placeholder 5"/>
          <p:cNvSpPr>
            <a:spLocks noGrp="1"/>
          </p:cNvSpPr>
          <p:nvPr>
            <p:ph type="ftr" sz="quarter" idx="11"/>
          </p:nvPr>
        </p:nvSpPr>
        <p:spPr bwMode="auto">
          <a:xfrm>
            <a:off x="804672" y="6227064"/>
            <a:ext cx="5942203" cy="320040"/>
          </a:xfrm>
        </p:spPr>
        <p:txBody>
          <a:bodyPr/>
          <a:lstStyle/>
          <a:p>
            <a:pPr>
              <a:defRPr/>
            </a:pPr>
            <a:endParaRPr lang="ru-RU"/>
          </a:p>
        </p:txBody>
      </p:sp>
      <p:sp>
        <p:nvSpPr>
          <p:cNvPr id="7" name="Slide Number Placeholder 6"/>
          <p:cNvSpPr>
            <a:spLocks noGrp="1"/>
          </p:cNvSpPr>
          <p:nvPr>
            <p:ph type="sldNum" sz="quarter" idx="12"/>
          </p:nvPr>
        </p:nvSpPr>
        <p:spPr bwMode="auto">
          <a:xfrm>
            <a:off x="5828377"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Заголовок и вертикальный текст">
    <p:spTree>
      <p:nvGrpSpPr>
        <p:cNvPr id="1" name=""/>
        <p:cNvGrpSpPr/>
        <p:nvPr/>
      </p:nvGrpSpPr>
      <p:grpSpPr bwMode="auto">
        <a:xfrm>
          <a:off x="0" y="0"/>
          <a:ext cx="0" cy="0"/>
          <a:chOff x="0" y="0"/>
          <a:chExt cx="0" cy="0"/>
        </a:xfrm>
      </p:grpSpPr>
      <p:grpSp>
        <p:nvGrpSpPr>
          <p:cNvPr id="75" name="Group 74"/>
          <p:cNvGrpSpPr/>
          <p:nvPr/>
        </p:nvGrpSpPr>
        <p:grpSpPr bwMode="auto">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77"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78"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79"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80"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81"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82"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83"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84"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85"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86"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87"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88"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89"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90"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91"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92"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93"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94"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95"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96"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22" name="Group 21"/>
          <p:cNvGrpSpPr/>
          <p:nvPr/>
        </p:nvGrpSpPr>
        <p:grpSpPr bwMode="auto">
          <a:xfrm>
            <a:off x="800144" y="1699589"/>
            <a:ext cx="3674476" cy="3470421"/>
            <a:chOff x="697883" y="1816768"/>
            <a:chExt cx="3674476" cy="3470421"/>
          </a:xfrm>
        </p:grpSpPr>
        <p:sp>
          <p:nvSpPr>
            <p:cNvPr id="23" name="Rectangle 22"/>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bwMode="auto">
          <a:xfrm>
            <a:off x="888632" y="2349925"/>
            <a:ext cx="3501196" cy="2456441"/>
          </a:xfrm>
        </p:spPr>
        <p:txBody>
          <a:bodyPr/>
          <a:lstStyle>
            <a:lvl1pPr>
              <a:defRPr>
                <a:solidFill>
                  <a:srgbClr val="FFFEFF"/>
                </a:solidFill>
              </a:defRPr>
            </a:lvl1pP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a:xfrm>
            <a:off x="5109983" y="794719"/>
            <a:ext cx="6275035" cy="5257090"/>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5B80BED0-FAE8-41EC-8396-63CD87AA7042}"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6" name="Slide Number Placeholder 5"/>
          <p:cNvSpPr>
            <a:spLocks noGrp="1"/>
          </p:cNvSpPr>
          <p:nvPr>
            <p:ph type="sldNum" sz="quarter" idx="12"/>
          </p:nvPr>
        </p:nvSpPr>
        <p:spPr bwMode="auto"/>
        <p:txBody>
          <a:bodyPr/>
          <a:lstStyle/>
          <a:p>
            <a:pPr>
              <a:defRPr/>
            </a:pPr>
            <a:fld id="{B6F2AEF6-EDA8-41E7-B101-D236B087DA86}" type="slidenum">
              <a:rPr lang="ru-RU"/>
              <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Вертикальный заголовок и текст">
    <p:spTree>
      <p:nvGrpSpPr>
        <p:cNvPr id="1" name=""/>
        <p:cNvGrpSpPr/>
        <p:nvPr/>
      </p:nvGrpSpPr>
      <p:grpSpPr bwMode="auto">
        <a:xfrm>
          <a:off x="0" y="0"/>
          <a:ext cx="0" cy="0"/>
          <a:chOff x="0" y="0"/>
          <a:chExt cx="0" cy="0"/>
        </a:xfrm>
      </p:grpSpPr>
      <p:grpSp>
        <p:nvGrpSpPr>
          <p:cNvPr id="75" name="Group 74"/>
          <p:cNvGrpSpPr/>
          <p:nvPr/>
        </p:nvGrpSpPr>
        <p:grpSpPr bwMode="auto">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fill="norm" stroke="1" extrusionOk="0">
                  <a:moveTo>
                    <a:pt x="813" y="0"/>
                  </a:moveTo>
                  <a:cubicBezTo>
                    <a:pt x="331" y="221"/>
                    <a:pt x="0" y="1039"/>
                    <a:pt x="435" y="1440"/>
                  </a:cubicBezTo>
                </a:path>
              </a:pathLst>
            </a:custGeom>
            <a:noFill/>
            <a:ln w="9525" cap="flat">
              <a:solidFill>
                <a:schemeClr val="tx1">
                  <a:alpha val="20000"/>
                </a:schemeClr>
              </a:solidFill>
              <a:prstDash val="solid"/>
              <a:miter lim="800000"/>
              <a:headEnd/>
              <a:tailEnd/>
            </a:ln>
          </p:spPr>
        </p:sp>
        <p:sp>
          <p:nvSpPr>
            <p:cNvPr id="77" name="Freeform 6"/>
            <p:cNvSpPr/>
            <p:nvPr/>
          </p:nvSpPr>
          <p:spPr bwMode="auto">
            <a:xfrm>
              <a:off x="10626725" y="9525"/>
              <a:ext cx="1539875" cy="555625"/>
            </a:xfrm>
            <a:custGeom>
              <a:avLst/>
              <a:gdLst/>
              <a:ahLst/>
              <a:cxnLst/>
              <a:rect l="0" t="0" r="r" b="b"/>
              <a:pathLst>
                <a:path w="324" h="117" fill="norm" stroke="1" extrusionOk="0">
                  <a:moveTo>
                    <a:pt x="324" y="117"/>
                  </a:moveTo>
                  <a:cubicBezTo>
                    <a:pt x="223" y="64"/>
                    <a:pt x="107" y="28"/>
                    <a:pt x="0" y="0"/>
                  </a:cubicBezTo>
                </a:path>
              </a:pathLst>
            </a:custGeom>
            <a:noFill/>
            <a:ln w="9525" cap="flat">
              <a:solidFill>
                <a:schemeClr val="tx1">
                  <a:alpha val="20000"/>
                </a:schemeClr>
              </a:solidFill>
              <a:prstDash val="solid"/>
              <a:miter lim="800000"/>
              <a:headEnd/>
              <a:tailEnd/>
            </a:ln>
          </p:spPr>
        </p:sp>
        <p:sp>
          <p:nvSpPr>
            <p:cNvPr id="78" name="Freeform 7"/>
            <p:cNvSpPr/>
            <p:nvPr/>
          </p:nvSpPr>
          <p:spPr bwMode="auto">
            <a:xfrm>
              <a:off x="10247313" y="5013325"/>
              <a:ext cx="1919288" cy="1830388"/>
            </a:xfrm>
            <a:custGeom>
              <a:avLst/>
              <a:gdLst/>
              <a:ahLst/>
              <a:cxnLst/>
              <a:rect l="0" t="0" r="r" b="b"/>
              <a:pathLst>
                <a:path w="404" h="385" fill="norm" stroke="1" extrusionOk="0">
                  <a:moveTo>
                    <a:pt x="0" y="385"/>
                  </a:moveTo>
                  <a:cubicBezTo>
                    <a:pt x="146" y="272"/>
                    <a:pt x="285" y="142"/>
                    <a:pt x="404" y="0"/>
                  </a:cubicBezTo>
                </a:path>
              </a:pathLst>
            </a:custGeom>
            <a:noFill/>
            <a:ln w="9525" cap="flat">
              <a:solidFill>
                <a:schemeClr val="tx1">
                  <a:alpha val="20000"/>
                </a:schemeClr>
              </a:solidFill>
              <a:prstDash val="solid"/>
              <a:miter lim="800000"/>
              <a:headEnd/>
              <a:tailEnd/>
            </a:ln>
          </p:spPr>
        </p:sp>
        <p:sp>
          <p:nvSpPr>
            <p:cNvPr id="79" name="Freeform 8"/>
            <p:cNvSpPr/>
            <p:nvPr/>
          </p:nvSpPr>
          <p:spPr bwMode="auto">
            <a:xfrm>
              <a:off x="1120775" y="0"/>
              <a:ext cx="3676650" cy="6843713"/>
            </a:xfrm>
            <a:custGeom>
              <a:avLst/>
              <a:gdLst/>
              <a:ahLst/>
              <a:cxnLst/>
              <a:rect l="0" t="0" r="r" b="b"/>
              <a:pathLst>
                <a:path w="774" h="1440" fill="norm" stroke="1" extrusionOk="0">
                  <a:moveTo>
                    <a:pt x="774" y="0"/>
                  </a:moveTo>
                  <a:cubicBezTo>
                    <a:pt x="312" y="240"/>
                    <a:pt x="0" y="1034"/>
                    <a:pt x="411" y="1440"/>
                  </a:cubicBezTo>
                </a:path>
              </a:pathLst>
            </a:custGeom>
            <a:noFill/>
            <a:ln w="9525" cap="flat">
              <a:solidFill>
                <a:schemeClr val="tx1">
                  <a:alpha val="20000"/>
                </a:schemeClr>
              </a:solidFill>
              <a:prstDash val="dash"/>
              <a:miter lim="800000"/>
              <a:headEnd/>
              <a:tailEnd/>
            </a:ln>
          </p:spPr>
        </p:sp>
        <p:sp>
          <p:nvSpPr>
            <p:cNvPr id="80" name="Freeform 9"/>
            <p:cNvSpPr/>
            <p:nvPr/>
          </p:nvSpPr>
          <p:spPr bwMode="auto">
            <a:xfrm>
              <a:off x="11202988" y="9525"/>
              <a:ext cx="963613" cy="366713"/>
            </a:xfrm>
            <a:custGeom>
              <a:avLst/>
              <a:gdLst/>
              <a:ahLst/>
              <a:cxnLst/>
              <a:rect l="0" t="0" r="r" b="b"/>
              <a:pathLst>
                <a:path w="203" h="77" fill="norm" stroke="1" extrusionOk="0">
                  <a:moveTo>
                    <a:pt x="203" y="77"/>
                  </a:moveTo>
                  <a:cubicBezTo>
                    <a:pt x="138" y="46"/>
                    <a:pt x="68" y="21"/>
                    <a:pt x="0" y="0"/>
                  </a:cubicBezTo>
                </a:path>
              </a:pathLst>
            </a:custGeom>
            <a:noFill/>
            <a:ln w="9525" cap="flat">
              <a:solidFill>
                <a:schemeClr val="tx1">
                  <a:alpha val="20000"/>
                </a:schemeClr>
              </a:solidFill>
              <a:prstDash val="dash"/>
              <a:miter lim="800000"/>
              <a:headEnd/>
              <a:tailEnd/>
            </a:ln>
          </p:spPr>
        </p:sp>
        <p:sp>
          <p:nvSpPr>
            <p:cNvPr id="81" name="Freeform 10"/>
            <p:cNvSpPr/>
            <p:nvPr/>
          </p:nvSpPr>
          <p:spPr bwMode="auto">
            <a:xfrm>
              <a:off x="10494963" y="5275263"/>
              <a:ext cx="1666875" cy="1577975"/>
            </a:xfrm>
            <a:custGeom>
              <a:avLst/>
              <a:gdLst/>
              <a:ahLst/>
              <a:cxnLst/>
              <a:rect l="0" t="0" r="r" b="b"/>
              <a:pathLst>
                <a:path w="351" h="332" fill="norm" stroke="1" extrusionOk="0">
                  <a:moveTo>
                    <a:pt x="0" y="332"/>
                  </a:moveTo>
                  <a:cubicBezTo>
                    <a:pt x="125" y="232"/>
                    <a:pt x="245" y="121"/>
                    <a:pt x="351" y="0"/>
                  </a:cubicBezTo>
                </a:path>
              </a:pathLst>
            </a:custGeom>
            <a:noFill/>
            <a:ln w="9525" cap="flat">
              <a:solidFill>
                <a:schemeClr val="tx1">
                  <a:alpha val="20000"/>
                </a:schemeClr>
              </a:solidFill>
              <a:prstDash val="dash"/>
              <a:miter lim="800000"/>
              <a:headEnd/>
              <a:tailEnd/>
            </a:ln>
          </p:spPr>
        </p:sp>
        <p:sp>
          <p:nvSpPr>
            <p:cNvPr id="82" name="Freeform 11"/>
            <p:cNvSpPr/>
            <p:nvPr/>
          </p:nvSpPr>
          <p:spPr bwMode="auto">
            <a:xfrm>
              <a:off x="1001713" y="0"/>
              <a:ext cx="3621088" cy="6843713"/>
            </a:xfrm>
            <a:custGeom>
              <a:avLst/>
              <a:gdLst/>
              <a:ahLst/>
              <a:cxnLst/>
              <a:rect l="0" t="0" r="r" b="b"/>
              <a:pathLst>
                <a:path w="762" h="1440" fill="norm" stroke="1" extrusionOk="0">
                  <a:moveTo>
                    <a:pt x="762" y="0"/>
                  </a:moveTo>
                  <a:cubicBezTo>
                    <a:pt x="308" y="245"/>
                    <a:pt x="0" y="1033"/>
                    <a:pt x="403" y="1440"/>
                  </a:cubicBezTo>
                </a:path>
              </a:pathLst>
            </a:custGeom>
            <a:noFill/>
            <a:ln w="9525" cap="flat">
              <a:solidFill>
                <a:schemeClr val="tx1">
                  <a:alpha val="20000"/>
                </a:schemeClr>
              </a:solidFill>
              <a:prstDash val="solid"/>
              <a:miter lim="800000"/>
              <a:headEnd/>
              <a:tailEnd/>
            </a:ln>
          </p:spPr>
        </p:sp>
        <p:sp>
          <p:nvSpPr>
            <p:cNvPr id="83" name="Freeform 12"/>
            <p:cNvSpPr/>
            <p:nvPr/>
          </p:nvSpPr>
          <p:spPr bwMode="auto">
            <a:xfrm>
              <a:off x="11501438" y="9525"/>
              <a:ext cx="665163" cy="257175"/>
            </a:xfrm>
            <a:custGeom>
              <a:avLst/>
              <a:gdLst/>
              <a:ahLst/>
              <a:cxnLst/>
              <a:rect l="0" t="0" r="r" b="b"/>
              <a:pathLst>
                <a:path w="140" h="54" fill="norm" stroke="1" extrusionOk="0">
                  <a:moveTo>
                    <a:pt x="140" y="54"/>
                  </a:moveTo>
                  <a:cubicBezTo>
                    <a:pt x="95" y="34"/>
                    <a:pt x="48" y="16"/>
                    <a:pt x="0" y="0"/>
                  </a:cubicBezTo>
                </a:path>
              </a:pathLst>
            </a:custGeom>
            <a:noFill/>
            <a:ln w="9525" cap="flat">
              <a:solidFill>
                <a:schemeClr val="tx1">
                  <a:alpha val="20000"/>
                </a:schemeClr>
              </a:solidFill>
              <a:prstDash val="solid"/>
              <a:miter lim="800000"/>
              <a:headEnd/>
              <a:tailEnd/>
            </a:ln>
          </p:spPr>
        </p:sp>
        <p:sp>
          <p:nvSpPr>
            <p:cNvPr id="84" name="Freeform 13"/>
            <p:cNvSpPr/>
            <p:nvPr/>
          </p:nvSpPr>
          <p:spPr bwMode="auto">
            <a:xfrm>
              <a:off x="10641013" y="5408613"/>
              <a:ext cx="1525588" cy="1435100"/>
            </a:xfrm>
            <a:custGeom>
              <a:avLst/>
              <a:gdLst/>
              <a:ahLst/>
              <a:cxnLst/>
              <a:rect l="0" t="0" r="r" b="b"/>
              <a:pathLst>
                <a:path w="321" h="302" fill="norm" stroke="1" extrusionOk="0">
                  <a:moveTo>
                    <a:pt x="0" y="302"/>
                  </a:moveTo>
                  <a:cubicBezTo>
                    <a:pt x="114" y="210"/>
                    <a:pt x="223" y="109"/>
                    <a:pt x="321" y="0"/>
                  </a:cubicBezTo>
                </a:path>
              </a:pathLst>
            </a:custGeom>
            <a:noFill/>
            <a:ln w="9525" cap="flat">
              <a:solidFill>
                <a:schemeClr val="tx1">
                  <a:alpha val="20000"/>
                </a:schemeClr>
              </a:solidFill>
              <a:prstDash val="solid"/>
              <a:miter lim="800000"/>
              <a:headEnd/>
              <a:tailEnd/>
            </a:ln>
          </p:spPr>
        </p:sp>
        <p:sp>
          <p:nvSpPr>
            <p:cNvPr id="85" name="Freeform 14"/>
            <p:cNvSpPr/>
            <p:nvPr/>
          </p:nvSpPr>
          <p:spPr bwMode="auto">
            <a:xfrm>
              <a:off x="1001713" y="0"/>
              <a:ext cx="3244850" cy="6843713"/>
            </a:xfrm>
            <a:custGeom>
              <a:avLst/>
              <a:gdLst/>
              <a:ahLst/>
              <a:cxnLst/>
              <a:rect l="0" t="0" r="r" b="b"/>
              <a:pathLst>
                <a:path w="683" h="1440" fill="norm" stroke="1" extrusionOk="0">
                  <a:moveTo>
                    <a:pt x="683" y="0"/>
                  </a:moveTo>
                  <a:cubicBezTo>
                    <a:pt x="258" y="256"/>
                    <a:pt x="0" y="1041"/>
                    <a:pt x="355" y="1440"/>
                  </a:cubicBezTo>
                </a:path>
              </a:pathLst>
            </a:custGeom>
            <a:noFill/>
            <a:ln w="9525" cap="flat">
              <a:solidFill>
                <a:schemeClr val="tx1">
                  <a:alpha val="20000"/>
                </a:schemeClr>
              </a:solidFill>
              <a:prstDash val="solid"/>
              <a:miter lim="800000"/>
              <a:headEnd/>
              <a:tailEnd/>
            </a:ln>
          </p:spPr>
        </p:sp>
        <p:sp>
          <p:nvSpPr>
            <p:cNvPr id="86" name="Freeform 15"/>
            <p:cNvSpPr/>
            <p:nvPr/>
          </p:nvSpPr>
          <p:spPr bwMode="auto">
            <a:xfrm>
              <a:off x="10802938" y="5518150"/>
              <a:ext cx="1363663" cy="1325563"/>
            </a:xfrm>
            <a:custGeom>
              <a:avLst/>
              <a:gdLst/>
              <a:ahLst/>
              <a:cxnLst/>
              <a:rect l="0" t="0" r="r" b="b"/>
              <a:pathLst>
                <a:path w="287" h="279" fill="norm" stroke="1" extrusionOk="0">
                  <a:moveTo>
                    <a:pt x="0" y="279"/>
                  </a:moveTo>
                  <a:cubicBezTo>
                    <a:pt x="101" y="193"/>
                    <a:pt x="198" y="100"/>
                    <a:pt x="287" y="0"/>
                  </a:cubicBezTo>
                </a:path>
              </a:pathLst>
            </a:custGeom>
            <a:noFill/>
            <a:ln w="9525" cap="flat">
              <a:solidFill>
                <a:schemeClr val="tx1">
                  <a:alpha val="20000"/>
                </a:schemeClr>
              </a:solidFill>
              <a:prstDash val="solid"/>
              <a:miter lim="800000"/>
              <a:headEnd/>
              <a:tailEnd/>
            </a:ln>
          </p:spPr>
        </p:sp>
        <p:sp>
          <p:nvSpPr>
            <p:cNvPr id="87" name="Freeform 16"/>
            <p:cNvSpPr/>
            <p:nvPr/>
          </p:nvSpPr>
          <p:spPr bwMode="auto">
            <a:xfrm>
              <a:off x="889000" y="0"/>
              <a:ext cx="3230563" cy="6843713"/>
            </a:xfrm>
            <a:custGeom>
              <a:avLst/>
              <a:gdLst/>
              <a:ahLst/>
              <a:cxnLst/>
              <a:rect l="0" t="0" r="r" b="b"/>
              <a:pathLst>
                <a:path w="680" h="1440" fill="norm" stroke="1" extrusionOk="0">
                  <a:moveTo>
                    <a:pt x="680" y="0"/>
                  </a:moveTo>
                  <a:cubicBezTo>
                    <a:pt x="257" y="265"/>
                    <a:pt x="0" y="1026"/>
                    <a:pt x="337" y="1440"/>
                  </a:cubicBezTo>
                </a:path>
              </a:pathLst>
            </a:custGeom>
            <a:noFill/>
            <a:ln w="9525" cap="flat">
              <a:solidFill>
                <a:schemeClr val="tx1">
                  <a:alpha val="20000"/>
                </a:schemeClr>
              </a:solidFill>
              <a:prstDash val="solid"/>
              <a:miter lim="800000"/>
              <a:headEnd/>
              <a:tailEnd/>
            </a:ln>
          </p:spPr>
        </p:sp>
        <p:sp>
          <p:nvSpPr>
            <p:cNvPr id="88" name="Freeform 17"/>
            <p:cNvSpPr/>
            <p:nvPr/>
          </p:nvSpPr>
          <p:spPr bwMode="auto">
            <a:xfrm>
              <a:off x="10979150" y="5694363"/>
              <a:ext cx="1187450" cy="1149350"/>
            </a:xfrm>
            <a:custGeom>
              <a:avLst/>
              <a:gdLst/>
              <a:ahLst/>
              <a:cxnLst/>
              <a:rect l="0" t="0" r="r" b="b"/>
              <a:pathLst>
                <a:path w="250" h="242" fill="norm" stroke="1" extrusionOk="0">
                  <a:moveTo>
                    <a:pt x="0" y="242"/>
                  </a:moveTo>
                  <a:cubicBezTo>
                    <a:pt x="88" y="166"/>
                    <a:pt x="172" y="85"/>
                    <a:pt x="250" y="0"/>
                  </a:cubicBezTo>
                </a:path>
              </a:pathLst>
            </a:custGeom>
            <a:noFill/>
            <a:ln w="9525" cap="flat">
              <a:solidFill>
                <a:schemeClr val="tx1">
                  <a:alpha val="20000"/>
                </a:schemeClr>
              </a:solidFill>
              <a:prstDash val="solid"/>
              <a:miter lim="800000"/>
              <a:headEnd/>
              <a:tailEnd/>
            </a:ln>
          </p:spPr>
        </p:sp>
        <p:sp>
          <p:nvSpPr>
            <p:cNvPr id="89" name="Freeform 18"/>
            <p:cNvSpPr/>
            <p:nvPr/>
          </p:nvSpPr>
          <p:spPr bwMode="auto">
            <a:xfrm>
              <a:off x="484188" y="0"/>
              <a:ext cx="3421063" cy="6843713"/>
            </a:xfrm>
            <a:custGeom>
              <a:avLst/>
              <a:gdLst/>
              <a:ahLst/>
              <a:cxnLst/>
              <a:rect l="0" t="0" r="r" b="b"/>
              <a:pathLst>
                <a:path w="720" h="1440" fill="norm" stroke="1" extrusionOk="0">
                  <a:moveTo>
                    <a:pt x="720" y="0"/>
                  </a:moveTo>
                  <a:cubicBezTo>
                    <a:pt x="316" y="282"/>
                    <a:pt x="0" y="1018"/>
                    <a:pt x="362" y="1440"/>
                  </a:cubicBezTo>
                </a:path>
              </a:pathLst>
            </a:custGeom>
            <a:noFill/>
            <a:ln w="9525" cap="flat">
              <a:solidFill>
                <a:schemeClr val="tx1">
                  <a:alpha val="20000"/>
                </a:schemeClr>
              </a:solidFill>
              <a:prstDash val="solid"/>
              <a:miter lim="800000"/>
              <a:headEnd/>
              <a:tailEnd/>
            </a:ln>
          </p:spPr>
        </p:sp>
        <p:sp>
          <p:nvSpPr>
            <p:cNvPr id="90" name="Freeform 19"/>
            <p:cNvSpPr/>
            <p:nvPr/>
          </p:nvSpPr>
          <p:spPr bwMode="auto">
            <a:xfrm>
              <a:off x="11287125" y="6049962"/>
              <a:ext cx="879475" cy="793750"/>
            </a:xfrm>
            <a:custGeom>
              <a:avLst/>
              <a:gdLst/>
              <a:ahLst/>
              <a:cxnLst/>
              <a:rect l="0" t="0" r="r" b="b"/>
              <a:pathLst>
                <a:path w="185" h="167" fill="norm" stroke="1" extrusionOk="0">
                  <a:moveTo>
                    <a:pt x="0" y="167"/>
                  </a:moveTo>
                  <a:cubicBezTo>
                    <a:pt x="63" y="114"/>
                    <a:pt x="125" y="58"/>
                    <a:pt x="185" y="0"/>
                  </a:cubicBezTo>
                </a:path>
              </a:pathLst>
            </a:custGeom>
            <a:noFill/>
            <a:ln w="9525" cap="flat">
              <a:solidFill>
                <a:schemeClr val="tx1">
                  <a:alpha val="20000"/>
                </a:schemeClr>
              </a:solidFill>
              <a:prstDash val="solid"/>
              <a:miter lim="800000"/>
              <a:headEnd/>
              <a:tailEnd/>
            </a:ln>
          </p:spPr>
        </p:sp>
        <p:sp>
          <p:nvSpPr>
            <p:cNvPr id="91" name="Freeform 20"/>
            <p:cNvSpPr/>
            <p:nvPr/>
          </p:nvSpPr>
          <p:spPr bwMode="auto">
            <a:xfrm>
              <a:off x="598488" y="0"/>
              <a:ext cx="2717800" cy="6843713"/>
            </a:xfrm>
            <a:custGeom>
              <a:avLst/>
              <a:gdLst/>
              <a:ahLst/>
              <a:cxnLst/>
              <a:rect l="0" t="0" r="r" b="b"/>
              <a:pathLst>
                <a:path w="572" h="1440" fill="norm" stroke="1" extrusionOk="0">
                  <a:moveTo>
                    <a:pt x="572" y="0"/>
                  </a:moveTo>
                  <a:cubicBezTo>
                    <a:pt x="213" y="320"/>
                    <a:pt x="0" y="979"/>
                    <a:pt x="164" y="1440"/>
                  </a:cubicBezTo>
                </a:path>
              </a:pathLst>
            </a:custGeom>
            <a:noFill/>
            <a:ln w="12700" cap="flat">
              <a:solidFill>
                <a:schemeClr val="tx1">
                  <a:alpha val="20000"/>
                </a:schemeClr>
              </a:solidFill>
              <a:prstDash val="dashDot"/>
              <a:miter lim="800000"/>
              <a:headEnd/>
              <a:tailEnd/>
            </a:ln>
          </p:spPr>
        </p:sp>
        <p:sp>
          <p:nvSpPr>
            <p:cNvPr id="92" name="Freeform 21"/>
            <p:cNvSpPr/>
            <p:nvPr/>
          </p:nvSpPr>
          <p:spPr bwMode="auto">
            <a:xfrm>
              <a:off x="261938" y="0"/>
              <a:ext cx="2944813" cy="6843713"/>
            </a:xfrm>
            <a:custGeom>
              <a:avLst/>
              <a:gdLst/>
              <a:ahLst/>
              <a:cxnLst/>
              <a:rect l="0" t="0" r="r" b="b"/>
              <a:pathLst>
                <a:path w="620" h="1440" fill="norm" stroke="1" extrusionOk="0">
                  <a:moveTo>
                    <a:pt x="620" y="0"/>
                  </a:moveTo>
                  <a:cubicBezTo>
                    <a:pt x="248" y="325"/>
                    <a:pt x="0" y="960"/>
                    <a:pt x="186" y="1440"/>
                  </a:cubicBezTo>
                </a:path>
              </a:pathLst>
            </a:custGeom>
            <a:noFill/>
            <a:ln w="9525" cap="flat">
              <a:solidFill>
                <a:schemeClr val="tx1">
                  <a:alpha val="20000"/>
                </a:schemeClr>
              </a:solidFill>
              <a:prstDash val="lgDash"/>
              <a:miter lim="800000"/>
              <a:headEnd/>
              <a:tailEnd/>
            </a:ln>
          </p:spPr>
        </p:sp>
        <p:sp>
          <p:nvSpPr>
            <p:cNvPr id="93" name="Freeform 22"/>
            <p:cNvSpPr/>
            <p:nvPr/>
          </p:nvSpPr>
          <p:spPr bwMode="auto">
            <a:xfrm>
              <a:off x="-417513" y="0"/>
              <a:ext cx="2403475" cy="6843713"/>
            </a:xfrm>
            <a:custGeom>
              <a:avLst/>
              <a:gdLst/>
              <a:ahLst/>
              <a:cxnLst/>
              <a:rect l="0" t="0" r="r" b="b"/>
              <a:pathLst>
                <a:path w="506" h="1440" fill="norm" stroke="1" extrusionOk="0">
                  <a:moveTo>
                    <a:pt x="506" y="0"/>
                  </a:moveTo>
                  <a:cubicBezTo>
                    <a:pt x="109" y="356"/>
                    <a:pt x="0" y="943"/>
                    <a:pt x="171" y="1440"/>
                  </a:cubicBezTo>
                </a:path>
              </a:pathLst>
            </a:custGeom>
            <a:noFill/>
            <a:ln w="9525" cap="flat">
              <a:solidFill>
                <a:schemeClr val="tx1">
                  <a:alpha val="20000"/>
                </a:schemeClr>
              </a:solidFill>
              <a:prstDash val="solid"/>
              <a:miter lim="800000"/>
              <a:headEnd/>
              <a:tailEnd/>
            </a:ln>
          </p:spPr>
        </p:sp>
        <p:sp>
          <p:nvSpPr>
            <p:cNvPr id="94" name="Freeform 23"/>
            <p:cNvSpPr/>
            <p:nvPr/>
          </p:nvSpPr>
          <p:spPr bwMode="auto">
            <a:xfrm>
              <a:off x="14288" y="9525"/>
              <a:ext cx="1771650" cy="3198813"/>
            </a:xfrm>
            <a:custGeom>
              <a:avLst/>
              <a:gdLst/>
              <a:ahLst/>
              <a:cxnLst/>
              <a:rect l="0" t="0" r="r" b="b"/>
              <a:pathLst>
                <a:path w="373" h="673" fill="norm" stroke="1" extrusionOk="0">
                  <a:moveTo>
                    <a:pt x="373" y="0"/>
                  </a:moveTo>
                  <a:cubicBezTo>
                    <a:pt x="175" y="183"/>
                    <a:pt x="51" y="409"/>
                    <a:pt x="0" y="673"/>
                  </a:cubicBezTo>
                </a:path>
              </a:pathLst>
            </a:custGeom>
            <a:noFill/>
            <a:ln w="9525" cap="flat">
              <a:solidFill>
                <a:schemeClr val="tx1">
                  <a:alpha val="20000"/>
                </a:schemeClr>
              </a:solidFill>
              <a:prstDash val="solid"/>
              <a:miter lim="800000"/>
              <a:headEnd/>
              <a:tailEnd/>
            </a:ln>
          </p:spPr>
        </p:sp>
        <p:sp>
          <p:nvSpPr>
            <p:cNvPr id="95" name="Freeform 24"/>
            <p:cNvSpPr/>
            <p:nvPr/>
          </p:nvSpPr>
          <p:spPr bwMode="auto">
            <a:xfrm>
              <a:off x="4763" y="6016625"/>
              <a:ext cx="214313" cy="827088"/>
            </a:xfrm>
            <a:custGeom>
              <a:avLst/>
              <a:gdLst/>
              <a:ahLst/>
              <a:cxnLst/>
              <a:rect l="0" t="0" r="r" b="b"/>
              <a:pathLst>
                <a:path w="45" h="174" fill="norm" stroke="1" extrusionOk="0">
                  <a:moveTo>
                    <a:pt x="0" y="0"/>
                  </a:moveTo>
                  <a:cubicBezTo>
                    <a:pt x="11" y="59"/>
                    <a:pt x="26" y="118"/>
                    <a:pt x="45" y="174"/>
                  </a:cubicBezTo>
                </a:path>
              </a:pathLst>
            </a:custGeom>
            <a:noFill/>
            <a:ln w="9525" cap="flat">
              <a:solidFill>
                <a:schemeClr val="tx1">
                  <a:alpha val="20000"/>
                </a:schemeClr>
              </a:solidFill>
              <a:prstDash val="solid"/>
              <a:miter lim="800000"/>
              <a:headEnd/>
              <a:tailEnd/>
            </a:ln>
          </p:spPr>
        </p:sp>
        <p:sp>
          <p:nvSpPr>
            <p:cNvPr id="96" name="Freeform 25"/>
            <p:cNvSpPr/>
            <p:nvPr/>
          </p:nvSpPr>
          <p:spPr bwMode="auto">
            <a:xfrm>
              <a:off x="14288" y="0"/>
              <a:ext cx="1562100" cy="2228850"/>
            </a:xfrm>
            <a:custGeom>
              <a:avLst/>
              <a:gdLst/>
              <a:ahLst/>
              <a:cxnLst/>
              <a:rect l="0" t="0" r="r" b="b"/>
              <a:pathLst>
                <a:path w="329" h="469" fill="norm" stroke="1" extrusionOk="0">
                  <a:moveTo>
                    <a:pt x="329" y="0"/>
                  </a:moveTo>
                  <a:cubicBezTo>
                    <a:pt x="189" y="133"/>
                    <a:pt x="69" y="288"/>
                    <a:pt x="0" y="469"/>
                  </a:cubicBezTo>
                </a:path>
              </a:pathLst>
            </a:custGeom>
            <a:noFill/>
            <a:ln w="9525" cap="flat">
              <a:solidFill>
                <a:schemeClr val="tx1">
                  <a:alpha val="20000"/>
                </a:schemeClr>
              </a:solidFill>
              <a:prstDash val="solid"/>
              <a:miter lim="800000"/>
              <a:headEnd/>
              <a:tailEnd/>
            </a:ln>
          </p:spPr>
        </p:sp>
      </p:grpSp>
      <p:grpSp>
        <p:nvGrpSpPr>
          <p:cNvPr id="22" name="Group 21"/>
          <p:cNvGrpSpPr/>
          <p:nvPr/>
        </p:nvGrpSpPr>
        <p:grpSpPr bwMode="auto">
          <a:xfrm>
            <a:off x="7718948" y="1699589"/>
            <a:ext cx="3674476" cy="3470421"/>
            <a:chOff x="697883" y="1816768"/>
            <a:chExt cx="3674476" cy="3470421"/>
          </a:xfrm>
        </p:grpSpPr>
        <p:sp>
          <p:nvSpPr>
            <p:cNvPr id="23" name="Rectangle 22"/>
            <p:cNvSpPr/>
            <p:nvPr/>
          </p:nvSpPr>
          <p:spPr bwMode="auto">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bwMode="auto">
            <a:xfrm rot="10800000">
              <a:off x="2380224" y="5014786"/>
              <a:ext cx="315988" cy="272403"/>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bwMode="auto">
            <a:xfrm>
              <a:off x="704075" y="2392840"/>
              <a:ext cx="3668283"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bwMode="auto">
          <a:xfrm>
            <a:off x="7807437" y="2349925"/>
            <a:ext cx="3501195" cy="2456442"/>
          </a:xfrm>
        </p:spPr>
        <p:txBody>
          <a:bodyPr vert="eaVert"/>
          <a:lstStyle>
            <a:lvl1pPr algn="l">
              <a:lnSpc>
                <a:spcPct val="80000"/>
              </a:lnSpc>
              <a:defRPr>
                <a:solidFill>
                  <a:srgbClr val="FFFEFF"/>
                </a:solidFill>
              </a:defRPr>
            </a:lvl1pP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a:xfrm>
            <a:off x="802747" y="798444"/>
            <a:ext cx="6268622" cy="5257303"/>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a:xfrm>
            <a:off x="804672" y="320040"/>
            <a:ext cx="3657600" cy="320040"/>
          </a:xfrm>
        </p:spPr>
        <p:txBody>
          <a:bodyPr/>
          <a:lstStyle/>
          <a:p>
            <a:pPr>
              <a:defRPr/>
            </a:pPr>
            <a:fld id="{5B80BED0-FAE8-41EC-8396-63CD87AA7042}" type="datetimeFigureOut">
              <a:rPr lang="ru-RU"/>
              <a:t/>
            </a:fld>
            <a:endParaRPr lang="ru-RU"/>
          </a:p>
        </p:txBody>
      </p:sp>
      <p:sp>
        <p:nvSpPr>
          <p:cNvPr id="5" name="Footer Placeholder 4"/>
          <p:cNvSpPr>
            <a:spLocks noGrp="1"/>
          </p:cNvSpPr>
          <p:nvPr>
            <p:ph type="ftr" sz="quarter" idx="11"/>
          </p:nvPr>
        </p:nvSpPr>
        <p:spPr bwMode="auto">
          <a:xfrm>
            <a:off x="804672" y="6227064"/>
            <a:ext cx="10588752" cy="320040"/>
          </a:xfrm>
        </p:spPr>
        <p:txBody>
          <a:bodyPr/>
          <a:lstStyle/>
          <a:p>
            <a:pPr>
              <a:defRPr/>
            </a:pPr>
            <a:endParaRPr lang="ru-RU"/>
          </a:p>
        </p:txBody>
      </p:sp>
      <p:sp>
        <p:nvSpPr>
          <p:cNvPr id="6" name="Slide Number Placeholder 5"/>
          <p:cNvSpPr>
            <a:spLocks noGrp="1"/>
          </p:cNvSpPr>
          <p:nvPr>
            <p:ph type="sldNum" sz="quarter" idx="12"/>
          </p:nvPr>
        </p:nvSpPr>
        <p:spPr bwMode="auto">
          <a:xfrm>
            <a:off x="10469880" y="320040"/>
            <a:ext cx="914400" cy="320040"/>
          </a:xfrm>
        </p:spPr>
        <p:txBody>
          <a:bodyPr/>
          <a:lstStyle/>
          <a:p>
            <a:pPr>
              <a:defRPr/>
            </a:pPr>
            <a:fld id="{B6F2AEF6-EDA8-41E7-B101-D236B087DA86}" type="slidenum">
              <a:rPr lang="ru-RU"/>
              <a:t/>
            </a:fld>
            <a:endParaRPr lang="ru-RU"/>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91161" y="2358391"/>
            <a:ext cx="3498667" cy="2456485"/>
          </a:xfrm>
          <a:prstGeom prst="rect">
            <a:avLst/>
          </a:prstGeom>
        </p:spPr>
        <p:txBody>
          <a:bodyPr vert="horz" lIns="228600" tIns="228600" rIns="228600" bIns="228600" rtlCol="0" anchor="ctr">
            <a:normAutofit/>
          </a:bodyPr>
          <a:lstStyle/>
          <a:p>
            <a:pPr>
              <a:defRPr/>
            </a:pPr>
            <a:r>
              <a:rPr lang="ru-RU"/>
              <a:t>Образец заголовка</a:t>
            </a:r>
            <a:endParaRPr lang="en-US"/>
          </a:p>
        </p:txBody>
      </p:sp>
      <p:sp>
        <p:nvSpPr>
          <p:cNvPr id="3" name="Text Placeholder 2"/>
          <p:cNvSpPr>
            <a:spLocks noGrp="1"/>
          </p:cNvSpPr>
          <p:nvPr>
            <p:ph type="body" idx="1"/>
          </p:nvPr>
        </p:nvSpPr>
        <p:spPr bwMode="auto">
          <a:xfrm>
            <a:off x="5434982" y="794719"/>
            <a:ext cx="5950036" cy="5257090"/>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2"/>
          </p:nvPr>
        </p:nvSpPr>
        <p:spPr bwMode="auto">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fld id="{5B80BED0-FAE8-41EC-8396-63CD87AA7042}" type="datetimeFigureOut">
              <a:rPr lang="ru-RU"/>
              <a:t/>
            </a:fld>
            <a:endParaRPr lang="ru-RU"/>
          </a:p>
        </p:txBody>
      </p:sp>
      <p:sp>
        <p:nvSpPr>
          <p:cNvPr id="5" name="Footer Placeholder 4"/>
          <p:cNvSpPr>
            <a:spLocks noGrp="1"/>
          </p:cNvSpPr>
          <p:nvPr>
            <p:ph type="ftr" sz="quarter" idx="3"/>
          </p:nvPr>
        </p:nvSpPr>
        <p:spPr bwMode="auto">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endParaRPr lang="ru-RU"/>
          </a:p>
        </p:txBody>
      </p:sp>
      <p:sp>
        <p:nvSpPr>
          <p:cNvPr id="6" name="Slide Number Placeholder 5"/>
          <p:cNvSpPr>
            <a:spLocks noGrp="1"/>
          </p:cNvSpPr>
          <p:nvPr>
            <p:ph type="sldNum" sz="quarter" idx="4"/>
          </p:nvPr>
        </p:nvSpPr>
        <p:spPr bwMode="auto">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fld id="{B6F2AEF6-EDA8-41E7-B101-D236B087DA86}" type="slidenum">
              <a:rPr lang="ru-RU"/>
              <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lnSpc>
          <a:spcPct val="85000"/>
        </a:lnSpc>
        <a:spcBef>
          <a:spcPts val="0"/>
        </a:spcBef>
        <a:buNone/>
        <a:defRPr sz="4000" b="0" i="0" cap="none" spc="-150">
          <a:solidFill>
            <a:schemeClr val="tx1"/>
          </a:solidFill>
          <a:latin typeface="+mj-lt"/>
          <a:ea typeface="+mj-ea"/>
          <a:cs typeface="+mj-cs"/>
        </a:defRPr>
      </a:lvl1pPr>
    </p:titleStyle>
    <p:body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tilir"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p:txBody>
          <a:bodyPr>
            <a:normAutofit/>
          </a:bodyPr>
          <a:lstStyle/>
          <a:p>
            <a:pPr>
              <a:defRPr/>
            </a:pPr>
            <a:r>
              <a:rPr lang="ru-RU"/>
              <a:t>Лекция </a:t>
            </a:r>
            <a:r>
              <a:rPr lang="en-US"/>
              <a:t>6</a:t>
            </a:r>
            <a:r>
              <a:rPr lang="ru-RU"/>
              <a:t>. </a:t>
            </a:r>
            <a:r>
              <a:rPr lang="en-US"/>
              <a:t>SFINAE</a:t>
            </a:r>
            <a:r>
              <a:rPr lang="ru-RU"/>
              <a:t>.</a:t>
            </a:r>
            <a:br>
              <a:rPr lang="ru-RU"/>
            </a:br>
            <a:endParaRPr lang="ru-RU"/>
          </a:p>
        </p:txBody>
      </p:sp>
      <p:sp>
        <p:nvSpPr>
          <p:cNvPr id="6" name="Подзаголовок 5"/>
          <p:cNvSpPr>
            <a:spLocks noGrp="1"/>
          </p:cNvSpPr>
          <p:nvPr>
            <p:ph type="subTitle" idx="1"/>
          </p:nvPr>
        </p:nvSpPr>
        <p:spPr bwMode="auto"/>
        <p:txBody>
          <a:bodyPr/>
          <a:lstStyle/>
          <a:p>
            <a:pPr>
              <a:defRPr/>
            </a:pPr>
            <a:endParaRPr lang="en-US"/>
          </a:p>
        </p:txBody>
      </p:sp>
      <p:sp>
        <p:nvSpPr>
          <p:cNvPr id="3" name="TextBox 2"/>
          <p:cNvSpPr txBox="1"/>
          <p:nvPr/>
        </p:nvSpPr>
        <p:spPr bwMode="auto">
          <a:xfrm>
            <a:off x="7106194" y="5819248"/>
            <a:ext cx="4978653" cy="914760"/>
          </a:xfrm>
          <a:prstGeom prst="rect">
            <a:avLst/>
          </a:prstGeom>
          <a:noFill/>
        </p:spPr>
        <p:txBody>
          <a:bodyPr wrap="square" rtlCol="0">
            <a:spAutoFit/>
          </a:bodyPr>
          <a:lstStyle/>
          <a:p>
            <a:pPr>
              <a:defRPr/>
            </a:pPr>
            <a:r>
              <a:rPr lang="ru-RU"/>
              <a:t>Чубанов Кирилл Константинович МФТИ, 2026 г.</a:t>
            </a:r>
            <a:br>
              <a:rPr lang="ru-RU"/>
            </a:b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 name="Объект 2"/>
          <p:cNvSpPr>
            <a:spLocks noGrp="1"/>
          </p:cNvSpPr>
          <p:nvPr>
            <p:ph idx="4294967295"/>
          </p:nvPr>
        </p:nvSpPr>
        <p:spPr bwMode="auto">
          <a:xfrm>
            <a:off x="232670" y="1321724"/>
            <a:ext cx="11430086" cy="5252980"/>
          </a:xfrm>
        </p:spPr>
        <p:txBody>
          <a:bodyPr>
            <a:normAutofit/>
          </a:bodyPr>
          <a:lstStyle/>
          <a:p>
            <a:pPr>
              <a:defRPr/>
            </a:pPr>
            <a:endParaRPr lang="en-US"/>
          </a:p>
          <a:p>
            <a:pPr>
              <a:defRPr/>
            </a:pPr>
            <a:endParaRPr lang="en-US"/>
          </a:p>
          <a:p>
            <a:pPr>
              <a:defRPr/>
            </a:pPr>
            <a:endParaRPr lang="en-US"/>
          </a:p>
          <a:p>
            <a:pPr marL="0" indent="0">
              <a:buNone/>
              <a:defRPr/>
            </a:pPr>
            <a:endParaRPr lang="en-US"/>
          </a:p>
          <a:p>
            <a:pPr marL="0" indent="0">
              <a:buNone/>
              <a:defRPr/>
            </a:pPr>
            <a:endParaRPr lang="en-US"/>
          </a:p>
          <a:p>
            <a:pPr marL="0" indent="0">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10" name="TextBox 9"/>
          <p:cNvSpPr txBox="1"/>
          <p:nvPr/>
        </p:nvSpPr>
        <p:spPr bwMode="auto">
          <a:xfrm>
            <a:off x="457200" y="232756"/>
            <a:ext cx="11430086" cy="707886"/>
          </a:xfrm>
          <a:prstGeom prst="rect">
            <a:avLst/>
          </a:prstGeom>
          <a:noFill/>
        </p:spPr>
        <p:txBody>
          <a:bodyPr wrap="square" rtlCol="0">
            <a:spAutoFit/>
          </a:bodyPr>
          <a:lstStyle/>
          <a:p>
            <a:pPr>
              <a:defRPr/>
            </a:pPr>
            <a:r>
              <a:rPr lang="ru-RU" sz="4000">
                <a:solidFill>
                  <a:srgbClr val="00B0F0"/>
                </a:solidFill>
              </a:rPr>
              <a:t>Ленивость </a:t>
            </a:r>
            <a:r>
              <a:rPr lang="en-US" sz="4000">
                <a:solidFill>
                  <a:srgbClr val="00B0F0"/>
                </a:solidFill>
              </a:rPr>
              <a:t>(LAZY) </a:t>
            </a:r>
            <a:r>
              <a:rPr lang="ru-RU" sz="4000">
                <a:solidFill>
                  <a:srgbClr val="00B0F0"/>
                </a:solidFill>
              </a:rPr>
              <a:t>и энергичность</a:t>
            </a:r>
            <a:r>
              <a:rPr lang="en-US" sz="4000">
                <a:solidFill>
                  <a:srgbClr val="00B0F0"/>
                </a:solidFill>
              </a:rPr>
              <a:t> (EAGER)</a:t>
            </a:r>
            <a:endParaRPr lang="ru-RU" sz="4000">
              <a:solidFill>
                <a:srgbClr val="00B0F0"/>
              </a:solidFill>
            </a:endParaRPr>
          </a:p>
        </p:txBody>
      </p:sp>
      <p:pic>
        <p:nvPicPr>
          <p:cNvPr id="4" name="Рисунок 3"/>
          <p:cNvPicPr>
            <a:picLocks noChangeAspect="1"/>
          </p:cNvPicPr>
          <p:nvPr/>
        </p:nvPicPr>
        <p:blipFill>
          <a:blip r:embed="rId2"/>
          <a:stretch/>
        </p:blipFill>
        <p:spPr bwMode="auto">
          <a:xfrm>
            <a:off x="529244" y="1201128"/>
            <a:ext cx="7397424" cy="616451"/>
          </a:xfrm>
          <a:prstGeom prst="rect">
            <a:avLst/>
          </a:prstGeom>
        </p:spPr>
      </p:pic>
      <p:pic>
        <p:nvPicPr>
          <p:cNvPr id="8" name="Рисунок 7"/>
          <p:cNvPicPr>
            <a:picLocks noChangeAspect="1"/>
          </p:cNvPicPr>
          <p:nvPr/>
        </p:nvPicPr>
        <p:blipFill>
          <a:blip r:embed="rId3"/>
          <a:stretch/>
        </p:blipFill>
        <p:spPr bwMode="auto">
          <a:xfrm>
            <a:off x="130521" y="1599908"/>
            <a:ext cx="4930135" cy="956316"/>
          </a:xfrm>
          <a:prstGeom prst="rect">
            <a:avLst/>
          </a:prstGeom>
        </p:spPr>
      </p:pic>
      <p:pic>
        <p:nvPicPr>
          <p:cNvPr id="11" name="Рисунок 10"/>
          <p:cNvPicPr>
            <a:picLocks noChangeAspect="1"/>
          </p:cNvPicPr>
          <p:nvPr/>
        </p:nvPicPr>
        <p:blipFill>
          <a:blip r:embed="rId4"/>
          <a:stretch/>
        </p:blipFill>
        <p:spPr bwMode="auto">
          <a:xfrm>
            <a:off x="457200" y="2198662"/>
            <a:ext cx="3590686" cy="3772493"/>
          </a:xfrm>
          <a:prstGeom prst="rect">
            <a:avLst/>
          </a:prstGeom>
        </p:spPr>
      </p:pic>
      <p:sp>
        <p:nvSpPr>
          <p:cNvPr id="12" name="TextBox 11"/>
          <p:cNvSpPr txBox="1"/>
          <p:nvPr/>
        </p:nvSpPr>
        <p:spPr bwMode="auto">
          <a:xfrm>
            <a:off x="529244" y="6165188"/>
            <a:ext cx="3565922" cy="369332"/>
          </a:xfrm>
          <a:prstGeom prst="rect">
            <a:avLst/>
          </a:prstGeom>
          <a:noFill/>
        </p:spPr>
        <p:txBody>
          <a:bodyPr wrap="square" rtlCol="0">
            <a:spAutoFit/>
          </a:bodyPr>
          <a:lstStyle/>
          <a:p>
            <a:pPr algn="ctr">
              <a:defRPr/>
            </a:pPr>
            <a:r>
              <a:rPr lang="en-US"/>
              <a:t>EAGER</a:t>
            </a:r>
            <a:endParaRPr lang="ru-RU"/>
          </a:p>
        </p:txBody>
      </p:sp>
      <p:pic>
        <p:nvPicPr>
          <p:cNvPr id="14" name="Рисунок 13"/>
          <p:cNvPicPr>
            <a:picLocks noChangeAspect="1"/>
          </p:cNvPicPr>
          <p:nvPr/>
        </p:nvPicPr>
        <p:blipFill>
          <a:blip r:embed="rId5"/>
          <a:stretch/>
        </p:blipFill>
        <p:spPr bwMode="auto">
          <a:xfrm>
            <a:off x="7613829" y="2136954"/>
            <a:ext cx="3590686" cy="3751846"/>
          </a:xfrm>
          <a:prstGeom prst="rect">
            <a:avLst/>
          </a:prstGeom>
        </p:spPr>
      </p:pic>
      <p:sp>
        <p:nvSpPr>
          <p:cNvPr id="15" name="TextBox 14"/>
          <p:cNvSpPr txBox="1"/>
          <p:nvPr/>
        </p:nvSpPr>
        <p:spPr bwMode="auto">
          <a:xfrm>
            <a:off x="7613829" y="6165188"/>
            <a:ext cx="3565922" cy="369332"/>
          </a:xfrm>
          <a:prstGeom prst="rect">
            <a:avLst/>
          </a:prstGeom>
          <a:noFill/>
        </p:spPr>
        <p:txBody>
          <a:bodyPr wrap="square" rtlCol="0">
            <a:spAutoFit/>
          </a:bodyPr>
          <a:lstStyle/>
          <a:p>
            <a:pPr algn="ctr">
              <a:defRPr/>
            </a:pPr>
            <a:r>
              <a:rPr lang="en-US"/>
              <a:t>LAZY</a:t>
            </a: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57200" y="283296"/>
            <a:ext cx="9127375" cy="707886"/>
          </a:xfrm>
          <a:prstGeom prst="rect">
            <a:avLst/>
          </a:prstGeom>
          <a:noFill/>
        </p:spPr>
        <p:txBody>
          <a:bodyPr wrap="square" rtlCol="0">
            <a:spAutoFit/>
          </a:bodyPr>
          <a:lstStyle/>
          <a:p>
            <a:pPr>
              <a:defRPr/>
            </a:pPr>
            <a:r>
              <a:rPr lang="ru-RU" sz="4000">
                <a:solidFill>
                  <a:srgbClr val="00B0F0"/>
                </a:solidFill>
              </a:rPr>
              <a:t>Ленивый С++</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r>
              <a:rPr lang="ru-RU"/>
              <a:t>При сокращенных вычислениях</a:t>
            </a:r>
            <a:endParaRPr lang="en-US"/>
          </a:p>
          <a:p>
            <a:pPr marL="0" indent="0">
              <a:buNone/>
              <a:defRPr/>
            </a:pPr>
            <a:endParaRPr lang="en-US"/>
          </a:p>
          <a:p>
            <a:pPr>
              <a:defRPr/>
            </a:pPr>
            <a:r>
              <a:rPr lang="ru-RU"/>
              <a:t>При </a:t>
            </a:r>
            <a:r>
              <a:rPr lang="ru-RU"/>
              <a:t>инстанцировании</a:t>
            </a:r>
            <a:r>
              <a:rPr lang="ru-RU"/>
              <a:t> шаблонов </a:t>
            </a:r>
            <a:endParaRPr/>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pic>
        <p:nvPicPr>
          <p:cNvPr id="4" name="Рисунок 3"/>
          <p:cNvPicPr>
            <a:picLocks noChangeAspect="1"/>
          </p:cNvPicPr>
          <p:nvPr/>
        </p:nvPicPr>
        <p:blipFill>
          <a:blip r:embed="rId2"/>
          <a:stretch/>
        </p:blipFill>
        <p:spPr bwMode="auto">
          <a:xfrm>
            <a:off x="457200" y="1782692"/>
            <a:ext cx="3444992" cy="545381"/>
          </a:xfrm>
          <a:prstGeom prst="rect">
            <a:avLst/>
          </a:prstGeom>
        </p:spPr>
      </p:pic>
      <p:pic>
        <p:nvPicPr>
          <p:cNvPr id="7" name="Рисунок 6"/>
          <p:cNvPicPr>
            <a:picLocks noChangeAspect="1"/>
          </p:cNvPicPr>
          <p:nvPr/>
        </p:nvPicPr>
        <p:blipFill>
          <a:blip r:embed="rId3"/>
          <a:stretch/>
        </p:blipFill>
        <p:spPr bwMode="auto">
          <a:xfrm>
            <a:off x="529244" y="2742839"/>
            <a:ext cx="8087433" cy="36682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57200" y="283296"/>
            <a:ext cx="9127375" cy="707886"/>
          </a:xfrm>
          <a:prstGeom prst="rect">
            <a:avLst/>
          </a:prstGeom>
          <a:noFill/>
        </p:spPr>
        <p:txBody>
          <a:bodyPr wrap="square" rtlCol="0">
            <a:spAutoFit/>
          </a:bodyPr>
          <a:lstStyle/>
          <a:p>
            <a:pPr>
              <a:defRPr/>
            </a:pPr>
            <a:r>
              <a:rPr lang="ru-RU" sz="4000">
                <a:solidFill>
                  <a:srgbClr val="00B0F0"/>
                </a:solidFill>
              </a:rPr>
              <a:t>Подстановка шаблонного параметра</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r>
              <a:rPr lang="ru-RU"/>
              <a:t>При </a:t>
            </a:r>
            <a:r>
              <a:rPr lang="ru-RU"/>
              <a:t>инстанцировании</a:t>
            </a:r>
            <a:r>
              <a:rPr lang="ru-RU"/>
              <a:t> происходит подстановка шаблонного параметра </a:t>
            </a:r>
            <a:endParaRPr/>
          </a:p>
          <a:p>
            <a:pPr>
              <a:defRPr/>
            </a:pPr>
            <a:r>
              <a:rPr lang="ru-RU"/>
              <a:t>Иногда она ещё и предваряется выводом типа </a:t>
            </a:r>
            <a:endParaRPr/>
          </a:p>
          <a:p>
            <a:pPr>
              <a:defRPr/>
            </a:pPr>
            <a:r>
              <a:rPr lang="ru-RU"/>
              <a:t>Но что если подстановка в некотором контексте не может быть выполнена? </a:t>
            </a: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pic>
        <p:nvPicPr>
          <p:cNvPr id="5" name="Рисунок 4"/>
          <p:cNvPicPr>
            <a:picLocks noChangeAspect="1"/>
          </p:cNvPicPr>
          <p:nvPr/>
        </p:nvPicPr>
        <p:blipFill>
          <a:blip r:embed="rId2"/>
          <a:stretch/>
        </p:blipFill>
        <p:spPr bwMode="auto">
          <a:xfrm>
            <a:off x="413062" y="2743194"/>
            <a:ext cx="9110729" cy="13716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57200" y="232756"/>
            <a:ext cx="9127375" cy="707886"/>
          </a:xfrm>
          <a:prstGeom prst="rect">
            <a:avLst/>
          </a:prstGeom>
          <a:noFill/>
        </p:spPr>
        <p:txBody>
          <a:bodyPr wrap="square" rtlCol="0">
            <a:spAutoFit/>
          </a:bodyPr>
          <a:lstStyle/>
          <a:p>
            <a:pPr>
              <a:defRPr/>
            </a:pPr>
            <a:r>
              <a:rPr lang="en-US" sz="4000">
                <a:solidFill>
                  <a:srgbClr val="00B0F0"/>
                </a:solidFill>
              </a:rPr>
              <a:t>SFINAE</a:t>
            </a:r>
            <a:endParaRPr lang="ru-RU" sz="4000">
              <a:solidFill>
                <a:srgbClr val="00B0F0"/>
              </a:solidFill>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622690" y="1110744"/>
            <a:ext cx="11040066" cy="5279394"/>
          </a:xfrm>
          <a:prstGeom prst="rect">
            <a:avLst/>
          </a:prstGeom>
          <a:noFill/>
        </p:spPr>
        <p:txBody>
          <a:bodyPr wrap="square" rtlCol="0">
            <a:spAutoFit/>
          </a:bodyPr>
          <a:lstStyle/>
          <a:p>
            <a:pPr marL="228600" indent="-228600" defTabSz="914400">
              <a:lnSpc>
                <a:spcPct val="120000"/>
              </a:lnSpc>
              <a:spcBef>
                <a:spcPts val="1000"/>
              </a:spcBef>
              <a:buClr>
                <a:schemeClr val="accent1"/>
              </a:buClr>
              <a:buSzPct val="110000"/>
              <a:buFont typeface="Wingdings"/>
              <a:buChar char="§"/>
              <a:defRPr/>
            </a:pPr>
            <a:r>
              <a:rPr lang="ru-RU"/>
              <a:t>Substitution</a:t>
            </a:r>
            <a:r>
              <a:rPr lang="ru-RU"/>
              <a:t> </a:t>
            </a:r>
            <a:r>
              <a:rPr lang="ru-RU"/>
              <a:t>Failure</a:t>
            </a:r>
            <a:r>
              <a:rPr lang="ru-RU"/>
              <a:t> </a:t>
            </a:r>
            <a:r>
              <a:rPr lang="ru-RU"/>
              <a:t>Is</a:t>
            </a:r>
            <a:r>
              <a:rPr lang="ru-RU"/>
              <a:t> </a:t>
            </a:r>
            <a:r>
              <a:rPr lang="ru-RU"/>
              <a:t>Not</a:t>
            </a:r>
            <a:r>
              <a:rPr lang="ru-RU"/>
              <a:t> </a:t>
            </a:r>
            <a:r>
              <a:rPr lang="ru-RU"/>
              <a:t>An</a:t>
            </a:r>
            <a:r>
              <a:rPr lang="ru-RU"/>
              <a:t> </a:t>
            </a:r>
            <a:r>
              <a:rPr lang="ru-RU"/>
              <a:t>Error</a:t>
            </a:r>
            <a:r>
              <a:rPr lang="ru-RU"/>
              <a:t> (провал подстановки не является ошибкой).</a:t>
            </a:r>
            <a:endParaRPr/>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marL="228600" indent="-228600" defTabSz="914400">
              <a:lnSpc>
                <a:spcPct val="120000"/>
              </a:lnSpc>
              <a:spcBef>
                <a:spcPts val="1000"/>
              </a:spcBef>
              <a:buClr>
                <a:schemeClr val="accent1"/>
              </a:buClr>
              <a:buSzPct val="110000"/>
              <a:buFont typeface="Wingdings"/>
              <a:buChar char="§"/>
              <a:defRPr/>
            </a:pPr>
            <a:r>
              <a:rPr lang="ru-RU"/>
              <a:t>Если в результате подстановки в </a:t>
            </a:r>
            <a:r>
              <a:rPr lang="ru-RU">
                <a:solidFill>
                  <a:srgbClr val="00B0F0"/>
                </a:solidFill>
              </a:rPr>
              <a:t>непосредственном контексте </a:t>
            </a:r>
            <a:r>
              <a:rPr lang="ru-RU"/>
              <a:t>класса (функции, </a:t>
            </a:r>
            <a:r>
              <a:rPr lang="ru-RU"/>
              <a:t>алиаса</a:t>
            </a:r>
            <a:r>
              <a:rPr lang="ru-RU"/>
              <a:t>, переменной) возникает </a:t>
            </a:r>
            <a:r>
              <a:rPr lang="ru-RU">
                <a:solidFill>
                  <a:srgbClr val="00B0F0"/>
                </a:solidFill>
              </a:rPr>
              <a:t>невалидная</a:t>
            </a:r>
            <a:r>
              <a:rPr lang="ru-RU">
                <a:solidFill>
                  <a:srgbClr val="00B0F0"/>
                </a:solidFill>
              </a:rPr>
              <a:t> конструкция</a:t>
            </a:r>
            <a:r>
              <a:rPr lang="ru-RU"/>
              <a:t>;</a:t>
            </a:r>
            <a:endParaRPr/>
          </a:p>
          <a:p>
            <a:pPr marL="228600" indent="-228600" defTabSz="914400">
              <a:lnSpc>
                <a:spcPct val="120000"/>
              </a:lnSpc>
              <a:spcBef>
                <a:spcPts val="1000"/>
              </a:spcBef>
              <a:buClr>
                <a:schemeClr val="accent1"/>
              </a:buClr>
              <a:buSzPct val="110000"/>
              <a:buFont typeface="Wingdings"/>
              <a:buChar char="§"/>
              <a:defRPr/>
            </a:pPr>
            <a:r>
              <a:rPr lang="ru-RU"/>
              <a:t>То эта подстановка неуспешна, но не ошибочна.  </a:t>
            </a:r>
            <a:endParaRPr/>
          </a:p>
          <a:p>
            <a:pPr>
              <a:defRPr/>
            </a:pPr>
            <a:endParaRPr lang="ru-RU"/>
          </a:p>
          <a:p>
            <a:pPr>
              <a:defRPr/>
            </a:pPr>
            <a:endParaRPr lang="ru-RU"/>
          </a:p>
        </p:txBody>
      </p:sp>
      <p:pic>
        <p:nvPicPr>
          <p:cNvPr id="8" name="Рисунок 7"/>
          <p:cNvPicPr>
            <a:picLocks noChangeAspect="1"/>
          </p:cNvPicPr>
          <p:nvPr/>
        </p:nvPicPr>
        <p:blipFill>
          <a:blip r:embed="rId2"/>
          <a:srcRect l="0" t="0" r="0" b="10738"/>
          <a:stretch/>
        </p:blipFill>
        <p:spPr bwMode="auto">
          <a:xfrm>
            <a:off x="734887" y="1572409"/>
            <a:ext cx="6148358" cy="27466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57200" y="232756"/>
            <a:ext cx="9127375" cy="707886"/>
          </a:xfrm>
          <a:prstGeom prst="rect">
            <a:avLst/>
          </a:prstGeom>
          <a:noFill/>
        </p:spPr>
        <p:txBody>
          <a:bodyPr wrap="square" rtlCol="0">
            <a:spAutoFit/>
          </a:bodyPr>
          <a:lstStyle/>
          <a:p>
            <a:pPr>
              <a:defRPr/>
            </a:pPr>
            <a:r>
              <a:rPr lang="ru-RU" sz="4000">
                <a:solidFill>
                  <a:srgbClr val="00B0F0"/>
                </a:solidFill>
              </a:rPr>
              <a:t>!</a:t>
            </a:r>
            <a:r>
              <a:rPr lang="en-US" sz="4000">
                <a:solidFill>
                  <a:srgbClr val="00B0F0"/>
                </a:solidFill>
              </a:rPr>
              <a:t>SFINAE</a:t>
            </a:r>
            <a:r>
              <a:rPr lang="ru-RU" sz="4000">
                <a:solidFill>
                  <a:srgbClr val="00B0F0"/>
                </a:solidFill>
              </a:rPr>
              <a:t> (что не является)</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622690" y="1110744"/>
            <a:ext cx="11040066" cy="4115999"/>
          </a:xfrm>
          <a:prstGeom prst="rect">
            <a:avLst/>
          </a:prstGeom>
          <a:noFill/>
        </p:spPr>
        <p:txBody>
          <a:bodyPr wrap="square" rtlCol="0">
            <a:spAutoFit/>
          </a:bodyPr>
          <a:lstStyle/>
          <a:p>
            <a:pPr marL="228600" indent="-228600" defTabSz="914400">
              <a:lnSpc>
                <a:spcPct val="120000"/>
              </a:lnSpc>
              <a:spcBef>
                <a:spcPts val="1000"/>
              </a:spcBef>
              <a:buClr>
                <a:schemeClr val="accent1"/>
              </a:buClr>
              <a:buSzPct val="110000"/>
              <a:buFont typeface="Wingdings"/>
              <a:buChar char="§"/>
              <a:defRPr/>
            </a:pPr>
            <a:r>
              <a:rPr lang="ru-RU"/>
              <a:t>Не любая ошибочная конструкция это SFINAE. Важен контекст подстановки.</a:t>
            </a:r>
            <a:endParaRPr/>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marL="228600" indent="-228600" defTabSz="914400">
              <a:lnSpc>
                <a:spcPct val="120000"/>
              </a:lnSpc>
              <a:spcBef>
                <a:spcPts val="1000"/>
              </a:spcBef>
              <a:buClr>
                <a:schemeClr val="accent1"/>
              </a:buClr>
              <a:buSzPct val="110000"/>
              <a:buFont typeface="Wingdings"/>
              <a:buChar char="§"/>
              <a:defRPr/>
            </a:pPr>
            <a:r>
              <a:rPr lang="ru-RU"/>
              <a:t>В контексте сигнатуры и шаблонных параметров нет никакой </a:t>
            </a:r>
            <a:r>
              <a:rPr lang="ru-RU"/>
              <a:t>невалидности</a:t>
            </a:r>
            <a:r>
              <a:rPr lang="ru-RU"/>
              <a:t>.</a:t>
            </a:r>
            <a:endParaRPr lang="en-US"/>
          </a:p>
          <a:p>
            <a:pPr marL="228600" indent="-228600" defTabSz="914400">
              <a:lnSpc>
                <a:spcPct val="120000"/>
              </a:lnSpc>
              <a:spcBef>
                <a:spcPts val="1000"/>
              </a:spcBef>
              <a:buClr>
                <a:schemeClr val="accent1"/>
              </a:buClr>
              <a:buSzPct val="110000"/>
              <a:buFont typeface="Wingdings"/>
              <a:buChar char="§"/>
              <a:defRPr/>
            </a:pPr>
            <a:r>
              <a:rPr lang="ru-RU"/>
              <a:t>Невалидность</a:t>
            </a:r>
            <a:r>
              <a:rPr lang="ru-RU"/>
              <a:t> в теле не является SFINAE, это ошибка второй фазы трансляции.</a:t>
            </a:r>
            <a:endParaRPr/>
          </a:p>
          <a:p>
            <a:pPr>
              <a:defRPr/>
            </a:pPr>
            <a:endParaRPr lang="ru-RU"/>
          </a:p>
        </p:txBody>
      </p:sp>
      <p:pic>
        <p:nvPicPr>
          <p:cNvPr id="5" name="Рисунок 4"/>
          <p:cNvPicPr>
            <a:picLocks noChangeAspect="1"/>
          </p:cNvPicPr>
          <p:nvPr/>
        </p:nvPicPr>
        <p:blipFill>
          <a:blip r:embed="rId2"/>
          <a:stretch/>
        </p:blipFill>
        <p:spPr bwMode="auto">
          <a:xfrm>
            <a:off x="706487" y="1542211"/>
            <a:ext cx="6302037" cy="21995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57200" y="232756"/>
            <a:ext cx="9127375" cy="707886"/>
          </a:xfrm>
          <a:prstGeom prst="rect">
            <a:avLst/>
          </a:prstGeom>
          <a:noFill/>
        </p:spPr>
        <p:txBody>
          <a:bodyPr wrap="square" rtlCol="0">
            <a:spAutoFit/>
          </a:bodyPr>
          <a:lstStyle/>
          <a:p>
            <a:pPr>
              <a:defRPr/>
            </a:pPr>
            <a:r>
              <a:rPr lang="ru-RU" sz="4000">
                <a:solidFill>
                  <a:srgbClr val="00B0F0"/>
                </a:solidFill>
              </a:rPr>
              <a:t>!</a:t>
            </a:r>
            <a:r>
              <a:rPr lang="en-US" sz="4000">
                <a:solidFill>
                  <a:srgbClr val="00B0F0"/>
                </a:solidFill>
              </a:rPr>
              <a:t>SFINAE</a:t>
            </a:r>
            <a:r>
              <a:rPr lang="ru-RU" sz="4000">
                <a:solidFill>
                  <a:srgbClr val="00B0F0"/>
                </a:solidFill>
              </a:rPr>
              <a:t> (что не является)</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622690" y="1110744"/>
            <a:ext cx="11040066" cy="4141968"/>
          </a:xfrm>
          <a:prstGeom prst="rect">
            <a:avLst/>
          </a:prstGeom>
          <a:noFill/>
        </p:spPr>
        <p:txBody>
          <a:bodyPr wrap="square" rtlCol="0">
            <a:spAutoFit/>
          </a:bodyPr>
          <a:lstStyle/>
          <a:p>
            <a:pPr marL="228600" indent="-228600" defTabSz="914400">
              <a:lnSpc>
                <a:spcPct val="120000"/>
              </a:lnSpc>
              <a:spcBef>
                <a:spcPts val="1000"/>
              </a:spcBef>
              <a:buClr>
                <a:schemeClr val="accent1"/>
              </a:buClr>
              <a:buSzPct val="110000"/>
              <a:buFont typeface="Wingdings"/>
              <a:buChar char="§"/>
              <a:defRPr/>
            </a:pPr>
            <a:r>
              <a:rPr lang="ru-RU"/>
              <a:t>Не любая ошибочная конструкция это SFINAE. Важен контекст подстановки.</a:t>
            </a:r>
            <a:endParaRPr/>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marL="228600" indent="-228600" defTabSz="914400">
              <a:lnSpc>
                <a:spcPct val="120000"/>
              </a:lnSpc>
              <a:spcBef>
                <a:spcPts val="1000"/>
              </a:spcBef>
              <a:buClr>
                <a:schemeClr val="accent1"/>
              </a:buClr>
              <a:buSzPct val="110000"/>
              <a:buFont typeface="Wingdings"/>
              <a:buChar char="§"/>
              <a:defRPr/>
            </a:pPr>
            <a:r>
              <a:rPr lang="ru-RU"/>
              <a:t>Выводится T → double и, разумеется, T::value_type </a:t>
            </a:r>
            <a:r>
              <a:rPr lang="ru-RU"/>
              <a:t>невалидно</a:t>
            </a:r>
            <a:r>
              <a:rPr lang="ru-RU"/>
              <a:t>.</a:t>
            </a:r>
            <a:endParaRPr lang="en-US"/>
          </a:p>
          <a:p>
            <a:pPr marL="228600" indent="-228600" defTabSz="914400">
              <a:lnSpc>
                <a:spcPct val="120000"/>
              </a:lnSpc>
              <a:spcBef>
                <a:spcPts val="1000"/>
              </a:spcBef>
              <a:buClr>
                <a:schemeClr val="accent1"/>
              </a:buClr>
              <a:buSzPct val="110000"/>
              <a:buFont typeface="Wingdings"/>
              <a:buChar char="§"/>
              <a:defRPr/>
            </a:pPr>
            <a:r>
              <a:rPr lang="ru-RU"/>
              <a:t> Здесь нет ошибки, это провал подстановки и будет вызвана менее подходящая нешаблонная функция.</a:t>
            </a:r>
            <a:endParaRPr/>
          </a:p>
        </p:txBody>
      </p:sp>
      <p:pic>
        <p:nvPicPr>
          <p:cNvPr id="6" name="Рисунок 5"/>
          <p:cNvPicPr>
            <a:picLocks noChangeAspect="1"/>
          </p:cNvPicPr>
          <p:nvPr/>
        </p:nvPicPr>
        <p:blipFill>
          <a:blip r:embed="rId2"/>
          <a:stretch/>
        </p:blipFill>
        <p:spPr bwMode="auto">
          <a:xfrm>
            <a:off x="622690" y="1631257"/>
            <a:ext cx="8987349" cy="208805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9127375" cy="707886"/>
          </a:xfrm>
          <a:prstGeom prst="rect">
            <a:avLst/>
          </a:prstGeom>
          <a:noFill/>
        </p:spPr>
        <p:txBody>
          <a:bodyPr wrap="square" rtlCol="0">
            <a:spAutoFit/>
          </a:bodyPr>
          <a:lstStyle/>
          <a:p>
            <a:pPr>
              <a:defRPr/>
            </a:pPr>
            <a:r>
              <a:rPr lang="ru-RU" sz="4000">
                <a:solidFill>
                  <a:srgbClr val="00B0F0"/>
                </a:solidFill>
              </a:rPr>
              <a:t>Несистемное </a:t>
            </a:r>
            <a:r>
              <a:rPr lang="en-US" sz="4000">
                <a:solidFill>
                  <a:srgbClr val="00B0F0"/>
                </a:solidFill>
              </a:rPr>
              <a:t>SFINAE. </a:t>
            </a:r>
            <a:r>
              <a:rPr lang="en-US" sz="4000">
                <a:solidFill>
                  <a:srgbClr val="00B0F0"/>
                </a:solidFill>
              </a:rPr>
              <a:t>HasFooBar</a:t>
            </a:r>
            <a:r>
              <a:rPr lang="en-US" sz="4000">
                <a:solidFill>
                  <a:srgbClr val="00B0F0"/>
                </a:solidFill>
              </a:rPr>
              <a:t>.</a:t>
            </a:r>
            <a:endParaRPr lang="ru-RU" sz="4000">
              <a:solidFill>
                <a:srgbClr val="00B0F0"/>
              </a:solidFill>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622690" y="1110744"/>
            <a:ext cx="11040066" cy="3736729"/>
          </a:xfrm>
          <a:prstGeom prst="rect">
            <a:avLst/>
          </a:prstGeom>
          <a:noFill/>
        </p:spPr>
        <p:txBody>
          <a:bodyPr wrap="square" rtlCol="0">
            <a:spAutoFit/>
          </a:bodyPr>
          <a:lstStyle/>
          <a:p>
            <a:pPr marL="228600" indent="-228600" defTabSz="914400">
              <a:lnSpc>
                <a:spcPct val="120000"/>
              </a:lnSpc>
              <a:spcBef>
                <a:spcPts val="1000"/>
              </a:spcBef>
              <a:buClr>
                <a:schemeClr val="accent1"/>
              </a:buClr>
              <a:buSzPct val="110000"/>
              <a:buFont typeface="Wingdings"/>
              <a:buChar char="§"/>
              <a:defRPr/>
            </a:pPr>
            <a:r>
              <a:rPr lang="ru-RU"/>
              <a:t>С ранних пор была замечена полезность техники SFINAE для трюков и </a:t>
            </a:r>
            <a:r>
              <a:rPr lang="ru-RU"/>
              <a:t>хаков</a:t>
            </a:r>
            <a:r>
              <a:rPr lang="ru-RU"/>
              <a:t>. Классический пример: определить наличие зависимого типа в классе</a:t>
            </a:r>
            <a:endParaRPr/>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a:defRPr/>
            </a:pPr>
            <a:endParaRPr lang="ru-RU"/>
          </a:p>
          <a:p>
            <a:pPr marL="228600" indent="-228600" defTabSz="914400">
              <a:lnSpc>
                <a:spcPct val="120000"/>
              </a:lnSpc>
              <a:spcBef>
                <a:spcPts val="1000"/>
              </a:spcBef>
              <a:buClr>
                <a:schemeClr val="accent1"/>
              </a:buClr>
              <a:buSzPct val="110000"/>
              <a:buFont typeface="Wingdings"/>
              <a:buChar char="§"/>
              <a:defRPr/>
            </a:pPr>
            <a:r>
              <a:rPr lang="ru-RU"/>
              <a:t>• Без SFINAE, задача выглядит не решаемой, но решение возможно и даже в примитивном виде оно довольно красиво.</a:t>
            </a:r>
            <a:endParaRPr/>
          </a:p>
        </p:txBody>
      </p:sp>
      <p:pic>
        <p:nvPicPr>
          <p:cNvPr id="5" name="Рисунок 4"/>
          <p:cNvPicPr>
            <a:picLocks noChangeAspect="1"/>
          </p:cNvPicPr>
          <p:nvPr/>
        </p:nvPicPr>
        <p:blipFill>
          <a:blip r:embed="rId2"/>
          <a:stretch/>
        </p:blipFill>
        <p:spPr bwMode="auto">
          <a:xfrm>
            <a:off x="850959" y="2084510"/>
            <a:ext cx="10344226" cy="121920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Несистемное </a:t>
            </a:r>
            <a:r>
              <a:rPr lang="en-US" sz="4000">
                <a:solidFill>
                  <a:srgbClr val="00B0F0"/>
                </a:solidFill>
              </a:rPr>
              <a:t>SFINAE. </a:t>
            </a:r>
            <a:r>
              <a:rPr lang="ru-RU" sz="4000">
                <a:solidFill>
                  <a:srgbClr val="00B0F0"/>
                </a:solidFill>
              </a:rPr>
              <a:t>Является ли тип классом?</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pic>
        <p:nvPicPr>
          <p:cNvPr id="8" name="Рисунок 7"/>
          <p:cNvPicPr>
            <a:picLocks noChangeAspect="1"/>
          </p:cNvPicPr>
          <p:nvPr/>
        </p:nvPicPr>
        <p:blipFill>
          <a:blip r:embed="rId2"/>
          <a:stretch/>
        </p:blipFill>
        <p:spPr bwMode="auto">
          <a:xfrm>
            <a:off x="823429" y="1598072"/>
            <a:ext cx="5991685" cy="379296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Несистемное </a:t>
            </a:r>
            <a:r>
              <a:rPr lang="en-US" sz="4000">
                <a:solidFill>
                  <a:srgbClr val="00B0F0"/>
                </a:solidFill>
              </a:rPr>
              <a:t>SFINAE. </a:t>
            </a:r>
            <a:r>
              <a:rPr lang="ru-RU" sz="4000">
                <a:solidFill>
                  <a:srgbClr val="00B0F0"/>
                </a:solidFill>
              </a:rPr>
              <a:t>Является ли тип классом?</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pic>
        <p:nvPicPr>
          <p:cNvPr id="8" name="Рисунок 7"/>
          <p:cNvPicPr>
            <a:picLocks noChangeAspect="1"/>
          </p:cNvPicPr>
          <p:nvPr/>
        </p:nvPicPr>
        <p:blipFill>
          <a:blip r:embed="rId2"/>
          <a:stretch/>
        </p:blipFill>
        <p:spPr bwMode="auto">
          <a:xfrm>
            <a:off x="5255183" y="1278312"/>
            <a:ext cx="5991685" cy="3792962"/>
          </a:xfrm>
          <a:prstGeom prst="rect">
            <a:avLst/>
          </a:prstGeom>
        </p:spPr>
      </p:pic>
      <p:sp>
        <p:nvSpPr>
          <p:cNvPr id="3" name="TextBox 2"/>
          <p:cNvSpPr txBox="1"/>
          <p:nvPr/>
        </p:nvSpPr>
        <p:spPr bwMode="auto">
          <a:xfrm>
            <a:off x="482664" y="1321724"/>
            <a:ext cx="4510072" cy="3949799"/>
          </a:xfrm>
          <a:prstGeom prst="rect">
            <a:avLst/>
          </a:prstGeom>
          <a:noFill/>
        </p:spPr>
        <p:txBody>
          <a:bodyPr wrap="square" rtlCol="0">
            <a:spAutoFit/>
          </a:bodyPr>
          <a:lstStyle/>
          <a:p>
            <a:pPr marL="228600" indent="-228600" defTabSz="914400">
              <a:lnSpc>
                <a:spcPct val="120000"/>
              </a:lnSpc>
              <a:spcBef>
                <a:spcPts val="1000"/>
              </a:spcBef>
              <a:buClr>
                <a:schemeClr val="accent1"/>
              </a:buClr>
              <a:buSzPct val="110000"/>
              <a:buFont typeface="Wingdings"/>
              <a:buChar char="§"/>
              <a:defRPr/>
            </a:pPr>
            <a:r>
              <a:rPr lang="ru-RU"/>
              <a:t>Мы задаем вопрос: «Является ли А классом? Является ли int классом?» </a:t>
            </a:r>
            <a:endParaRPr/>
          </a:p>
          <a:p>
            <a:pPr marL="228600" indent="-228600" defTabSz="914400">
              <a:lnSpc>
                <a:spcPct val="120000"/>
              </a:lnSpc>
              <a:spcBef>
                <a:spcPts val="1000"/>
              </a:spcBef>
              <a:buClr>
                <a:schemeClr val="accent1"/>
              </a:buClr>
              <a:buSzPct val="110000"/>
              <a:buFont typeface="Wingdings"/>
              <a:buChar char="§"/>
              <a:defRPr/>
            </a:pPr>
            <a:r>
              <a:rPr lang="ru-RU"/>
              <a:t>В первом перегруженном варианте используется синтаксис указателя на член, поэтому подстановка завершается неудачно для любого экземпляра типа Т, не являющегося классом. </a:t>
            </a:r>
            <a:endParaRPr/>
          </a:p>
          <a:p>
            <a:pPr marL="228600" indent="-228600" defTabSz="914400">
              <a:lnSpc>
                <a:spcPct val="120000"/>
              </a:lnSpc>
              <a:spcBef>
                <a:spcPts val="1000"/>
              </a:spcBef>
              <a:buClr>
                <a:schemeClr val="accent1"/>
              </a:buClr>
              <a:buSzPct val="110000"/>
              <a:buFont typeface="Wingdings"/>
              <a:buChar char="§"/>
              <a:defRPr/>
            </a:pPr>
            <a:r>
              <a:rPr lang="ru-RU"/>
              <a:t>Но неудача подстановки - не ошибка (благодаря SFINAE!) </a:t>
            </a:r>
            <a:endParaRPr/>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Несистемное </a:t>
            </a:r>
            <a:r>
              <a:rPr lang="en-US" sz="4000">
                <a:solidFill>
                  <a:srgbClr val="00B0F0"/>
                </a:solidFill>
              </a:rPr>
              <a:t>SFINAE. </a:t>
            </a:r>
            <a:r>
              <a:rPr lang="ru-RU" sz="4000">
                <a:solidFill>
                  <a:srgbClr val="00B0F0"/>
                </a:solidFill>
              </a:rPr>
              <a:t>Является ли тип классом?</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482664" y="1321724"/>
            <a:ext cx="4510072" cy="4946995"/>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r>
              <a:rPr lang="ru-RU"/>
              <a:t>Если нам часто приходится проверять, является ли тип классом, то вряд ли мы захотим добавлять конструкцию SFINAE для каждой вызываемой функции.</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Предпочтительнее был бы специальный фрагмент кода, который проверяет, является ли тип классом, и устанавливает константу времени компиляции в </a:t>
            </a:r>
            <a:r>
              <a:rPr lang="ru-RU"/>
              <a:t>true</a:t>
            </a:r>
            <a:r>
              <a:rPr lang="ru-RU"/>
              <a:t> или </a:t>
            </a:r>
            <a:r>
              <a:rPr lang="ru-RU"/>
              <a:t>false</a:t>
            </a:r>
            <a:r>
              <a:rPr lang="ru-RU"/>
              <a:t>. </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Тогда ее значение можно было бы использовать совместно с различными приемами условной компиляции.</a:t>
            </a:r>
            <a:endParaRPr/>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7" name="Рисунок 6"/>
          <p:cNvPicPr>
            <a:picLocks noChangeAspect="1"/>
          </p:cNvPicPr>
          <p:nvPr/>
        </p:nvPicPr>
        <p:blipFill>
          <a:blip r:embed="rId2"/>
          <a:stretch/>
        </p:blipFill>
        <p:spPr bwMode="auto">
          <a:xfrm>
            <a:off x="5373874" y="2361564"/>
            <a:ext cx="6464810" cy="14474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Несистемное </a:t>
            </a:r>
            <a:r>
              <a:rPr lang="en-US" sz="4000">
                <a:solidFill>
                  <a:srgbClr val="00B0F0"/>
                </a:solidFill>
              </a:rPr>
              <a:t>SFINAE. </a:t>
            </a:r>
            <a:r>
              <a:rPr lang="ru-RU" sz="4000">
                <a:solidFill>
                  <a:srgbClr val="00B0F0"/>
                </a:solidFill>
              </a:rPr>
              <a:t>Является ли тип классом?</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92365" y="1235460"/>
            <a:ext cx="6205683" cy="5740033"/>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Теперь нужно постараться и сделать так, чтобы значение константы в нашем вспомогательном классе </a:t>
            </a:r>
            <a:r>
              <a:rPr lang="ru-RU"/>
              <a:t>is_class</a:t>
            </a:r>
            <a:r>
              <a:rPr lang="ru-RU"/>
              <a:t> зависело от перегруженного варианта, который был бы выбран при вызове функции </a:t>
            </a:r>
            <a:r>
              <a:rPr lang="ru-RU"/>
              <a:t>test</a:t>
            </a:r>
            <a:r>
              <a:rPr lang="ru-RU"/>
              <a:t>&lt;T&gt;(), но без фактического вызова </a:t>
            </a: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Последний кусочек, связывающий все это воедино, - контекст времени компиляции, в котором мы определяем, какие функции были бы вызваны. </a:t>
            </a:r>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Один такой контекст дает оператор </a:t>
            </a:r>
            <a:r>
              <a:rPr lang="ru-RU"/>
              <a:t>sizeof</a:t>
            </a:r>
            <a:r>
              <a:rPr lang="ru-RU"/>
              <a:t>.</a:t>
            </a:r>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Компилятор обязан вычислять выражение </a:t>
            </a:r>
            <a:r>
              <a:rPr lang="ru-RU"/>
              <a:t>sizeof</a:t>
            </a:r>
            <a:r>
              <a:rPr lang="ru-RU"/>
              <a:t>(T) на этапе компиляции для любого типа Т.</a:t>
            </a:r>
            <a:br>
              <a:rPr lang="ru-RU"/>
            </a:br>
            <a:r>
              <a:rPr lang="ru-RU"/>
              <a:t>Различить две функции мы можем по типу возвращаемого значения, поэтому определим их так, чтобы эти типы были разного размера, и посмотрим, что получится </a:t>
            </a:r>
            <a:endParaRPr/>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2" name="Рисунок 11"/>
          <p:cNvPicPr>
            <a:picLocks noChangeAspect="1"/>
          </p:cNvPicPr>
          <p:nvPr/>
        </p:nvPicPr>
        <p:blipFill>
          <a:blip r:embed="rId2"/>
          <a:stretch/>
        </p:blipFill>
        <p:spPr bwMode="auto">
          <a:xfrm>
            <a:off x="6415021" y="1499202"/>
            <a:ext cx="5684614" cy="428248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9127375" cy="707886"/>
          </a:xfrm>
          <a:prstGeom prst="rect">
            <a:avLst/>
          </a:prstGeom>
          <a:noFill/>
        </p:spPr>
        <p:txBody>
          <a:bodyPr wrap="square" rtlCol="0">
            <a:spAutoFit/>
          </a:bodyPr>
          <a:lstStyle/>
          <a:p>
            <a:pPr>
              <a:defRPr/>
            </a:pPr>
            <a:r>
              <a:rPr lang="ru-RU" sz="4000">
                <a:solidFill>
                  <a:srgbClr val="00B0F0"/>
                </a:solidFill>
              </a:rPr>
              <a:t>Партизанское </a:t>
            </a:r>
            <a:r>
              <a:rPr lang="en-US" sz="4000">
                <a:solidFill>
                  <a:srgbClr val="00B0F0"/>
                </a:solidFill>
              </a:rPr>
              <a:t>SFINAE.</a:t>
            </a:r>
            <a:endParaRPr lang="ru-RU" sz="4000">
              <a:solidFill>
                <a:srgbClr val="00B0F0"/>
              </a:solidFill>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3" name="TextBox 2"/>
          <p:cNvSpPr txBox="1"/>
          <p:nvPr/>
        </p:nvSpPr>
        <p:spPr bwMode="auto">
          <a:xfrm>
            <a:off x="359248" y="2013924"/>
            <a:ext cx="6153748" cy="1520737"/>
          </a:xfrm>
          <a:prstGeom prst="rect">
            <a:avLst/>
          </a:prstGeom>
          <a:noFill/>
        </p:spPr>
        <p:txBody>
          <a:bodyPr wrap="square" rtlCol="0">
            <a:spAutoFit/>
          </a:bodyPr>
          <a:lstStyle/>
          <a:p>
            <a:pPr marL="228600" indent="-228600" defTabSz="914400">
              <a:lnSpc>
                <a:spcPct val="120000"/>
              </a:lnSpc>
              <a:spcBef>
                <a:spcPts val="1000"/>
              </a:spcBef>
              <a:buClr>
                <a:schemeClr val="accent1"/>
              </a:buClr>
              <a:buSzPct val="110000"/>
              <a:buFont typeface="Wingdings"/>
              <a:buChar char="§"/>
              <a:defRPr/>
            </a:pPr>
            <a:r>
              <a:rPr lang="ru-RU"/>
              <a:t>Приходится годами блуждать с оружием в страшных зимних лесах без еды и признаков жилья. </a:t>
            </a:r>
            <a:endParaRPr lang="en-US"/>
          </a:p>
          <a:p>
            <a:pPr marL="228600" indent="-228600" defTabSz="914400">
              <a:lnSpc>
                <a:spcPct val="120000"/>
              </a:lnSpc>
              <a:spcBef>
                <a:spcPts val="1000"/>
              </a:spcBef>
              <a:buClr>
                <a:schemeClr val="accent1"/>
              </a:buClr>
              <a:buSzPct val="110000"/>
              <a:buFont typeface="Wingdings"/>
              <a:buChar char="§"/>
              <a:defRPr/>
            </a:pPr>
            <a:r>
              <a:rPr lang="ru-RU"/>
              <a:t>Поэтому люди давно искали более систематические подходы. </a:t>
            </a:r>
            <a:endParaRPr/>
          </a:p>
        </p:txBody>
      </p:sp>
      <p:pic>
        <p:nvPicPr>
          <p:cNvPr id="5" name="Рисунок 4"/>
          <p:cNvPicPr>
            <a:picLocks noChangeAspect="1"/>
          </p:cNvPicPr>
          <p:nvPr/>
        </p:nvPicPr>
        <p:blipFill>
          <a:blip r:embed="rId2"/>
          <a:stretch/>
        </p:blipFill>
        <p:spPr bwMode="auto">
          <a:xfrm>
            <a:off x="6758459" y="1321724"/>
            <a:ext cx="4904297" cy="363372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Изменение в зависимости от стандарта</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graphicFrame>
        <p:nvGraphicFramePr>
          <p:cNvPr id="7" name="Таблица 7"/>
          <p:cNvGraphicFramePr>
            <a:graphicFrameLocks xmlns:a="http://schemas.openxmlformats.org/drawingml/2006/main" noGrp="1"/>
          </p:cNvGraphicFramePr>
          <p:nvPr/>
        </p:nvGraphicFramePr>
        <p:xfrm>
          <a:off x="232669" y="1168451"/>
          <a:ext cx="11620872" cy="5322293"/>
        </p:xfrm>
        <a:graphic>
          <a:graphicData uri="http://schemas.openxmlformats.org/drawingml/2006/table">
            <a:tbl>
              <a:tblPr firstRow="1" firstCol="0" lastRow="0" lastCol="0" bandRow="1" bandCol="0">
                <a:tableStyleId>{5C22544A-7EE6-4342-B048-85BDC9FD1C3A}</a:tableStyleId>
              </a:tblPr>
              <a:tblGrid>
                <a:gridCol w="5810436"/>
                <a:gridCol w="5810436"/>
              </a:tblGrid>
              <a:tr h="357419">
                <a:tc>
                  <a:txBody>
                    <a:bodyPr/>
                    <a:p>
                      <a:pPr>
                        <a:defRPr/>
                      </a:pPr>
                      <a:r>
                        <a:rPr lang="ru-RU"/>
                        <a:t>До С++11</a:t>
                      </a:r>
                      <a:endParaRPr/>
                    </a:p>
                  </a:txBody>
                  <a:tcPr/>
                </a:tc>
                <a:tc>
                  <a:txBody>
                    <a:bodyPr/>
                    <a:p>
                      <a:pPr>
                        <a:defRPr/>
                      </a:pPr>
                      <a:r>
                        <a:rPr lang="ru-RU"/>
                        <a:t>С++11</a:t>
                      </a:r>
                      <a:endParaRPr/>
                    </a:p>
                  </a:txBody>
                  <a:tcPr/>
                </a:tc>
              </a:tr>
              <a:tr h="4956533">
                <a:tc>
                  <a:txBody>
                    <a:bodyPr/>
                    <a:p>
                      <a:pPr marL="228600" indent="-228600" algn="l" defTabSz="914400">
                        <a:lnSpc>
                          <a:spcPct val="120000"/>
                        </a:lnSpc>
                        <a:spcBef>
                          <a:spcPts val="1000"/>
                        </a:spcBef>
                        <a:spcAft>
                          <a:spcPts val="0"/>
                        </a:spcAft>
                        <a:buClr>
                          <a:schemeClr val="accent1"/>
                        </a:buClr>
                        <a:buSzPct val="110000"/>
                        <a:buFont typeface="Wingdings"/>
                        <a:buChar char="§"/>
                        <a:defRPr/>
                      </a:pPr>
                      <a:r>
                        <a:rPr lang="ru-RU" sz="1800">
                          <a:solidFill>
                            <a:schemeClr val="tx1"/>
                          </a:solidFill>
                          <a:latin typeface="+mn-lt"/>
                          <a:ea typeface="+mn-ea"/>
                          <a:cs typeface="+mn-cs"/>
                        </a:rPr>
                        <a:t>Нет </a:t>
                      </a:r>
                      <a:r>
                        <a:rPr lang="en-US" sz="1800">
                          <a:solidFill>
                            <a:schemeClr val="tx1"/>
                          </a:solidFill>
                          <a:latin typeface="+mn-lt"/>
                          <a:ea typeface="+mn-ea"/>
                          <a:cs typeface="+mn-cs"/>
                        </a:rPr>
                        <a:t>constxepr</a:t>
                      </a:r>
                      <a:r>
                        <a:rPr lang="en-US" sz="1800">
                          <a:solidFill>
                            <a:schemeClr val="tx1"/>
                          </a:solidFill>
                          <a:latin typeface="+mn-lt"/>
                          <a:ea typeface="+mn-ea"/>
                          <a:cs typeface="+mn-cs"/>
                        </a:rPr>
                        <a:t> – </a:t>
                      </a:r>
                      <a:r>
                        <a:rPr lang="ru-RU" sz="1800">
                          <a:solidFill>
                            <a:schemeClr val="tx1"/>
                          </a:solidFill>
                          <a:latin typeface="+mn-lt"/>
                          <a:ea typeface="+mn-ea"/>
                          <a:cs typeface="+mn-cs"/>
                        </a:rPr>
                        <a:t>вместо него использовались </a:t>
                      </a:r>
                      <a:r>
                        <a:rPr lang="en-US" sz="1800">
                          <a:solidFill>
                            <a:schemeClr val="tx1"/>
                          </a:solidFill>
                          <a:latin typeface="+mn-lt"/>
                          <a:ea typeface="+mn-ea"/>
                          <a:cs typeface="+mn-cs"/>
                        </a:rPr>
                        <a:t>enum</a:t>
                      </a:r>
                      <a:endParaRPr lang="ru-RU" sz="1800">
                        <a:solidFill>
                          <a:schemeClr val="tx1"/>
                        </a:solidFill>
                        <a:latin typeface="+mn-lt"/>
                        <a:ea typeface="+mn-ea"/>
                        <a:cs typeface="+mn-cs"/>
                      </a:endParaRPr>
                    </a:p>
                    <a:p>
                      <a:pPr>
                        <a:defRPr/>
                      </a:pPr>
                      <a:endParaRPr lang="ru-RU"/>
                    </a:p>
                  </a:txBody>
                  <a:tcPr/>
                </a:tc>
                <a:tc>
                  <a:txBody>
                    <a:bodyPr/>
                    <a:p>
                      <a:pPr marL="228600" marR="0" lvl="0" indent="-228600" algn="l" defTabSz="914400">
                        <a:lnSpc>
                          <a:spcPct val="120000"/>
                        </a:lnSpc>
                        <a:spcBef>
                          <a:spcPts val="1000"/>
                        </a:spcBef>
                        <a:spcAft>
                          <a:spcPts val="0"/>
                        </a:spcAft>
                        <a:buClr>
                          <a:schemeClr val="accent1"/>
                        </a:buClr>
                        <a:buSzPct val="110000"/>
                        <a:buFont typeface="Wingdings"/>
                        <a:buChar char="§"/>
                        <a:defRPr/>
                      </a:pPr>
                      <a:r>
                        <a:rPr lang="ru-RU" sz="1800">
                          <a:solidFill>
                            <a:schemeClr val="tx1"/>
                          </a:solidFill>
                          <a:latin typeface="+mn-lt"/>
                          <a:ea typeface="+mn-ea"/>
                          <a:cs typeface="+mn-cs"/>
                        </a:rPr>
                        <a:t>Определен стандартный тип для такого рода объектов – </a:t>
                      </a:r>
                      <a:r>
                        <a:rPr lang="en-US" sz="1800">
                          <a:solidFill>
                            <a:schemeClr val="tx1"/>
                          </a:solidFill>
                          <a:latin typeface="+mn-lt"/>
                          <a:ea typeface="+mn-ea"/>
                          <a:cs typeface="+mn-cs"/>
                        </a:rPr>
                        <a:t>integral_constant</a:t>
                      </a:r>
                      <a:r>
                        <a:rPr lang="en-US" sz="1800">
                          <a:solidFill>
                            <a:schemeClr val="tx1"/>
                          </a:solidFill>
                          <a:latin typeface="+mn-lt"/>
                          <a:ea typeface="+mn-ea"/>
                          <a:cs typeface="+mn-cs"/>
                        </a:rPr>
                        <a:t>. </a:t>
                      </a:r>
                      <a:endParaRPr/>
                    </a:p>
                    <a:p>
                      <a:pPr marL="228600" marR="0" lvl="0" indent="-228600" algn="l" defTabSz="914400">
                        <a:lnSpc>
                          <a:spcPct val="120000"/>
                        </a:lnSpc>
                        <a:spcBef>
                          <a:spcPts val="1000"/>
                        </a:spcBef>
                        <a:spcAft>
                          <a:spcPts val="0"/>
                        </a:spcAft>
                        <a:buClr>
                          <a:schemeClr val="accent1"/>
                        </a:buClr>
                        <a:buSzPct val="110000"/>
                        <a:buFont typeface="Wingdings"/>
                        <a:buChar char="§"/>
                        <a:defRPr/>
                      </a:pPr>
                      <a:r>
                        <a:rPr lang="ru-RU"/>
                        <a:t>Этот тип может принимать значения </a:t>
                      </a:r>
                      <a:r>
                        <a:rPr lang="ru-RU"/>
                        <a:t>true</a:t>
                      </a:r>
                      <a:r>
                        <a:rPr lang="ru-RU"/>
                        <a:t> и </a:t>
                      </a:r>
                      <a:r>
                        <a:rPr lang="ru-RU"/>
                        <a:t>false</a:t>
                      </a:r>
                      <a:r>
                        <a:rPr lang="ru-RU"/>
                        <a:t>, но, помимо этого, добавляет несколько деталей, которых ожидают другие классы STL, поэтому не надо изобретать велосипед.</a:t>
                      </a:r>
                      <a:endParaRPr lang="ru-RU" sz="1800">
                        <a:solidFill>
                          <a:schemeClr val="tx1"/>
                        </a:solidFill>
                        <a:latin typeface="+mn-lt"/>
                        <a:ea typeface="+mn-ea"/>
                        <a:cs typeface="+mn-cs"/>
                      </a:endParaRPr>
                    </a:p>
                    <a:p>
                      <a:pPr>
                        <a:defRPr/>
                      </a:pPr>
                      <a:endParaRPr lang="ru-RU"/>
                    </a:p>
                  </a:txBody>
                  <a:tcPr/>
                </a:tc>
              </a:tr>
            </a:tbl>
          </a:graphicData>
        </a:graphic>
      </p:graphicFrame>
      <p:pic>
        <p:nvPicPr>
          <p:cNvPr id="11" name="Рисунок 10"/>
          <p:cNvPicPr>
            <a:picLocks noChangeAspect="1"/>
          </p:cNvPicPr>
          <p:nvPr/>
        </p:nvPicPr>
        <p:blipFill>
          <a:blip r:embed="rId2"/>
          <a:stretch/>
        </p:blipFill>
        <p:spPr bwMode="auto">
          <a:xfrm>
            <a:off x="338459" y="2257339"/>
            <a:ext cx="5612240" cy="253844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Несистемное </a:t>
            </a:r>
            <a:r>
              <a:rPr lang="en-US" sz="4000">
                <a:solidFill>
                  <a:srgbClr val="00B0F0"/>
                </a:solidFill>
              </a:rPr>
              <a:t>SFINAE. </a:t>
            </a:r>
            <a:r>
              <a:rPr lang="ru-RU" sz="4000">
                <a:solidFill>
                  <a:srgbClr val="00B0F0"/>
                </a:solidFill>
              </a:rPr>
              <a:t>Является ли тип классом?</a:t>
            </a:r>
            <a:endParaRPr/>
          </a:p>
        </p:txBody>
      </p:sp>
      <p:sp>
        <p:nvSpPr>
          <p:cNvPr id="2" name="Объект 2"/>
          <p:cNvSpPr txBox="1"/>
          <p:nvPr/>
        </p:nvSpPr>
        <p:spPr bwMode="auto">
          <a:xfrm>
            <a:off x="232670" y="1321724"/>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1" name="Рисунок 10"/>
          <p:cNvPicPr>
            <a:picLocks noChangeAspect="1"/>
          </p:cNvPicPr>
          <p:nvPr/>
        </p:nvPicPr>
        <p:blipFill>
          <a:blip r:embed="rId2"/>
          <a:stretch/>
        </p:blipFill>
        <p:spPr bwMode="auto">
          <a:xfrm>
            <a:off x="586088" y="989257"/>
            <a:ext cx="8015369" cy="3864444"/>
          </a:xfrm>
          <a:prstGeom prst="rect">
            <a:avLst/>
          </a:prstGeom>
        </p:spPr>
      </p:pic>
      <p:pic>
        <p:nvPicPr>
          <p:cNvPr id="14" name="Рисунок 13"/>
          <p:cNvPicPr>
            <a:picLocks noChangeAspect="1"/>
          </p:cNvPicPr>
          <p:nvPr/>
        </p:nvPicPr>
        <p:blipFill>
          <a:blip r:embed="rId3"/>
          <a:stretch/>
        </p:blipFill>
        <p:spPr bwMode="auto">
          <a:xfrm>
            <a:off x="529244" y="5142407"/>
            <a:ext cx="7715306" cy="1209684"/>
          </a:xfrm>
          <a:prstGeom prst="rect">
            <a:avLst/>
          </a:prstGeom>
        </p:spPr>
      </p:pic>
      <p:sp>
        <p:nvSpPr>
          <p:cNvPr id="16" name="TextBox 15"/>
          <p:cNvSpPr txBox="1"/>
          <p:nvPr/>
        </p:nvSpPr>
        <p:spPr bwMode="auto">
          <a:xfrm>
            <a:off x="8061306" y="1321724"/>
            <a:ext cx="3719307" cy="1569660"/>
          </a:xfrm>
          <a:prstGeom prst="rect">
            <a:avLst/>
          </a:prstGeom>
          <a:noFill/>
        </p:spPr>
        <p:txBody>
          <a:bodyPr wrap="square" rtlCol="0">
            <a:spAutoFit/>
          </a:bodyPr>
          <a:lstStyle/>
          <a:p>
            <a:pPr>
              <a:defRPr/>
            </a:pPr>
            <a:r>
              <a:rPr lang="ru-RU" sz="3200" u="sng">
                <a:solidFill>
                  <a:srgbClr val="00B0F0"/>
                </a:solidFill>
              </a:rPr>
              <a:t>В С++11 стандарт содержит класс </a:t>
            </a:r>
            <a:r>
              <a:rPr lang="en-US" sz="3200" u="sng">
                <a:solidFill>
                  <a:srgbClr val="00B0F0"/>
                </a:solidFill>
              </a:rPr>
              <a:t>std::</a:t>
            </a:r>
            <a:r>
              <a:rPr lang="ru-RU" sz="3200" u="sng">
                <a:solidFill>
                  <a:srgbClr val="00B0F0"/>
                </a:solidFill>
              </a:rPr>
              <a:t>is_class</a:t>
            </a:r>
            <a:endParaRPr lang="ru-RU" sz="3200" u="sng">
              <a:solidFill>
                <a:srgbClr val="00B0F0"/>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1323439"/>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Постановка задачи</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314369" y="2127947"/>
            <a:ext cx="10871603" cy="3710759"/>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Мы хотим написать обобщенный код, способный работать с контейнерным объектом произвольного типа Т.</a:t>
            </a:r>
            <a:r>
              <a:rPr lang="en-US"/>
              <a:t>  </a:t>
            </a:r>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В какой-то момент мы захотим отсортировать данные в этом контейнере. </a:t>
            </a:r>
            <a:endParaRPr lang="en-US"/>
          </a:p>
          <a:p>
            <a:pPr defTabSz="914400">
              <a:spcBef>
                <a:spcPts val="0"/>
              </a:spcBef>
              <a:spcAft>
                <a:spcPts val="0"/>
              </a:spcAft>
              <a:defRPr/>
            </a:pPr>
            <a:endParaRPr lang="en-US"/>
          </a:p>
          <a:p>
            <a:pPr defTabSz="914400">
              <a:spcBef>
                <a:spcPts val="0"/>
              </a:spcBef>
              <a:spcAft>
                <a:spcPts val="0"/>
              </a:spcAft>
              <a:defRPr/>
            </a:pPr>
            <a:endParaRPr lang="en-US"/>
          </a:p>
          <a:p>
            <a:pPr marL="342900" indent="-342900" defTabSz="914400">
              <a:spcBef>
                <a:spcPts val="0"/>
              </a:spcBef>
              <a:spcAft>
                <a:spcPts val="0"/>
              </a:spcAft>
              <a:buFont typeface="+mj-lt"/>
              <a:buAutoNum type="arabicPeriod"/>
              <a:defRPr/>
            </a:pPr>
            <a:r>
              <a:rPr lang="ru-RU"/>
              <a:t>Предполагается, что если контейнер предоставляет функцию-член T::sort(), то она и дает наилучший способ сортировки (автор контейнера, вероятно, знает, как организованы данные).</a:t>
            </a:r>
            <a:endParaRPr lang="en-US"/>
          </a:p>
          <a:p>
            <a:pPr marL="342900" indent="-342900" defTabSz="914400">
              <a:spcBef>
                <a:spcPts val="0"/>
              </a:spcBef>
              <a:spcAft>
                <a:spcPts val="0"/>
              </a:spcAft>
              <a:buFont typeface="+mj-lt"/>
              <a:buAutoNum type="arabicPeriod"/>
              <a:defRPr/>
            </a:pPr>
            <a:r>
              <a:rPr lang="ru-RU"/>
              <a:t> Если такой функции- члена нет, но контейнер представляет собой последовательность с функция- ми-членами </a:t>
            </a:r>
            <a:r>
              <a:rPr lang="ru-RU"/>
              <a:t>begin</a:t>
            </a:r>
            <a:r>
              <a:rPr lang="ru-RU"/>
              <a:t>() и </a:t>
            </a:r>
            <a:r>
              <a:rPr lang="ru-RU"/>
              <a:t>end</a:t>
            </a:r>
            <a:r>
              <a:rPr lang="ru-RU"/>
              <a:t>(),</a:t>
            </a:r>
            <a:r>
              <a:rPr lang="en-US"/>
              <a:t> </a:t>
            </a:r>
            <a:r>
              <a:rPr lang="ru-RU"/>
              <a:t>то мы можем вызвать для этой последовательности функцию std::</a:t>
            </a:r>
            <a:r>
              <a:rPr lang="ru-RU"/>
              <a:t>sort</a:t>
            </a:r>
            <a:r>
              <a:rPr lang="ru-RU"/>
              <a:t>(). </a:t>
            </a:r>
            <a:endParaRPr lang="en-US"/>
          </a:p>
          <a:p>
            <a:pPr marL="342900" indent="-342900" defTabSz="914400">
              <a:spcBef>
                <a:spcPts val="0"/>
              </a:spcBef>
              <a:spcAft>
                <a:spcPts val="0"/>
              </a:spcAft>
              <a:buFont typeface="+mj-lt"/>
              <a:buAutoNum type="arabicPeriod"/>
              <a:defRPr/>
            </a:pPr>
            <a:r>
              <a:rPr lang="ru-RU"/>
              <a:t>В противном случае мы не знаем, как сортировать данные, и программа не должна компилироваться. </a:t>
            </a:r>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1323439"/>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Постановка задачи</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314369" y="2127947"/>
            <a:ext cx="10871603" cy="2698752"/>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Наивная попытка:</a:t>
            </a: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Какие есть проблемы у этого кода?</a:t>
            </a:r>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8" name="Рисунок 7"/>
          <p:cNvPicPr>
            <a:picLocks noChangeAspect="1"/>
          </p:cNvPicPr>
          <p:nvPr/>
        </p:nvPicPr>
        <p:blipFill>
          <a:blip r:embed="rId2"/>
          <a:stretch/>
        </p:blipFill>
        <p:spPr bwMode="auto">
          <a:xfrm>
            <a:off x="431328" y="2695506"/>
            <a:ext cx="9491385" cy="158879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1323439"/>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Постановка задачи</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275100" y="2140527"/>
            <a:ext cx="10871603" cy="3030894"/>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Наивная попытка:</a:t>
            </a: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этот код не откомпилируется, если тип Т не предоставляет функцию-член </a:t>
            </a:r>
            <a:r>
              <a:rPr lang="ru-RU"/>
              <a:t>sort</a:t>
            </a:r>
            <a:r>
              <a:rPr lang="ru-RU"/>
              <a:t>(), пусть даже мы не собираемся ее использовать.</a:t>
            </a:r>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8" name="Рисунок 7"/>
          <p:cNvPicPr>
            <a:picLocks noChangeAspect="1"/>
          </p:cNvPicPr>
          <p:nvPr/>
        </p:nvPicPr>
        <p:blipFill>
          <a:blip r:embed="rId2"/>
          <a:stretch/>
        </p:blipFill>
        <p:spPr bwMode="auto">
          <a:xfrm>
            <a:off x="431328" y="2695506"/>
            <a:ext cx="9491385" cy="1588794"/>
          </a:xfrm>
          <a:prstGeom prst="rect">
            <a:avLst/>
          </a:prstGeom>
        </p:spPr>
      </p:pic>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1323439"/>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Проект решения</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82664" y="1775889"/>
            <a:ext cx="10871603" cy="2442272"/>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Если мы сумеем скрыть обращение к </a:t>
            </a:r>
            <a:r>
              <a:rPr lang="ru-RU"/>
              <a:t>х.sort</a:t>
            </a:r>
            <a:r>
              <a:rPr lang="ru-RU"/>
              <a:t>() в шаблоне, который не конкретизируется, если нет абсолютной уверенности в том, что код </a:t>
            </a:r>
            <a:r>
              <a:rPr lang="ru-RU"/>
              <a:t>откомпилирустся</a:t>
            </a:r>
            <a:r>
              <a:rPr lang="ru-RU"/>
              <a:t>, то синтаксической ошибки не будет. Одно из мест, где можно скрыть код, - специализация шаблона класса. </a:t>
            </a: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Давайте попробуем это сделать</a:t>
            </a:r>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1323439"/>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Проект решения</a:t>
            </a:r>
            <a:endParaRPr/>
          </a:p>
        </p:txBody>
      </p:sp>
      <p:sp>
        <p:nvSpPr>
          <p:cNvPr id="2" name="Объект 2"/>
          <p:cNvSpPr txBox="1"/>
          <p:nvPr/>
        </p:nvSpPr>
        <p:spPr bwMode="auto">
          <a:xfrm>
            <a:off x="184731" y="1356837"/>
            <a:ext cx="10384162" cy="4618134"/>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82664" y="1775889"/>
            <a:ext cx="10871603" cy="395558"/>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endParaRPr lang="ru-RU"/>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2" name="Рисунок 11"/>
          <p:cNvPicPr>
            <a:picLocks noChangeAspect="1"/>
          </p:cNvPicPr>
          <p:nvPr/>
        </p:nvPicPr>
        <p:blipFill>
          <a:blip r:embed="rId2"/>
          <a:stretch/>
        </p:blipFill>
        <p:spPr bwMode="auto">
          <a:xfrm>
            <a:off x="898964" y="1973668"/>
            <a:ext cx="9580172" cy="461813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1323439"/>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Проект решения</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82664" y="1775889"/>
            <a:ext cx="10871603" cy="2646174"/>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r>
              <a:rPr lang="ru-RU"/>
              <a:t>Здесь мы имеем общий шаблон для вспомогательного типа </a:t>
            </a:r>
            <a:r>
              <a:rPr lang="ru-RU"/>
              <a:t>fast_sort_helper</a:t>
            </a:r>
            <a:r>
              <a:rPr lang="ru-RU"/>
              <a:t> и две специализации, которые мы пока не знаем, как конкретизировать.</a:t>
            </a:r>
            <a:endParaRPr lang="en-US"/>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 Если бы мы могли конкретизировать только правильную специализацию, но не вторую, то результатом компиляции вызова </a:t>
            </a:r>
            <a:r>
              <a:rPr lang="ru-RU"/>
              <a:t>fast_sort_helper</a:t>
            </a:r>
            <a:r>
              <a:rPr lang="ru-RU"/>
              <a:t>: :</a:t>
            </a:r>
            <a:r>
              <a:rPr lang="ru-RU"/>
              <a:t>fast_sort</a:t>
            </a:r>
            <a:r>
              <a:rPr lang="ru-RU"/>
              <a:t>(x) было бы либо </a:t>
            </a:r>
            <a:r>
              <a:rPr lang="ru-RU"/>
              <a:t>x.sort</a:t>
            </a:r>
            <a:r>
              <a:rPr lang="ru-RU"/>
              <a:t>(), либо </a:t>
            </a:r>
            <a:br>
              <a:rPr lang="en-US"/>
            </a:br>
            <a:r>
              <a:rPr lang="ru-RU"/>
              <a:t>std</a:t>
            </a:r>
            <a:r>
              <a:rPr lang="en-US"/>
              <a:t>:</a:t>
            </a:r>
            <a:r>
              <a:rPr lang="ru-RU"/>
              <a:t> :</a:t>
            </a:r>
            <a:r>
              <a:rPr lang="ru-RU"/>
              <a:t>sort</a:t>
            </a:r>
            <a:r>
              <a:rPr lang="ru-RU"/>
              <a:t>(</a:t>
            </a:r>
            <a:r>
              <a:rPr lang="ru-RU"/>
              <a:t>x.begin</a:t>
            </a:r>
            <a:r>
              <a:rPr lang="ru-RU"/>
              <a:t>(), </a:t>
            </a:r>
            <a:r>
              <a:rPr lang="ru-RU"/>
              <a:t>x.end</a:t>
            </a:r>
            <a:r>
              <a:rPr lang="ru-RU"/>
              <a:t>()). </a:t>
            </a:r>
            <a:endParaRPr lang="en-US"/>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Если ни одна специализация не конкретизируется, то наша программа не откомпилируется, потому что тип </a:t>
            </a:r>
            <a:r>
              <a:rPr lang="ru-RU"/>
              <a:t>fast_sort_helper</a:t>
            </a:r>
            <a:r>
              <a:rPr lang="ru-RU"/>
              <a:t> неполон. </a:t>
            </a:r>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534326" y="1212712"/>
            <a:ext cx="10871603" cy="395301"/>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r>
              <a:rPr lang="ru-RU"/>
              <a:t>Что вставить вместо ??? – идеи?</a:t>
            </a:r>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482664" y="1901687"/>
            <a:ext cx="9580172" cy="461813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82664" y="1016368"/>
            <a:ext cx="10871603" cy="6279219"/>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r>
              <a:rPr lang="ru-RU"/>
              <a:t>Что вставить вместо ??? – идеи?</a:t>
            </a:r>
            <a:endParaRPr lang="en-US"/>
          </a:p>
          <a:p>
            <a:pPr marL="228600" marR="0" lvl="0" indent="-228600" defTabSz="914400">
              <a:lnSpc>
                <a:spcPct val="120000"/>
              </a:lnSpc>
              <a:spcBef>
                <a:spcPts val="1000"/>
              </a:spcBef>
              <a:spcAft>
                <a:spcPts val="0"/>
              </a:spcAft>
              <a:buClr>
                <a:schemeClr val="accent1"/>
              </a:buClr>
              <a:buSzPct val="110000"/>
              <a:buFont typeface="Wingdings"/>
              <a:buChar char="§"/>
              <a:defRPr/>
            </a:pPr>
            <a:endParaRPr lang="en-US"/>
          </a:p>
          <a:p>
            <a:pPr marL="228600" marR="0" lvl="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Мы только что объявили шаблонную функцию, которая приведет к неудавшейся подстановке, если в выведенном типе Т отсутствует функция-член </a:t>
            </a:r>
            <a:r>
              <a:rPr lang="ru-RU"/>
              <a:t>sort</a:t>
            </a:r>
            <a:r>
              <a:rPr lang="ru-RU"/>
              <a:t>()</a:t>
            </a:r>
            <a:r>
              <a:rPr lang="en-US"/>
              <a:t>.</a:t>
            </a:r>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Мы не собираемся фактически вызывать эту функцию; она нужна нам только на этапе компиляции, чтобы сгенерировать правильную специализацию </a:t>
            </a:r>
            <a:r>
              <a:rPr lang="ru-RU"/>
              <a:t>fast_sort_helper</a:t>
            </a:r>
            <a:r>
              <a:rPr lang="ru-RU"/>
              <a:t>. </a:t>
            </a: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Если подстановка завершится неудачно, то все-таки нужно, чтобы процесс разрешения перегрузки был успешным, поэтому необходим перегруженный вариант, который, однако, будет выбираться, только если альтернатив не осталось. Мы знаем, что функции с переменным числом аргументов выбираются в последнюю очередь. </a:t>
            </a: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Чтобы узнать, какой перегруженный вариант был выбран, мы снова можем применить </a:t>
            </a:r>
            <a:r>
              <a:rPr lang="ru-RU"/>
              <a:t>sizeof</a:t>
            </a:r>
            <a:r>
              <a:rPr lang="ru-RU"/>
              <a:t> к типу возвращаемого функцией значения, для чего нужно, чтобы размеры этих типов были различны (поскольку мы не планируем их вызывать, то совершенно не важно, что именно мы будем возвращать, можно взять любой тип). </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endParaRPr lang="ru-RU"/>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3" name="Рисунок 12"/>
          <p:cNvPicPr>
            <a:picLocks noChangeAspect="1"/>
          </p:cNvPicPr>
          <p:nvPr/>
        </p:nvPicPr>
        <p:blipFill>
          <a:blip r:embed="rId2"/>
          <a:stretch/>
        </p:blipFill>
        <p:spPr bwMode="auto">
          <a:xfrm>
            <a:off x="622061" y="1654835"/>
            <a:ext cx="6851087" cy="493704"/>
          </a:xfrm>
          <a:prstGeom prst="rect">
            <a:avLst/>
          </a:prstGeom>
        </p:spPr>
      </p:pic>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63972" y="955318"/>
            <a:ext cx="10871603" cy="6448945"/>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Теперь точно так же, как делали это раньше в тесте </a:t>
            </a:r>
            <a:r>
              <a:rPr lang="ru-RU"/>
              <a:t>is_class</a:t>
            </a:r>
            <a:r>
              <a:rPr lang="ru-RU"/>
              <a:t>, мы можем сравнить размер типа, возвращаемого выбранным перегруженным вариантом, с размером типа </a:t>
            </a:r>
            <a:r>
              <a:rPr lang="ru-RU"/>
              <a:t>yes</a:t>
            </a:r>
            <a:r>
              <a:rPr lang="ru-RU"/>
              <a:t> и тем самым определить, имеется ли функция-член Т:: </a:t>
            </a:r>
            <a:r>
              <a:rPr lang="ru-RU"/>
              <a:t>sort</a:t>
            </a:r>
            <a:r>
              <a:rPr lang="ru-RU"/>
              <a:t> в произвольном типе Т. </a:t>
            </a: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Чтобы выбрать правильную специализацию шаблона </a:t>
            </a:r>
            <a:r>
              <a:rPr lang="ru-RU"/>
              <a:t>fast_sort_helper</a:t>
            </a:r>
            <a:r>
              <a:rPr lang="ru-RU"/>
              <a:t>, необходимо использовать этот размер в качестве параметра шаблона, а это означает, что в дополнение к параметру-типу Т наш шаблон и </a:t>
            </a:r>
            <a:r>
              <a:rPr lang="ru-RU"/>
              <a:t>fast_sort_helper</a:t>
            </a:r>
            <a:r>
              <a:rPr lang="ru-RU"/>
              <a:t> должен принимать целочисленный параметр. Вот теперь мы готовы собрать все вместе </a:t>
            </a:r>
            <a:endParaRPr/>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856425" y="2455558"/>
            <a:ext cx="8394162" cy="2376169"/>
          </a:xfrm>
          <a:prstGeom prst="rect">
            <a:avLst/>
          </a:prstGeom>
        </p:spPr>
      </p:pic>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20" name="Рисунок 19"/>
          <p:cNvPicPr>
            <a:picLocks noChangeAspect="1"/>
          </p:cNvPicPr>
          <p:nvPr/>
        </p:nvPicPr>
        <p:blipFill>
          <a:blip r:embed="rId2"/>
          <a:srcRect l="0" t="0" r="12557" b="0"/>
          <a:stretch/>
        </p:blipFill>
        <p:spPr bwMode="auto">
          <a:xfrm>
            <a:off x="6137139" y="1197342"/>
            <a:ext cx="5766890" cy="4665322"/>
          </a:xfrm>
          <a:prstGeom prst="rect">
            <a:avLst/>
          </a:prstGeom>
        </p:spPr>
      </p:pic>
      <p:pic>
        <p:nvPicPr>
          <p:cNvPr id="13" name="Рисунок 12"/>
          <p:cNvPicPr>
            <a:picLocks noChangeAspect="1"/>
          </p:cNvPicPr>
          <p:nvPr/>
        </p:nvPicPr>
        <p:blipFill>
          <a:blip r:embed="rId3"/>
          <a:srcRect l="0" t="0" r="11313" b="0"/>
          <a:stretch/>
        </p:blipFill>
        <p:spPr bwMode="auto">
          <a:xfrm>
            <a:off x="139853" y="1197342"/>
            <a:ext cx="5997286" cy="47256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63972" y="955318"/>
            <a:ext cx="10871603" cy="3405035"/>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Поздравляю! </a:t>
            </a:r>
            <a:endParaRPr/>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r>
              <a:rPr lang="ru-RU"/>
              <a:t>……………….</a:t>
            </a:r>
            <a:endParaRPr/>
          </a:p>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Мы решили ползадачи :с</a:t>
            </a:r>
            <a:endParaRPr/>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63972" y="955318"/>
            <a:ext cx="10871603" cy="4402231"/>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endParaRPr lang="en-US"/>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Мы умеем определять, что нужно вызвать функцию-член </a:t>
            </a:r>
            <a:r>
              <a:rPr lang="ru-RU"/>
              <a:t>sort</a:t>
            </a:r>
            <a:r>
              <a:rPr lang="ru-RU"/>
              <a:t>(), но можно ли вызывать std::</a:t>
            </a:r>
            <a:r>
              <a:rPr lang="ru-RU"/>
              <a:t>sort</a:t>
            </a:r>
            <a:r>
              <a:rPr lang="ru-RU"/>
              <a:t>, мы не знаем. </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endParaRPr lang="ru-RU"/>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Чтобы это было возможно, в контейнере должны быть определены функции-члены </a:t>
            </a:r>
            <a:r>
              <a:rPr lang="ru-RU"/>
              <a:t>beg</a:t>
            </a:r>
            <a:r>
              <a:rPr lang="en-US"/>
              <a:t>i</a:t>
            </a:r>
            <a:r>
              <a:rPr lang="ru-RU"/>
              <a:t>n() и </a:t>
            </a:r>
            <a:r>
              <a:rPr lang="ru-RU"/>
              <a:t>end</a:t>
            </a:r>
            <a:r>
              <a:rPr lang="ru-RU"/>
              <a:t>(). </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endParaRPr lang="ru-RU"/>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Вторую часть задачи можно решить так же, как первую, проверив наличие функций-членов </a:t>
            </a:r>
            <a:r>
              <a:rPr lang="ru-RU"/>
              <a:t>begin</a:t>
            </a:r>
            <a:r>
              <a:rPr lang="ru-RU"/>
              <a:t>() и </a:t>
            </a:r>
            <a:r>
              <a:rPr lang="ru-RU"/>
              <a:t>end</a:t>
            </a:r>
            <a:r>
              <a:rPr lang="ru-RU"/>
              <a:t>() с помощью двух аргументов типа указателя на член..</a:t>
            </a:r>
            <a:endParaRPr/>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751946" y="4816873"/>
            <a:ext cx="11177683" cy="113514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TextBox 15"/>
          <p:cNvSpPr txBox="1"/>
          <p:nvPr/>
        </p:nvSpPr>
        <p:spPr bwMode="auto">
          <a:xfrm>
            <a:off x="463971" y="955317"/>
            <a:ext cx="10871962" cy="3447648"/>
          </a:xfrm>
          <a:prstGeom prst="rect">
            <a:avLst/>
          </a:prstGeom>
          <a:noFill/>
        </p:spPr>
        <p:txBody>
          <a:bodyPr wrap="square" rtlCol="0">
            <a:spAutoFit/>
          </a:bodyPr>
          <a:lstStyle/>
          <a:p>
            <a:pPr marL="228600" marR="0" lvl="0" indent="-228600" defTabSz="914400">
              <a:lnSpc>
                <a:spcPct val="120000"/>
              </a:lnSpc>
              <a:spcBef>
                <a:spcPts val="1000"/>
              </a:spcBef>
              <a:spcAft>
                <a:spcPts val="0"/>
              </a:spcAft>
              <a:buClr>
                <a:schemeClr val="accent1"/>
              </a:buClr>
              <a:buSzPct val="110000"/>
              <a:buFont typeface="Wingdings"/>
              <a:buChar char="§"/>
              <a:defRPr/>
            </a:pPr>
            <a:endParaRPr lang="en-US"/>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Мы умеем определять, что нужно вызвать функцию-член </a:t>
            </a:r>
            <a:r>
              <a:rPr lang="ru-RU"/>
              <a:t>sort</a:t>
            </a:r>
            <a:r>
              <a:rPr lang="ru-RU"/>
              <a:t>(), но можно ли вызывать std::</a:t>
            </a:r>
            <a:r>
              <a:rPr lang="ru-RU"/>
              <a:t>sort</a:t>
            </a:r>
            <a:r>
              <a:rPr lang="ru-RU"/>
              <a:t>, мы не знаем. </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Чтобы это было возможно, в контейнере должны быть определены функции-члены </a:t>
            </a:r>
            <a:r>
              <a:rPr lang="ru-RU"/>
              <a:t>beg</a:t>
            </a:r>
            <a:r>
              <a:rPr lang="en-US"/>
              <a:t>i</a:t>
            </a:r>
            <a:r>
              <a:rPr lang="ru-RU"/>
              <a:t>n() и </a:t>
            </a:r>
            <a:r>
              <a:rPr lang="ru-RU"/>
              <a:t>end</a:t>
            </a:r>
            <a:r>
              <a:rPr lang="ru-RU"/>
              <a:t>(). </a:t>
            </a:r>
            <a:endParaRPr/>
          </a:p>
          <a:p>
            <a:pPr marL="228600" marR="0" lvl="0" indent="-228600" defTabSz="914400">
              <a:lnSpc>
                <a:spcPct val="120000"/>
              </a:lnSpc>
              <a:spcBef>
                <a:spcPts val="1000"/>
              </a:spcBef>
              <a:spcAft>
                <a:spcPts val="0"/>
              </a:spcAft>
              <a:buClr>
                <a:schemeClr val="accent1"/>
              </a:buClr>
              <a:buSzPct val="110000"/>
              <a:buFont typeface="Wingdings"/>
              <a:buChar char="§"/>
              <a:defRPr/>
            </a:pPr>
            <a:r>
              <a:rPr lang="ru-RU"/>
              <a:t>Вторую</a:t>
            </a:r>
            <a:r>
              <a:rPr lang="en-US"/>
              <a:t> </a:t>
            </a:r>
            <a:r>
              <a:rPr lang="ru-RU"/>
              <a:t>часть задачи можно решить так же, как первую, проверив наличие функций-членов </a:t>
            </a:r>
            <a:r>
              <a:rPr lang="ru-RU"/>
              <a:t>begin</a:t>
            </a:r>
            <a:r>
              <a:rPr lang="ru-RU"/>
              <a:t>() и </a:t>
            </a:r>
            <a:r>
              <a:rPr lang="ru-RU"/>
              <a:t>end</a:t>
            </a:r>
            <a:r>
              <a:rPr lang="ru-RU"/>
              <a:t>() с помощью двух аргументов типа указателя на член.</a:t>
            </a:r>
            <a:endParaRPr/>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632155" y="3993935"/>
            <a:ext cx="11177683" cy="113514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r>
              <a:rPr lang="en-US" sz="4000">
                <a:solidFill>
                  <a:srgbClr val="00B0F0"/>
                </a:solidFill>
              </a:rPr>
              <a:t> </a:t>
            </a:r>
            <a:r>
              <a:rPr lang="ru-RU" sz="4000">
                <a:solidFill>
                  <a:srgbClr val="00B0F0"/>
                </a:solidFill>
              </a:rPr>
              <a:t>Почти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8" name="Рисунок 17"/>
          <p:cNvPicPr>
            <a:picLocks noChangeAspect="1"/>
          </p:cNvPicPr>
          <p:nvPr/>
        </p:nvPicPr>
        <p:blipFill>
          <a:blip r:embed="rId2"/>
          <a:stretch/>
        </p:blipFill>
        <p:spPr bwMode="auto">
          <a:xfrm flipH="0" flipV="0">
            <a:off x="1099711" y="1329883"/>
            <a:ext cx="5121284" cy="4799205"/>
          </a:xfrm>
          <a:prstGeom prst="rect">
            <a:avLst/>
          </a:prstGeom>
        </p:spPr>
      </p:pic>
      <p:pic>
        <p:nvPicPr>
          <p:cNvPr id="21" name="Рисунок 20"/>
          <p:cNvPicPr>
            <a:picLocks noChangeAspect="1"/>
          </p:cNvPicPr>
          <p:nvPr/>
        </p:nvPicPr>
        <p:blipFill>
          <a:blip r:embed="rId3"/>
          <a:stretch/>
        </p:blipFill>
        <p:spPr bwMode="auto">
          <a:xfrm flipH="0" flipV="0">
            <a:off x="6216801" y="1065641"/>
            <a:ext cx="5699642" cy="482927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r>
              <a:rPr lang="en-US" sz="4000">
                <a:solidFill>
                  <a:srgbClr val="00B0F0"/>
                </a:solidFill>
              </a:rPr>
              <a:t> </a:t>
            </a:r>
            <a:r>
              <a:rPr lang="ru-RU" sz="4000">
                <a:solidFill>
                  <a:srgbClr val="00B0F0"/>
                </a:solidFill>
              </a:rPr>
              <a:t>Почти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955318"/>
            <a:ext cx="10871603" cy="2816156"/>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Этот способ написания такого кода весьма поучительный, но далеко не самый компактный. </a:t>
            </a: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C++11 предлагает несколько средств, намного упрощающих условную компиляцию. </a:t>
            </a: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Одно из них, std: :</a:t>
            </a:r>
            <a:r>
              <a:rPr lang="ru-RU"/>
              <a:t>enable_if</a:t>
            </a:r>
            <a:r>
              <a:rPr lang="ru-RU"/>
              <a:t> - шаблон класса, параметризованный булевым значением, который активирует неудачную подстановку, если это значение равно </a:t>
            </a:r>
            <a:r>
              <a:rPr lang="ru-RU"/>
              <a:t>false</a:t>
            </a:r>
            <a:r>
              <a:rPr lang="ru-RU"/>
              <a:t> </a:t>
            </a:r>
            <a:endParaRPr/>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a:t>
            </a:r>
            <a:r>
              <a:rPr lang="en-US" sz="4000">
                <a:solidFill>
                  <a:srgbClr val="00B0F0"/>
                </a:solidFill>
              </a:rPr>
              <a:t> </a:t>
            </a:r>
            <a:r>
              <a:rPr lang="ru-RU" sz="4000">
                <a:solidFill>
                  <a:srgbClr val="00B0F0"/>
                </a:solidFill>
              </a:rPr>
              <a:t>Почти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577183" y="1231602"/>
            <a:ext cx="5362614" cy="4833973"/>
          </a:xfrm>
          <a:prstGeom prst="rect">
            <a:avLst/>
          </a:prstGeom>
        </p:spPr>
      </p:pic>
      <p:pic>
        <p:nvPicPr>
          <p:cNvPr id="20" name="Рисунок 19"/>
          <p:cNvPicPr>
            <a:picLocks noChangeAspect="1"/>
          </p:cNvPicPr>
          <p:nvPr/>
        </p:nvPicPr>
        <p:blipFill>
          <a:blip r:embed="rId3"/>
          <a:stretch/>
        </p:blipFill>
        <p:spPr bwMode="auto">
          <a:xfrm>
            <a:off x="5628885" y="1156336"/>
            <a:ext cx="6510385" cy="468157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955318"/>
            <a:ext cx="10871603" cy="2023118"/>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Что не учтено в этом решении? </a:t>
            </a:r>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Можем ли мы успешно использовать</a:t>
            </a:r>
            <a:r>
              <a:rPr lang="en-US"/>
              <a:t> </a:t>
            </a:r>
            <a:r>
              <a:rPr lang="en-US"/>
              <a:t>fast_sort</a:t>
            </a:r>
            <a:r>
              <a:rPr lang="en-US"/>
              <a:t> </a:t>
            </a:r>
            <a:r>
              <a:rPr lang="ru-RU"/>
              <a:t>для решения нашей задачи? </a:t>
            </a:r>
            <a:endParaRPr/>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955318"/>
            <a:ext cx="10871603" cy="2483757"/>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endParaRPr lang="en-US"/>
          </a:p>
          <a:p>
            <a:pPr marL="228600" indent="-228600" defTabSz="914400">
              <a:lnSpc>
                <a:spcPct val="120000"/>
              </a:lnSpc>
              <a:spcBef>
                <a:spcPts val="1000"/>
              </a:spcBef>
              <a:spcAft>
                <a:spcPts val="0"/>
              </a:spcAft>
              <a:buClr>
                <a:schemeClr val="accent1"/>
              </a:buClr>
              <a:buSzPct val="110000"/>
              <a:buFont typeface="Wingdings"/>
              <a:buChar char="§"/>
              <a:defRPr/>
            </a:pPr>
            <a:r>
              <a:rPr lang="ru-RU"/>
              <a:t>А что если у нас у класса есть и собственный метод </a:t>
            </a:r>
            <a:r>
              <a:rPr lang="en-US"/>
              <a:t>sort </a:t>
            </a:r>
            <a:r>
              <a:rPr lang="ru-RU"/>
              <a:t>и итераторы </a:t>
            </a:r>
            <a:r>
              <a:rPr lang="en-US"/>
              <a:t>begin/end?</a:t>
            </a:r>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Вернемся к шаблону </a:t>
            </a:r>
            <a:r>
              <a:rPr lang="en-US"/>
              <a:t>fast_sort_helper</a:t>
            </a: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0" marR="0" lvl="0" indent="0" algn="l" defTabSz="914400">
              <a:lnSpc>
                <a:spcPct val="100000"/>
              </a:lnSpc>
              <a:spcBef>
                <a:spcPts val="0"/>
              </a:spcBef>
              <a:spcAft>
                <a:spcPts val="0"/>
              </a:spcAft>
              <a:buClrTx/>
              <a:buSzTx/>
              <a:buFontTx/>
              <a:buNone/>
              <a:defRPr/>
            </a:pPr>
            <a:endParaRPr lang="ru-RU" sz="4400" b="0" i="0" u="none" strike="noStrike" cap="none">
              <a:ln>
                <a:noFill/>
              </a:ln>
              <a:solidFill>
                <a:schemeClr val="tx1"/>
              </a:solidFill>
              <a:latin typeface="Arial"/>
            </a:endParaRPr>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6" name="Рисунок 15"/>
          <p:cNvPicPr>
            <a:picLocks noChangeAspect="1"/>
          </p:cNvPicPr>
          <p:nvPr/>
        </p:nvPicPr>
        <p:blipFill>
          <a:blip r:embed="rId2"/>
          <a:stretch/>
        </p:blipFill>
        <p:spPr bwMode="auto">
          <a:xfrm>
            <a:off x="1029779" y="1068224"/>
            <a:ext cx="4154447" cy="5648450"/>
          </a:xfrm>
          <a:prstGeom prst="rect">
            <a:avLst/>
          </a:prstGeom>
        </p:spPr>
      </p:pic>
      <p:pic>
        <p:nvPicPr>
          <p:cNvPr id="18" name="Рисунок 17"/>
          <p:cNvPicPr>
            <a:picLocks noChangeAspect="1"/>
          </p:cNvPicPr>
          <p:nvPr/>
        </p:nvPicPr>
        <p:blipFill>
          <a:blip r:embed="rId3"/>
          <a:stretch/>
        </p:blipFill>
        <p:spPr bwMode="auto">
          <a:xfrm>
            <a:off x="5844543" y="1223645"/>
            <a:ext cx="5807879" cy="48255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1034497"/>
            <a:ext cx="10871603" cy="3668697"/>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Решили ли мы все возможные проблемы?</a:t>
            </a:r>
            <a:endParaRPr lang="en-US"/>
          </a:p>
          <a:p>
            <a:pPr marL="228600" indent="-228600" defTabSz="914400">
              <a:lnSpc>
                <a:spcPct val="120000"/>
              </a:lnSpc>
              <a:spcBef>
                <a:spcPts val="1000"/>
              </a:spcBef>
              <a:spcAft>
                <a:spcPts val="0"/>
              </a:spcAft>
              <a:buClr>
                <a:schemeClr val="accent1"/>
              </a:buClr>
              <a:buSzPct val="110000"/>
              <a:buFont typeface="Wingdings"/>
              <a:buChar char="§"/>
              <a:defRPr/>
            </a:pPr>
            <a:endParaRPr lang="en-US" sz="4400" b="0" i="0" u="none" strike="noStrike" cap="none">
              <a:ln>
                <a:noFill/>
              </a:ln>
              <a:solidFill>
                <a:schemeClr val="tx1"/>
              </a:solidFill>
              <a:latin typeface="Arial"/>
            </a:endParaRPr>
          </a:p>
          <a:p>
            <a:pPr marL="228600" indent="-228600" defTabSz="914400">
              <a:lnSpc>
                <a:spcPct val="120000"/>
              </a:lnSpc>
              <a:spcBef>
                <a:spcPts val="1000"/>
              </a:spcBef>
              <a:spcAft>
                <a:spcPts val="0"/>
              </a:spcAft>
              <a:buClr>
                <a:schemeClr val="accent1"/>
              </a:buClr>
              <a:buSzPct val="110000"/>
              <a:buFont typeface="Wingdings"/>
              <a:buChar char="§"/>
              <a:defRPr/>
            </a:pPr>
            <a:r>
              <a:rPr lang="ru-RU"/>
              <a:t>Добавим в наш код </a:t>
            </a:r>
            <a:r>
              <a:rPr lang="en-US"/>
              <a:t>std::list </a:t>
            </a:r>
            <a:r>
              <a:rPr lang="ru-RU"/>
              <a:t> и </a:t>
            </a:r>
            <a:r>
              <a:rPr lang="en-US"/>
              <a:t>std::vector </a:t>
            </a:r>
            <a:r>
              <a:rPr lang="ru-RU"/>
              <a:t>и попробуем их отсортировать</a:t>
            </a:r>
            <a:endParaRPr/>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463972" y="2985873"/>
            <a:ext cx="6476946" cy="16288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1034497"/>
            <a:ext cx="10871603" cy="3188565"/>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Ответ может нас удивить:</a:t>
            </a:r>
            <a:endParaRPr/>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21" name="Рисунок 20"/>
          <p:cNvPicPr>
            <a:picLocks noChangeAspect="1"/>
          </p:cNvPicPr>
          <p:nvPr/>
        </p:nvPicPr>
        <p:blipFill>
          <a:blip r:embed="rId2"/>
          <a:stretch/>
        </p:blipFill>
        <p:spPr bwMode="auto">
          <a:xfrm>
            <a:off x="92365" y="2300987"/>
            <a:ext cx="10835511" cy="23438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1034497"/>
            <a:ext cx="10871603" cy="6413038"/>
          </a:xfrm>
          <a:prstGeom prst="rect">
            <a:avLst/>
          </a:prstGeom>
          <a:noFill/>
        </p:spPr>
        <p:txBody>
          <a:bodyPr wrap="square" rtlCol="0">
            <a:spAutoFit/>
          </a:bodyPr>
          <a:lstStyle/>
          <a:p>
            <a:pPr marL="228600" indent="-228600" defTabSz="914400">
              <a:lnSpc>
                <a:spcPct val="120000"/>
              </a:lnSpc>
              <a:spcBef>
                <a:spcPts val="1000"/>
              </a:spcBef>
              <a:spcAft>
                <a:spcPts val="0"/>
              </a:spcAft>
              <a:buClr>
                <a:schemeClr val="accent1"/>
              </a:buClr>
              <a:buSzPct val="110000"/>
              <a:buFont typeface="Wingdings"/>
              <a:buChar char="§"/>
              <a:defRPr/>
            </a:pPr>
            <a:r>
              <a:rPr lang="ru-RU"/>
              <a:t>Ответ может нас удивить:</a:t>
            </a:r>
            <a:endParaRPr/>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r>
              <a:rPr lang="ru-RU"/>
              <a:t>Нашему коду не удалась подстановка не для </a:t>
            </a:r>
            <a:r>
              <a:rPr lang="en-US"/>
              <a:t>std::list</a:t>
            </a:r>
            <a:r>
              <a:rPr lang="ru-RU"/>
              <a:t>, не для </a:t>
            </a:r>
            <a:r>
              <a:rPr lang="en-US"/>
              <a:t>std::vector</a:t>
            </a: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a:p>
            <a:pPr marL="228600" indent="-228600" defTabSz="914400">
              <a:lnSpc>
                <a:spcPct val="120000"/>
              </a:lnSpc>
              <a:spcBef>
                <a:spcPts val="1000"/>
              </a:spcBef>
              <a:spcAft>
                <a:spcPts val="0"/>
              </a:spcAft>
              <a:buClr>
                <a:schemeClr val="accent1"/>
              </a:buClr>
              <a:buSzPct val="110000"/>
              <a:buFont typeface="Wingdings"/>
              <a:buChar char="§"/>
              <a:defRPr/>
            </a:pPr>
            <a:endParaRPr lang="ru-RU"/>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21" name="Рисунок 20"/>
          <p:cNvPicPr>
            <a:picLocks noChangeAspect="1"/>
          </p:cNvPicPr>
          <p:nvPr/>
        </p:nvPicPr>
        <p:blipFill>
          <a:blip r:embed="rId2"/>
          <a:stretch/>
        </p:blipFill>
        <p:spPr bwMode="auto">
          <a:xfrm>
            <a:off x="277096" y="1879182"/>
            <a:ext cx="10835511" cy="2343880"/>
          </a:xfrm>
          <a:prstGeom prst="rect">
            <a:avLst/>
          </a:prstGeom>
        </p:spPr>
      </p:pic>
      <p:pic>
        <p:nvPicPr>
          <p:cNvPr id="15" name="Рисунок 14"/>
          <p:cNvPicPr>
            <a:picLocks noChangeAspect="1"/>
          </p:cNvPicPr>
          <p:nvPr/>
        </p:nvPicPr>
        <p:blipFill>
          <a:blip r:embed="rId3"/>
          <a:stretch/>
        </p:blipFill>
        <p:spPr bwMode="auto">
          <a:xfrm>
            <a:off x="8361779" y="3888336"/>
            <a:ext cx="3758918" cy="277065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1034497"/>
            <a:ext cx="10871603" cy="5515356"/>
          </a:xfrm>
          <a:prstGeom prst="rect">
            <a:avLst/>
          </a:prstGeom>
          <a:noFill/>
        </p:spPr>
        <p:txBody>
          <a:bodyPr wrap="square" rtlCol="0">
            <a:spAutoFit/>
          </a:bodyPr>
          <a:lstStyle/>
          <a:p>
            <a:pPr marL="228600" lvl="0" indent="-228600" defTabSz="914400">
              <a:lnSpc>
                <a:spcPct val="120000"/>
              </a:lnSpc>
              <a:spcBef>
                <a:spcPts val="1000"/>
              </a:spcBef>
              <a:spcAft>
                <a:spcPts val="0"/>
              </a:spcAft>
              <a:buClr>
                <a:schemeClr val="accent1"/>
              </a:buClr>
              <a:buSzPct val="110000"/>
              <a:buFont typeface="Wingdings"/>
              <a:buChar char="§"/>
              <a:defRPr/>
            </a:pPr>
            <a:r>
              <a:rPr lang="ru-RU"/>
              <a:t>Как такое может быть?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Мы точно знаем, что в std::</a:t>
            </a:r>
            <a:r>
              <a:rPr lang="ru-RU"/>
              <a:t>list</a:t>
            </a:r>
            <a:r>
              <a:rPr lang="ru-RU"/>
              <a:t> есть функция-член </a:t>
            </a:r>
            <a:r>
              <a:rPr lang="ru-RU"/>
              <a:t>sort</a:t>
            </a:r>
            <a:r>
              <a:rPr lang="ru-RU"/>
              <a:t>(), а в std::vector - функции </a:t>
            </a:r>
            <a:r>
              <a:rPr lang="ru-RU"/>
              <a:t>begin</a:t>
            </a:r>
            <a:r>
              <a:rPr lang="ru-RU"/>
              <a:t>() и </a:t>
            </a:r>
            <a:r>
              <a:rPr lang="ru-RU"/>
              <a:t>end</a:t>
            </a:r>
            <a:r>
              <a:rPr lang="ru-RU"/>
              <a:t>().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Проблема в том, что таких функций слишком много. Все они перегружены.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Например, в std::</a:t>
            </a:r>
            <a:r>
              <a:rPr lang="ru-RU"/>
              <a:t>list</a:t>
            </a:r>
            <a:r>
              <a:rPr lang="ru-RU"/>
              <a:t> имеется два объявления </a:t>
            </a:r>
            <a:r>
              <a:rPr lang="ru-RU"/>
              <a:t>sort</a:t>
            </a:r>
            <a:r>
              <a:rPr lang="ru-RU"/>
              <a:t>(): </a:t>
            </a:r>
            <a:r>
              <a:rPr lang="ru-RU"/>
              <a:t>обыч-ая</a:t>
            </a:r>
            <a:r>
              <a:rPr lang="ru-RU"/>
              <a:t> функция-член void </a:t>
            </a:r>
            <a:r>
              <a:rPr lang="ru-RU"/>
              <a:t>sort</a:t>
            </a:r>
            <a:r>
              <a:rPr lang="ru-RU"/>
              <a:t>() без аргументов и шаблонная функция-член void </a:t>
            </a:r>
            <a:r>
              <a:rPr lang="ru-RU"/>
              <a:t>sort</a:t>
            </a:r>
            <a:r>
              <a:rPr lang="ru-RU"/>
              <a:t>(</a:t>
            </a:r>
            <a:r>
              <a:rPr lang="ru-RU"/>
              <a:t>Compare</a:t>
            </a:r>
            <a:r>
              <a:rPr lang="ru-RU"/>
              <a:t>), принимающая объект сравнения, который должен использоваться вместо </a:t>
            </a:r>
            <a:r>
              <a:rPr lang="ru-RU"/>
              <a:t>operator</a:t>
            </a:r>
            <a:r>
              <a:rPr lang="ru-RU"/>
              <a:t>&lt;().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Мы хотели вызвать </a:t>
            </a:r>
            <a:r>
              <a:rPr lang="ru-RU"/>
              <a:t>sort</a:t>
            </a:r>
            <a:r>
              <a:rPr lang="ru-RU"/>
              <a:t>() без аргументов, поэтому должны знать, будет этот вызов компилироваться или нет. Но задавали-то мы другой вопрос: «Существует ли функция T::sort?», а про аргументы не было сказано ни слова.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И получили в ответ встречный вопрос: «А какую </a:t>
            </a:r>
            <a:r>
              <a:rPr lang="ru-RU"/>
              <a:t>sort</a:t>
            </a:r>
            <a:r>
              <a:rPr lang="ru-RU"/>
              <a:t> вы </a:t>
            </a:r>
            <a:r>
              <a:rPr lang="ru-RU"/>
              <a:t>име</a:t>
            </a:r>
            <a:r>
              <a:rPr lang="ru-RU"/>
              <a:t>- ли в виду?» В результате подстановка завершилась неудачей из-за неоднозначности (есть два возможных ответа, поэтому на вопрос нельзя ответить определенно).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А мы неправильно интерпретировали неудавшуюся подстановку как признак того, что в типе вовсе нет функции-члена </a:t>
            </a:r>
            <a:r>
              <a:rPr lang="ru-RU"/>
              <a:t>sort</a:t>
            </a:r>
            <a:r>
              <a:rPr lang="ru-RU"/>
              <a:t>(). </a:t>
            </a:r>
            <a:endParaRPr/>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 name="TextBox 9"/>
          <p:cNvSpPr txBox="1"/>
          <p:nvPr/>
        </p:nvSpPr>
        <p:spPr bwMode="auto">
          <a:xfrm>
            <a:off x="482664" y="227146"/>
            <a:ext cx="11476666" cy="707886"/>
          </a:xfrm>
          <a:prstGeom prst="rect">
            <a:avLst/>
          </a:prstGeom>
          <a:noFill/>
        </p:spPr>
        <p:txBody>
          <a:bodyPr wrap="square" rtlCol="0">
            <a:spAutoFit/>
          </a:bodyPr>
          <a:lstStyle/>
          <a:p>
            <a:pPr>
              <a:defRPr/>
            </a:pPr>
            <a:r>
              <a:rPr lang="ru-RU" sz="4000">
                <a:solidFill>
                  <a:srgbClr val="00B0F0"/>
                </a:solidFill>
              </a:rPr>
              <a:t>Продвинутое применение </a:t>
            </a:r>
            <a:r>
              <a:rPr lang="en-US" sz="4000">
                <a:solidFill>
                  <a:srgbClr val="00B0F0"/>
                </a:solidFill>
              </a:rPr>
              <a:t>SFINAE</a:t>
            </a:r>
            <a:r>
              <a:rPr lang="ru-RU" sz="4000">
                <a:solidFill>
                  <a:srgbClr val="00B0F0"/>
                </a:solidFill>
              </a:rPr>
              <a:t>. Итог</a:t>
            </a:r>
            <a:endParaRPr/>
          </a:p>
        </p:txBody>
      </p:sp>
      <p:sp>
        <p:nvSpPr>
          <p:cNvPr id="2" name="Объект 2"/>
          <p:cNvSpPr txBox="1"/>
          <p:nvPr/>
        </p:nvSpPr>
        <p:spPr bwMode="auto">
          <a:xfrm>
            <a:off x="184731" y="1356837"/>
            <a:ext cx="11430086" cy="5252980"/>
          </a:xfrm>
          <a:prstGeom prst="rect">
            <a:avLst/>
          </a:prstGeom>
        </p:spPr>
        <p:txBody>
          <a:bodyPr vert="horz" lIns="91440" tIns="45720" rIns="91440" bIns="45720" rtlCol="0">
            <a:normAutofit/>
          </a:bodyPr>
          <a:lstStyle>
            <a:lvl1pPr marL="228600" indent="-228600" algn="l" defTabSz="914400">
              <a:lnSpc>
                <a:spcPct val="120000"/>
              </a:lnSpc>
              <a:spcBef>
                <a:spcPts val="1000"/>
              </a:spcBef>
              <a:buClr>
                <a:schemeClr val="accent1"/>
              </a:buClr>
              <a:buSzPct val="110000"/>
              <a:buFont typeface="Wingdings"/>
              <a:buChar char="§"/>
              <a:defRPr sz="1800">
                <a:solidFill>
                  <a:schemeClr val="tx1"/>
                </a:solidFill>
                <a:latin typeface="+mn-lt"/>
                <a:ea typeface="+mn-ea"/>
                <a:cs typeface="+mn-cs"/>
              </a:defRPr>
            </a:lvl1pPr>
            <a:lvl2pPr marL="685800" indent="-228600" algn="l" defTabSz="914400">
              <a:lnSpc>
                <a:spcPct val="120000"/>
              </a:lnSpc>
              <a:spcBef>
                <a:spcPts val="500"/>
              </a:spcBef>
              <a:buClr>
                <a:schemeClr val="accent1"/>
              </a:buClr>
              <a:buSzPct val="110000"/>
              <a:buFont typeface="Wingdings"/>
              <a:buChar char="§"/>
              <a:defRPr sz="1600">
                <a:solidFill>
                  <a:schemeClr val="tx1"/>
                </a:solidFill>
                <a:latin typeface="+mn-lt"/>
                <a:ea typeface="+mn-ea"/>
                <a:cs typeface="+mn-cs"/>
              </a:defRPr>
            </a:lvl2pPr>
            <a:lvl3pPr marL="1143000" indent="-228600" algn="l" defTabSz="914400">
              <a:lnSpc>
                <a:spcPct val="120000"/>
              </a:lnSpc>
              <a:spcBef>
                <a:spcPts val="500"/>
              </a:spcBef>
              <a:buClr>
                <a:schemeClr val="accent1"/>
              </a:buClr>
              <a:buSzPct val="110000"/>
              <a:buFont typeface="Wingdings"/>
              <a:buChar char="§"/>
              <a:defRPr sz="1400">
                <a:solidFill>
                  <a:schemeClr val="tx1"/>
                </a:solidFill>
                <a:latin typeface="+mn-lt"/>
                <a:ea typeface="+mn-ea"/>
                <a:cs typeface="+mn-cs"/>
              </a:defRPr>
            </a:lvl3pPr>
            <a:lvl4pPr marL="1600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4pPr>
            <a:lvl5pPr marL="20574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5pPr>
            <a:lvl6pPr marL="25146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6pPr>
            <a:lvl7pPr marL="29718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7pPr>
            <a:lvl8pPr marL="34290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8pPr>
            <a:lvl9pPr marL="3886200" indent="-228600" algn="l" defTabSz="914400">
              <a:lnSpc>
                <a:spcPct val="120000"/>
              </a:lnSpc>
              <a:spcBef>
                <a:spcPts val="500"/>
              </a:spcBef>
              <a:buClr>
                <a:schemeClr val="accent1"/>
              </a:buClr>
              <a:buSzPct val="110000"/>
              <a:buFont typeface="Wingdings"/>
              <a:buChar char="§"/>
              <a:defRPr sz="1200">
                <a:solidFill>
                  <a:schemeClr val="tx1"/>
                </a:solidFill>
                <a:latin typeface="+mn-lt"/>
                <a:ea typeface="+mn-ea"/>
                <a:cs typeface="+mn-cs"/>
              </a:defRPr>
            </a:lvl9pPr>
          </a:lstStyle>
          <a:p>
            <a:pPr>
              <a:defRPr/>
            </a:pPr>
            <a:endParaRPr lang="en-US"/>
          </a:p>
          <a:p>
            <a:pPr>
              <a:defRPr/>
            </a:pPr>
            <a:endParaRPr lang="en-US"/>
          </a:p>
          <a:p>
            <a:pPr>
              <a:defRPr/>
            </a:pPr>
            <a:endParaRPr lang="en-US"/>
          </a:p>
          <a:p>
            <a:pPr>
              <a:defRPr/>
            </a:pPr>
            <a:endParaRPr lang="en-US"/>
          </a:p>
          <a:p>
            <a:pPr>
              <a:defRPr/>
            </a:pPr>
            <a:endParaRPr lang="en-US"/>
          </a:p>
          <a:p>
            <a:pPr>
              <a:defRPr/>
            </a:pPr>
            <a:endParaRPr lang="en-US"/>
          </a:p>
          <a:p>
            <a:pPr marL="0" indent="0">
              <a:buFont typeface="Wingdings"/>
              <a:buNone/>
              <a:defRPr/>
            </a:pPr>
            <a:endParaRPr lang="en-US"/>
          </a:p>
          <a:p>
            <a:pPr marL="0" indent="0">
              <a:buFont typeface="Wingdings"/>
              <a:buNone/>
              <a:defRPr/>
            </a:pPr>
            <a:endParaRPr lang="en-US"/>
          </a:p>
          <a:p>
            <a:pPr marL="0" indent="0">
              <a:buFont typeface="Wingdings"/>
              <a:buNone/>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en-US"/>
          </a:p>
          <a:p>
            <a:pPr>
              <a:defRPr/>
            </a:pPr>
            <a:endParaRPr lang="ru-RU"/>
          </a:p>
        </p:txBody>
      </p:sp>
      <p:sp>
        <p:nvSpPr>
          <p:cNvPr id="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5"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9" name="Rectangle 3"/>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7" name="Rectangle 3"/>
          <p:cNvSpPr>
            <a:spLocks noChangeArrowheads="1"/>
          </p:cNvSpPr>
          <p:nvPr/>
        </p:nvSpPr>
        <p:spPr bwMode="auto">
          <a:xfrm>
            <a:off x="0" y="288409"/>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1"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8"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4"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7"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9" name="Rectangle 3"/>
          <p:cNvSpPr>
            <a:spLocks noChangeArrowheads="1"/>
          </p:cNvSpPr>
          <p:nvPr/>
        </p:nvSpPr>
        <p:spPr bwMode="auto">
          <a:xfrm>
            <a:off x="184731" y="1231602"/>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2"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20" name="TextBox 19"/>
          <p:cNvSpPr txBox="1"/>
          <p:nvPr/>
        </p:nvSpPr>
        <p:spPr bwMode="auto">
          <a:xfrm>
            <a:off x="463972" y="1034497"/>
            <a:ext cx="10871603" cy="2675604"/>
          </a:xfrm>
          <a:prstGeom prst="rect">
            <a:avLst/>
          </a:prstGeom>
          <a:noFill/>
        </p:spPr>
        <p:txBody>
          <a:bodyPr wrap="square" rtlCol="0">
            <a:spAutoFit/>
          </a:bodyPr>
          <a:lstStyle/>
          <a:p>
            <a:pPr marL="228600" lvl="0" indent="-228600" defTabSz="914400">
              <a:lnSpc>
                <a:spcPct val="120000"/>
              </a:lnSpc>
              <a:spcBef>
                <a:spcPts val="1000"/>
              </a:spcBef>
              <a:spcAft>
                <a:spcPts val="0"/>
              </a:spcAft>
              <a:buClr>
                <a:schemeClr val="accent1"/>
              </a:buClr>
              <a:buSzPct val="110000"/>
              <a:buFont typeface="Wingdings"/>
              <a:buChar char="§"/>
              <a:defRPr/>
            </a:pPr>
            <a:r>
              <a:rPr lang="ru-RU"/>
              <a:t>Чтобы исправить ситуацию, мы должны сузить вопрос - существует ли в типе функция-член </a:t>
            </a:r>
            <a:r>
              <a:rPr lang="ru-RU"/>
              <a:t>sort</a:t>
            </a:r>
            <a:r>
              <a:rPr lang="ru-RU"/>
              <a:t>() без аргументов?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Для этого попытаемся привести указатель на функцию-член &amp;T::</a:t>
            </a:r>
            <a:r>
              <a:rPr lang="ru-RU"/>
              <a:t>sort</a:t>
            </a:r>
            <a:r>
              <a:rPr lang="ru-RU"/>
              <a:t> к определенному типу, например void (Т: :*)(), т. е. к типу указателя на функцию-член без аргументов, возвращающую void. </a:t>
            </a:r>
            <a:endParaRPr/>
          </a:p>
          <a:p>
            <a:pPr marL="228600" lvl="0" indent="-228600" defTabSz="914400">
              <a:lnSpc>
                <a:spcPct val="120000"/>
              </a:lnSpc>
              <a:spcBef>
                <a:spcPts val="1000"/>
              </a:spcBef>
              <a:spcAft>
                <a:spcPts val="0"/>
              </a:spcAft>
              <a:buClr>
                <a:schemeClr val="accent1"/>
              </a:buClr>
              <a:buSzPct val="110000"/>
              <a:buFont typeface="Wingdings"/>
              <a:buChar char="§"/>
              <a:defRPr/>
            </a:pPr>
            <a:r>
              <a:rPr lang="ru-RU"/>
              <a:t>Если это получится, то функция-член желаемого типа существует, а остальные перегруженные варианты мы можем спокойно игнорировать</a:t>
            </a:r>
            <a:endParaRPr/>
          </a:p>
        </p:txBody>
      </p:sp>
      <p:sp>
        <p:nvSpPr>
          <p:cNvPr id="13"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sp>
        <p:nvSpPr>
          <p:cNvPr id="16" name="Rectangle 1"/>
          <p:cNvSpPr>
            <a:spLocks noChangeArrowheads="1"/>
          </p:cNvSpPr>
          <p:nvPr/>
        </p:nvSpPr>
        <p:spPr bwMode="auto">
          <a:xfrm>
            <a:off x="0" y="67017"/>
            <a:ext cx="184731" cy="323165"/>
          </a:xfrm>
          <a:prstGeom prst="rect">
            <a:avLst/>
          </a:prstGeom>
          <a:solidFill>
            <a:srgbClr val="FFFFFF"/>
          </a:solidFill>
          <a:ln>
            <a:noFill/>
          </a:ln>
          <a:effectLst/>
        </p:spPr>
        <p:txBody>
          <a:bodyPr vert="horz" wrap="none" lIns="91440" tIns="0" rIns="91440" bIns="4572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rial"/>
            </a:endParaRPr>
          </a:p>
        </p:txBody>
      </p:sp>
      <p:pic>
        <p:nvPicPr>
          <p:cNvPr id="15" name="Рисунок 14"/>
          <p:cNvPicPr>
            <a:picLocks noChangeAspect="1"/>
          </p:cNvPicPr>
          <p:nvPr/>
        </p:nvPicPr>
        <p:blipFill>
          <a:blip r:embed="rId2"/>
          <a:stretch/>
        </p:blipFill>
        <p:spPr bwMode="auto">
          <a:xfrm>
            <a:off x="708688" y="3710101"/>
            <a:ext cx="8384598" cy="22890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Для тех кто хочет почитать что-то еще</a:t>
            </a:r>
            <a:endParaRPr/>
          </a:p>
        </p:txBody>
      </p:sp>
      <p:sp>
        <p:nvSpPr>
          <p:cNvPr id="11" name="Объект 10"/>
          <p:cNvSpPr>
            <a:spLocks noGrp="1"/>
          </p:cNvSpPr>
          <p:nvPr>
            <p:ph idx="1"/>
          </p:nvPr>
        </p:nvSpPr>
        <p:spPr bwMode="auto">
          <a:xfrm>
            <a:off x="5301327" y="953835"/>
            <a:ext cx="6281873" cy="5248622"/>
          </a:xfrm>
        </p:spPr>
        <p:txBody>
          <a:bodyPr/>
          <a:lstStyle/>
          <a:p>
            <a:pPr marL="0" indent="0">
              <a:buNone/>
              <a:defRPr/>
            </a:pPr>
            <a:r>
              <a:rPr lang="ru-RU"/>
              <a:t>Лекция разработана на базе открытых лекций </a:t>
            </a:r>
            <a:r>
              <a:rPr lang="ru-RU" u="sng"/>
              <a:t>Константина Владимирова </a:t>
            </a:r>
            <a:r>
              <a:rPr lang="ru-RU"/>
              <a:t>(МФТИ, </a:t>
            </a:r>
            <a:r>
              <a:rPr lang="en-US"/>
              <a:t>iLAB</a:t>
            </a:r>
            <a:r>
              <a:rPr lang="ru-RU"/>
              <a:t>) (Базовый курс, Лекция:</a:t>
            </a:r>
            <a:r>
              <a:rPr lang="en-US"/>
              <a:t> 5, 6</a:t>
            </a:r>
            <a:r>
              <a:rPr lang="ru-RU"/>
              <a:t>)   </a:t>
            </a:r>
            <a:r>
              <a:rPr lang="en-US" u="sng">
                <a:hlinkClick r:id="rId2" tooltip="https://www.youtube.com/@tilir"/>
              </a:rPr>
              <a:t>https://www.youtube.com/@tilir</a:t>
            </a:r>
            <a:endParaRPr lang="ru-RU"/>
          </a:p>
          <a:p>
            <a:pPr marL="0" indent="0">
              <a:buNone/>
              <a:defRPr/>
            </a:pPr>
            <a:endParaRPr lang="ru-RU"/>
          </a:p>
          <a:p>
            <a:pPr marL="0" indent="0">
              <a:buNone/>
              <a:defRPr/>
            </a:pPr>
            <a:r>
              <a:rPr lang="ru-RU"/>
              <a:t>Также полезно изучить:</a:t>
            </a:r>
            <a:endParaRPr/>
          </a:p>
          <a:p>
            <a:pPr>
              <a:defRPr/>
            </a:pPr>
            <a:r>
              <a:rPr lang="ru-RU"/>
              <a:t>Идиомы и паттерны проектирования в современном С++ // Ф.Г. </a:t>
            </a:r>
            <a:r>
              <a:rPr lang="ru-RU"/>
              <a:t>Пикус</a:t>
            </a:r>
            <a:r>
              <a:rPr lang="ru-RU"/>
              <a:t> </a:t>
            </a:r>
            <a:endParaRPr/>
          </a:p>
          <a:p>
            <a:pPr>
              <a:defRPr/>
            </a:pPr>
            <a:r>
              <a:rPr lang="ru-RU"/>
              <a:t>Эффективный и современный С++ // </a:t>
            </a:r>
            <a:r>
              <a:rPr lang="ru-RU"/>
              <a:t>С.Майерс</a:t>
            </a:r>
            <a:endParaRPr lang="ru-RU"/>
          </a:p>
          <a:p>
            <a:pPr marL="0" indent="0">
              <a:buNone/>
              <a:defRPr/>
            </a:pPr>
            <a:endParaRPr lang="ru-RU"/>
          </a:p>
          <a:p>
            <a:pPr marL="0" indent="0">
              <a:buNone/>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Атлас">
  <a:themeElements>
    <a:clrScheme name="Атлас">
      <a:dk1>
        <a:sysClr val="windowText" lastClr="000000"/>
      </a:dk1>
      <a:lt1>
        <a:sysClr val="window" lastClr="FFFFFF"/>
      </a:lt1>
      <a:dk2>
        <a:srgbClr val="454545"/>
      </a:dk2>
      <a:lt2>
        <a:srgbClr val="E0E0E0"/>
      </a:lt2>
      <a:accent1>
        <a:srgbClr val="10B6F4"/>
      </a:accent1>
      <a:accent2>
        <a:srgbClr val="3C78C3"/>
      </a:accent2>
      <a:accent3>
        <a:srgbClr val="9F52D0"/>
      </a:accent3>
      <a:accent4>
        <a:srgbClr val="D64198"/>
      </a:accent4>
      <a:accent5>
        <a:srgbClr val="DA2228"/>
      </a:accent5>
      <a:accent6>
        <a:srgbClr val="F18318"/>
      </a:accent6>
      <a:hlink>
        <a:srgbClr val="38DDEC"/>
      </a:hlink>
      <a:folHlink>
        <a:srgbClr val="A8DEE8"/>
      </a:folHlink>
    </a:clrScheme>
    <a:fontScheme name="Атлас">
      <a:majorFont>
        <a:latin typeface="Calibri Light"/>
        <a:ea typeface="Arial"/>
        <a:cs typeface="Arial"/>
      </a:majorFont>
      <a:minorFont>
        <a:latin typeface="Rockwell"/>
        <a:ea typeface="Arial"/>
        <a:cs typeface="Arial"/>
      </a:minorFont>
    </a:fontScheme>
    <a:fmtScheme name="Атлас">
      <a:fillStyleLst>
        <a:solidFill>
          <a:schemeClr val="phClr"/>
        </a:solidFill>
        <a:gradFill>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solidFill>
        <a:gradFill>
          <a:gsLst>
            <a:gs pos="10000">
              <a:schemeClr val="phClr">
                <a:tint val="94000"/>
                <a:lumMod val="116000"/>
              </a:schemeClr>
            </a:gs>
            <a:gs pos="100000">
              <a:schemeClr val="phClr">
                <a:tint val="98000"/>
                <a:shade val="86000"/>
                <a:satMod val="90000"/>
                <a:lumMod val="88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TM16401371[[fn=Атлас]]</Template>
  <TotalTime>0</TotalTime>
  <Words>0</Words>
  <Application>R7-Office/2024.1.1.375</Application>
  <DocSecurity>0</DocSecurity>
  <PresentationFormat>Широкоэкранный</PresentationFormat>
  <Paragraphs>0</Paragraphs>
  <Slides>40</Slides>
  <Notes>40</Notes>
  <HiddenSlides>0</HiddenSlides>
  <MMClips>2</MMClips>
  <ScaleCrop>0</ScaleCrop>
  <HeadingPairs>
    <vt:vector size="4" baseType="variant">
      <vt:variant>
        <vt:lpstr>Theme</vt:lpstr>
      </vt:variant>
      <vt:variant>
        <vt:i4>1</vt:i4>
      </vt:variant>
      <vt:variant>
        <vt:lpstr>Slide Titles</vt:lpstr>
      </vt:variant>
      <vt:variant>
        <vt:i4>40</vt:i4>
      </vt:variant>
    </vt:vector>
  </HeadingPairs>
  <TitlesOfParts>
    <vt:vector size="4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0. Введение.</dc:title>
  <dc:subject/>
  <dc:creator>Василий Бугаев</dc:creator>
  <cp:keywords/>
  <dc:description/>
  <dc:identifier/>
  <dc:language/>
  <cp:lastModifiedBy>Кирилл Чубанов</cp:lastModifiedBy>
  <cp:revision>191</cp:revision>
  <dcterms:created xsi:type="dcterms:W3CDTF">2023-01-29T12:06:08Z</dcterms:created>
  <dcterms:modified xsi:type="dcterms:W3CDTF">2026-04-24T07:11:52Z</dcterms:modified>
  <cp:category/>
  <cp:contentStatus/>
  <cp:version/>
</cp:coreProperties>
</file>