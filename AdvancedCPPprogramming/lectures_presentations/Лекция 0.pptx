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4.xml" ContentType="application/vnd.openxmlformats-officedocument.presentationml.slid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Masters/slideMaster3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  <p:sldMasterId id="2147483674" r:id="rId3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2" d="112"/>
          <a:sy n="108" d="115"/>
        </p:scale>
        <p:origin x="47" y="114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ubTitle"/>
          </p:nvPr>
        </p:nvSpPr>
        <p:spPr bwMode="auto">
          <a:xfrm>
            <a:off x="5124960" y="690120"/>
            <a:ext cx="6264720" cy="911879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ubTitle"/>
          </p:nvPr>
        </p:nvSpPr>
        <p:spPr bwMode="auto">
          <a:xfrm>
            <a:off x="888840" y="2363760"/>
            <a:ext cx="3500640" cy="11405520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 bwMode="auto">
          <a:xfrm>
            <a:off x="724320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 bwMode="auto">
          <a:xfrm>
            <a:off x="936144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body"/>
          </p:nvPr>
        </p:nvSpPr>
        <p:spPr bwMode="auto">
          <a:xfrm>
            <a:off x="724320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body"/>
          </p:nvPr>
        </p:nvSpPr>
        <p:spPr bwMode="auto">
          <a:xfrm>
            <a:off x="936144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 bwMode="auto">
          <a:xfrm>
            <a:off x="5124960" y="690120"/>
            <a:ext cx="6264720" cy="911879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ubTitle"/>
          </p:nvPr>
        </p:nvSpPr>
        <p:spPr bwMode="auto">
          <a:xfrm>
            <a:off x="888840" y="2363760"/>
            <a:ext cx="3500640" cy="11405520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 bwMode="auto">
          <a:xfrm>
            <a:off x="724320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 bwMode="auto">
          <a:xfrm>
            <a:off x="936144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body"/>
          </p:nvPr>
        </p:nvSpPr>
        <p:spPr bwMode="auto">
          <a:xfrm>
            <a:off x="724320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31" name="PlaceHolder 7"/>
          <p:cNvSpPr>
            <a:spLocks noGrp="1"/>
          </p:cNvSpPr>
          <p:nvPr>
            <p:ph type="body"/>
          </p:nvPr>
        </p:nvSpPr>
        <p:spPr bwMode="auto">
          <a:xfrm>
            <a:off x="936144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 bwMode="auto">
          <a:xfrm>
            <a:off x="5124960" y="690120"/>
            <a:ext cx="6264720" cy="911879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 bwMode="auto">
          <a:xfrm>
            <a:off x="888840" y="2363760"/>
            <a:ext cx="3500640" cy="11405520"/>
          </a:xfrm>
          <a:prstGeom prst="rect">
            <a:avLst/>
          </a:prstGeom>
        </p:spPr>
        <p:txBody>
          <a:bodyPr lIns="0" tIns="0" rIns="0" bIns="0" anchor="ctr"/>
          <a:p>
            <a:pPr algn="ctr"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6854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6264720" cy="3268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body"/>
          </p:nvPr>
        </p:nvSpPr>
        <p:spPr bwMode="auto">
          <a:xfrm>
            <a:off x="8335440" y="8031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body"/>
          </p:nvPr>
        </p:nvSpPr>
        <p:spPr bwMode="auto">
          <a:xfrm>
            <a:off x="8335440" y="1161360"/>
            <a:ext cx="3057120" cy="326880"/>
          </a:xfrm>
          <a:prstGeom prst="rect">
            <a:avLst/>
          </a:prstGeom>
        </p:spPr>
        <p:txBody>
          <a:bodyPr lIns="0" tIns="0" rIns="0" bIns="0">
            <a:normAutofit fontScale="35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lIns="0" tIns="0" rIns="0" bIns="0" anchor="ctr"/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 bwMode="auto">
          <a:xfrm>
            <a:off x="724320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 bwMode="auto">
          <a:xfrm>
            <a:off x="9361440" y="8031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 bwMode="auto">
          <a:xfrm>
            <a:off x="512496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 type="body"/>
          </p:nvPr>
        </p:nvSpPr>
        <p:spPr bwMode="auto">
          <a:xfrm>
            <a:off x="724320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 type="body"/>
          </p:nvPr>
        </p:nvSpPr>
        <p:spPr bwMode="auto">
          <a:xfrm>
            <a:off x="9361440" y="1161360"/>
            <a:ext cx="2017080" cy="326880"/>
          </a:xfrm>
          <a:prstGeom prst="rect">
            <a:avLst/>
          </a:prstGeom>
        </p:spPr>
        <p:txBody>
          <a:bodyPr lIns="0" tIns="0" rIns="0" bIns="0">
            <a:normAutofit fontScale="9000"/>
          </a:bodyPr>
          <a:p>
            <a:pPr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0" name="Group 1"/>
          <p:cNvGrpSpPr/>
          <p:nvPr/>
        </p:nvGrpSpPr>
        <p:grpSpPr bwMode="auto">
          <a:xfrm>
            <a:off x="-329760" y="-59400"/>
            <a:ext cx="12515760" cy="6923520"/>
            <a:chOff x="-329760" y="-59400"/>
            <a:chExt cx="12515760" cy="6923520"/>
          </a:xfrm>
        </p:grpSpPr>
        <p:sp>
          <p:nvSpPr>
            <p:cNvPr id="1" name="CustomShape 2"/>
            <p:cNvSpPr/>
            <p:nvPr/>
          </p:nvSpPr>
          <p:spPr bwMode="auto">
            <a:xfrm>
              <a:off x="-329760" y="1290960"/>
              <a:ext cx="9702360" cy="5573160"/>
            </a:xfrm>
            <a:custGeom>
              <a:avLst/>
              <a:gdLst/>
              <a:ahLst/>
              <a:cxnLst/>
              <a:rect l="l" t="t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CustomShape 3"/>
            <p:cNvSpPr/>
            <p:nvPr/>
          </p:nvSpPr>
          <p:spPr bwMode="auto">
            <a:xfrm>
              <a:off x="670320" y="2010600"/>
              <a:ext cx="7373520" cy="4848480"/>
            </a:xfrm>
            <a:custGeom>
              <a:avLst/>
              <a:gdLst/>
              <a:ahLst/>
              <a:cxnLst/>
              <a:rect l="l" t="t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CustomShape 4"/>
            <p:cNvSpPr/>
            <p:nvPr/>
          </p:nvSpPr>
          <p:spPr bwMode="auto">
            <a:xfrm>
              <a:off x="251280" y="1780920"/>
              <a:ext cx="8035560" cy="5083200"/>
            </a:xfrm>
            <a:custGeom>
              <a:avLst/>
              <a:gdLst/>
              <a:ahLst/>
              <a:cxnLst/>
              <a:rect l="l" t="t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CustomShape 5"/>
            <p:cNvSpPr/>
            <p:nvPr/>
          </p:nvSpPr>
          <p:spPr bwMode="auto">
            <a:xfrm>
              <a:off x="-1080" y="542520"/>
              <a:ext cx="10334160" cy="6321600"/>
            </a:xfrm>
            <a:custGeom>
              <a:avLst/>
              <a:gdLst/>
              <a:ahLst/>
              <a:cxnLst/>
              <a:rect l="l" t="t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CustomShape 6"/>
            <p:cNvSpPr/>
            <p:nvPr/>
          </p:nvSpPr>
          <p:spPr bwMode="auto">
            <a:xfrm>
              <a:off x="3600" y="6178680"/>
              <a:ext cx="504360" cy="681120"/>
            </a:xfrm>
            <a:custGeom>
              <a:avLst/>
              <a:gdLst/>
              <a:ahLst/>
              <a:cxnLst/>
              <a:rect l="l" t="t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68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CustomShape 7"/>
            <p:cNvSpPr/>
            <p:nvPr/>
          </p:nvSpPr>
          <p:spPr bwMode="auto">
            <a:xfrm>
              <a:off x="-1080" y="-59400"/>
              <a:ext cx="11091600" cy="6923520"/>
            </a:xfrm>
            <a:custGeom>
              <a:avLst/>
              <a:gdLst/>
              <a:ahLst/>
              <a:cxnLst/>
              <a:rect l="l" t="t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CustomShape 8"/>
            <p:cNvSpPr/>
            <p:nvPr/>
          </p:nvSpPr>
          <p:spPr bwMode="auto">
            <a:xfrm>
              <a:off x="5426640" y="-1800"/>
              <a:ext cx="5787720" cy="6846840"/>
            </a:xfrm>
            <a:custGeom>
              <a:avLst/>
              <a:gdLst/>
              <a:ahLst/>
              <a:cxnLst/>
              <a:rect l="l" t="t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CustomShape 9"/>
            <p:cNvSpPr/>
            <p:nvPr/>
          </p:nvSpPr>
          <p:spPr bwMode="auto">
            <a:xfrm>
              <a:off x="-1080" y="-1800"/>
              <a:ext cx="1056960" cy="614160"/>
            </a:xfrm>
            <a:custGeom>
              <a:avLst/>
              <a:gdLst/>
              <a:ahLst/>
              <a:cxnLst/>
              <a:rect l="l" t="t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CustomShape 10"/>
            <p:cNvSpPr/>
            <p:nvPr/>
          </p:nvSpPr>
          <p:spPr bwMode="auto">
            <a:xfrm>
              <a:off x="5821920" y="-1800"/>
              <a:ext cx="5587560" cy="6865920"/>
            </a:xfrm>
            <a:custGeom>
              <a:avLst/>
              <a:gdLst/>
              <a:ahLst/>
              <a:cxnLst/>
              <a:rect l="l" t="t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CustomShape 11"/>
            <p:cNvSpPr/>
            <p:nvPr/>
          </p:nvSpPr>
          <p:spPr bwMode="auto">
            <a:xfrm>
              <a:off x="3600" y="-6840"/>
              <a:ext cx="595080" cy="352439"/>
            </a:xfrm>
            <a:custGeom>
              <a:avLst/>
              <a:gdLst/>
              <a:ahLst/>
              <a:cxnLst/>
              <a:rect l="l" t="t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CustomShape 12"/>
            <p:cNvSpPr/>
            <p:nvPr/>
          </p:nvSpPr>
          <p:spPr bwMode="auto">
            <a:xfrm>
              <a:off x="6012360" y="-1800"/>
              <a:ext cx="5497200" cy="6865920"/>
            </a:xfrm>
            <a:custGeom>
              <a:avLst/>
              <a:gdLst/>
              <a:ahLst/>
              <a:cxnLst/>
              <a:rect l="l" t="t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60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CustomShape 13"/>
            <p:cNvSpPr/>
            <p:nvPr/>
          </p:nvSpPr>
          <p:spPr bwMode="auto">
            <a:xfrm>
              <a:off x="-1080" y="-1800"/>
              <a:ext cx="356760" cy="213480"/>
            </a:xfrm>
            <a:custGeom>
              <a:avLst/>
              <a:gdLst/>
              <a:ahLst/>
              <a:cxnLst/>
              <a:rect l="l" t="t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60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CustomShape 14"/>
            <p:cNvSpPr/>
            <p:nvPr/>
          </p:nvSpPr>
          <p:spPr bwMode="auto">
            <a:xfrm>
              <a:off x="6210720" y="-6840"/>
              <a:ext cx="5522400" cy="6870600"/>
            </a:xfrm>
            <a:custGeom>
              <a:avLst/>
              <a:gdLst/>
              <a:ahLst/>
              <a:cxnLst/>
              <a:rect l="l" t="t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CustomShape 15"/>
            <p:cNvSpPr/>
            <p:nvPr/>
          </p:nvSpPr>
          <p:spPr bwMode="auto">
            <a:xfrm>
              <a:off x="6463080" y="-1800"/>
              <a:ext cx="5412960" cy="6865920"/>
            </a:xfrm>
            <a:custGeom>
              <a:avLst/>
              <a:gdLst/>
              <a:ahLst/>
              <a:cxnLst/>
              <a:rect l="l" t="t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CustomShape 16"/>
            <p:cNvSpPr/>
            <p:nvPr/>
          </p:nvSpPr>
          <p:spPr bwMode="auto">
            <a:xfrm>
              <a:off x="6877440" y="-1800"/>
              <a:ext cx="5036760" cy="6861240"/>
            </a:xfrm>
            <a:custGeom>
              <a:avLst/>
              <a:gdLst/>
              <a:ahLst/>
              <a:cxnLst/>
              <a:rect l="l" t="t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CustomShape 17"/>
            <p:cNvSpPr/>
            <p:nvPr/>
          </p:nvSpPr>
          <p:spPr bwMode="auto">
            <a:xfrm>
              <a:off x="8768160" y="-1800"/>
              <a:ext cx="3417480" cy="2741760"/>
            </a:xfrm>
            <a:custGeom>
              <a:avLst/>
              <a:gdLst/>
              <a:ahLst/>
              <a:cxnLst/>
              <a:rect l="l" t="t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CustomShape 18"/>
            <p:cNvSpPr/>
            <p:nvPr/>
          </p:nvSpPr>
          <p:spPr bwMode="auto">
            <a:xfrm>
              <a:off x="9235079" y="2880"/>
              <a:ext cx="2950920" cy="2554920"/>
            </a:xfrm>
            <a:custGeom>
              <a:avLst/>
              <a:gdLst/>
              <a:ahLst/>
              <a:cxnLst/>
              <a:rect l="l" t="t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CustomShape 19"/>
            <p:cNvSpPr/>
            <p:nvPr/>
          </p:nvSpPr>
          <p:spPr bwMode="auto">
            <a:xfrm>
              <a:off x="10020960" y="-1800"/>
              <a:ext cx="2165040" cy="1357920"/>
            </a:xfrm>
            <a:custGeom>
              <a:avLst/>
              <a:gdLst/>
              <a:ahLst/>
              <a:cxnLst/>
              <a:rect l="l" t="t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CustomShape 20"/>
            <p:cNvSpPr/>
            <p:nvPr/>
          </p:nvSpPr>
          <p:spPr bwMode="auto">
            <a:xfrm>
              <a:off x="11290680" y="-1800"/>
              <a:ext cx="894960" cy="534240"/>
            </a:xfrm>
            <a:custGeom>
              <a:avLst/>
              <a:gdLst/>
              <a:ahLst/>
              <a:cxnLst/>
              <a:rect l="l" t="t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" name="Group 21"/>
          <p:cNvGrpSpPr/>
          <p:nvPr/>
        </p:nvGrpSpPr>
        <p:grpSpPr bwMode="auto">
          <a:xfrm>
            <a:off x="1669320" y="1186560"/>
            <a:ext cx="8848080" cy="4477680"/>
            <a:chOff x="1669320" y="1186560"/>
            <a:chExt cx="8848080" cy="4477680"/>
          </a:xfrm>
        </p:grpSpPr>
        <p:sp>
          <p:nvSpPr>
            <p:cNvPr id="21" name="CustomShape 22"/>
            <p:cNvSpPr/>
            <p:nvPr/>
          </p:nvSpPr>
          <p:spPr bwMode="auto">
            <a:xfrm>
              <a:off x="1674000" y="1186560"/>
              <a:ext cx="8843400" cy="715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" name="CustomShape 23"/>
            <p:cNvSpPr/>
            <p:nvPr/>
          </p:nvSpPr>
          <p:spPr bwMode="auto">
            <a:xfrm rot="10800000">
              <a:off x="5892840" y="5313600"/>
              <a:ext cx="406800" cy="35064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3" name="CustomShape 24"/>
            <p:cNvSpPr/>
            <p:nvPr/>
          </p:nvSpPr>
          <p:spPr bwMode="auto">
            <a:xfrm>
              <a:off x="1669320" y="1991160"/>
              <a:ext cx="8845200" cy="3321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24" name="PlaceHolder 25"/>
          <p:cNvSpPr>
            <a:spLocks noGrp="1"/>
          </p:cNvSpPr>
          <p:nvPr>
            <p:ph type="title"/>
          </p:nvPr>
        </p:nvSpPr>
        <p:spPr bwMode="auto">
          <a:xfrm>
            <a:off x="1759320" y="2075400"/>
            <a:ext cx="8679600" cy="1748520"/>
          </a:xfrm>
          <a:prstGeom prst="rect">
            <a:avLst/>
          </a:prstGeom>
        </p:spPr>
        <p:txBody>
          <a:bodyPr lIns="228600" tIns="228600" rIns="228600" bIns="0" anchor="b">
            <a:normAutofit/>
          </a:bodyPr>
          <a:p>
            <a:pPr algn="ctr">
              <a:lnSpc>
                <a:spcPct val="80000"/>
              </a:lnSpc>
              <a:defRPr/>
            </a:pPr>
            <a:r>
              <a:rPr lang="en-US" sz="5400" b="0" strike="noStrike" spc="-150">
                <a:solidFill>
                  <a:srgbClr val="FFFEFF"/>
                </a:solidFill>
                <a:latin typeface="Calibri Light"/>
              </a:rPr>
              <a:t>Образец заголовка</a:t>
            </a:r>
            <a:endParaRPr lang="en-US" sz="54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5" name="PlaceHolder 26"/>
          <p:cNvSpPr>
            <a:spLocks noGrp="1"/>
          </p:cNvSpPr>
          <p:nvPr>
            <p:ph type="dt"/>
          </p:nvPr>
        </p:nvSpPr>
        <p:spPr bwMode="auto">
          <a:xfrm>
            <a:off x="804600" y="320040"/>
            <a:ext cx="3657240" cy="319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  <a:defRPr/>
            </a:pPr>
            <a:fld id="{5B11046D-7F55-42B3-A234-B8FE56B17080}" type="datetime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26" name="PlaceHolder 27"/>
          <p:cNvSpPr>
            <a:spLocks noGrp="1"/>
          </p:cNvSpPr>
          <p:nvPr>
            <p:ph type="ftr"/>
          </p:nvPr>
        </p:nvSpPr>
        <p:spPr bwMode="auto">
          <a:xfrm>
            <a:off x="804600" y="6226920"/>
            <a:ext cx="10588320" cy="319680"/>
          </a:xfrm>
          <a:prstGeom prst="rect">
            <a:avLst/>
          </a:prstGeom>
        </p:spPr>
        <p:txBody>
          <a:bodyPr anchor="ctr"/>
          <a:p>
            <a:pPr>
              <a:defRPr/>
            </a:pPr>
            <a:endParaRPr lang="ru-RU" sz="2400" b="0" strike="noStrike" spc="-1">
              <a:latin typeface="Times New Roman"/>
            </a:endParaRPr>
          </a:p>
        </p:txBody>
      </p:sp>
      <p:sp>
        <p:nvSpPr>
          <p:cNvPr id="27" name="PlaceHolder 28"/>
          <p:cNvSpPr>
            <a:spLocks noGrp="1"/>
          </p:cNvSpPr>
          <p:nvPr>
            <p:ph type="sldNum"/>
          </p:nvPr>
        </p:nvSpPr>
        <p:spPr bwMode="auto">
          <a:xfrm>
            <a:off x="10469880" y="320040"/>
            <a:ext cx="914040" cy="319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  <a:defRPr/>
            </a:pPr>
            <a:fld id="{FF5E028C-D9D1-406E-B173-230F79C41D14}" type="slidenum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28" name="PlaceHolder 29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Для правки структуры щёлкните мышью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Rockwell"/>
              </a:rPr>
              <a:t>Второй уровень структуры</a:t>
            </a:r>
            <a:endParaRPr lang="en-US" sz="1400" b="0" strike="noStrike" spc="-1">
              <a:solidFill>
                <a:srgbClr val="000000"/>
              </a:solidFill>
              <a:latin typeface="Rockwel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Третий уровень структуры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Четвёртый уровень структуры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Rockwell"/>
              </a:rPr>
              <a:t>Пятый уровень структуры</a:t>
            </a: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Rockwell"/>
              </a:rPr>
              <a:t>Шестой уровень структуры</a:t>
            </a: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Rockwell"/>
              </a:rPr>
              <a:t>Седьмой уровень структуры</a:t>
            </a:r>
            <a:endParaRPr lang="en-US" sz="20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5" name="Group 1"/>
          <p:cNvGrpSpPr/>
          <p:nvPr/>
        </p:nvGrpSpPr>
        <p:grpSpPr bwMode="auto"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66" name="CustomShape 2"/>
            <p:cNvSpPr/>
            <p:nvPr/>
          </p:nvSpPr>
          <p:spPr bwMode="auto">
            <a:xfrm>
              <a:off x="1306440" y="0"/>
              <a:ext cx="3862080" cy="6843240"/>
            </a:xfrm>
            <a:custGeom>
              <a:avLst/>
              <a:gdLst/>
              <a:ahLst/>
              <a:cxnLst/>
              <a:rect l="l" t="t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" name="CustomShape 3"/>
            <p:cNvSpPr/>
            <p:nvPr/>
          </p:nvSpPr>
          <p:spPr bwMode="auto">
            <a:xfrm>
              <a:off x="10626840" y="9360"/>
              <a:ext cx="1539360" cy="555120"/>
            </a:xfrm>
            <a:custGeom>
              <a:avLst/>
              <a:gdLst/>
              <a:ahLst/>
              <a:cxnLst/>
              <a:rect l="l" t="t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CustomShape 4"/>
            <p:cNvSpPr/>
            <p:nvPr/>
          </p:nvSpPr>
          <p:spPr bwMode="auto">
            <a:xfrm>
              <a:off x="10247400" y="5013360"/>
              <a:ext cx="1918800" cy="1829880"/>
            </a:xfrm>
            <a:custGeom>
              <a:avLst/>
              <a:gdLst/>
              <a:ahLst/>
              <a:cxnLst/>
              <a:rect l="l" t="t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" name="CustomShape 5"/>
            <p:cNvSpPr/>
            <p:nvPr/>
          </p:nvSpPr>
          <p:spPr bwMode="auto">
            <a:xfrm>
              <a:off x="1120680" y="0"/>
              <a:ext cx="3676320" cy="6843240"/>
            </a:xfrm>
            <a:custGeom>
              <a:avLst/>
              <a:gdLst/>
              <a:ahLst/>
              <a:cxnLst/>
              <a:rect l="l" t="t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" name="CustomShape 6"/>
            <p:cNvSpPr/>
            <p:nvPr/>
          </p:nvSpPr>
          <p:spPr bwMode="auto">
            <a:xfrm>
              <a:off x="11202840" y="9360"/>
              <a:ext cx="963360" cy="366480"/>
            </a:xfrm>
            <a:custGeom>
              <a:avLst/>
              <a:gdLst/>
              <a:ahLst/>
              <a:cxnLst/>
              <a:rect l="l" t="t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CustomShape 7"/>
            <p:cNvSpPr/>
            <p:nvPr/>
          </p:nvSpPr>
          <p:spPr bwMode="auto">
            <a:xfrm>
              <a:off x="10495079" y="5275440"/>
              <a:ext cx="1666440" cy="1577520"/>
            </a:xfrm>
            <a:custGeom>
              <a:avLst/>
              <a:gdLst/>
              <a:ahLst/>
              <a:cxnLst/>
              <a:rect l="l" t="t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CustomShape 8"/>
            <p:cNvSpPr/>
            <p:nvPr/>
          </p:nvSpPr>
          <p:spPr bwMode="auto">
            <a:xfrm>
              <a:off x="1001879" y="0"/>
              <a:ext cx="3620880" cy="6843240"/>
            </a:xfrm>
            <a:custGeom>
              <a:avLst/>
              <a:gdLst/>
              <a:ahLst/>
              <a:cxnLst/>
              <a:rect l="l" t="t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CustomShape 9"/>
            <p:cNvSpPr/>
            <p:nvPr/>
          </p:nvSpPr>
          <p:spPr bwMode="auto">
            <a:xfrm>
              <a:off x="11501280" y="9360"/>
              <a:ext cx="664920" cy="256680"/>
            </a:xfrm>
            <a:custGeom>
              <a:avLst/>
              <a:gdLst/>
              <a:ahLst/>
              <a:cxnLst/>
              <a:rect l="l" t="t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CustomShape 10"/>
            <p:cNvSpPr/>
            <p:nvPr/>
          </p:nvSpPr>
          <p:spPr bwMode="auto">
            <a:xfrm>
              <a:off x="10640880" y="5408640"/>
              <a:ext cx="1525320" cy="1434600"/>
            </a:xfrm>
            <a:custGeom>
              <a:avLst/>
              <a:gdLst/>
              <a:ahLst/>
              <a:cxnLst/>
              <a:rect l="l" t="t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CustomShape 11"/>
            <p:cNvSpPr/>
            <p:nvPr/>
          </p:nvSpPr>
          <p:spPr bwMode="auto">
            <a:xfrm>
              <a:off x="1001879" y="0"/>
              <a:ext cx="3244320" cy="6843240"/>
            </a:xfrm>
            <a:custGeom>
              <a:avLst/>
              <a:gdLst/>
              <a:ahLst/>
              <a:cxnLst/>
              <a:rect l="l" t="t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CustomShape 12"/>
            <p:cNvSpPr/>
            <p:nvPr/>
          </p:nvSpPr>
          <p:spPr bwMode="auto">
            <a:xfrm>
              <a:off x="10802880" y="5518080"/>
              <a:ext cx="1363320" cy="1325160"/>
            </a:xfrm>
            <a:custGeom>
              <a:avLst/>
              <a:gdLst/>
              <a:ahLst/>
              <a:cxnLst/>
              <a:rect l="l" t="t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CustomShape 13"/>
            <p:cNvSpPr/>
            <p:nvPr/>
          </p:nvSpPr>
          <p:spPr bwMode="auto">
            <a:xfrm>
              <a:off x="888840" y="0"/>
              <a:ext cx="3230280" cy="6843240"/>
            </a:xfrm>
            <a:custGeom>
              <a:avLst/>
              <a:gdLst/>
              <a:ahLst/>
              <a:cxnLst/>
              <a:rect l="l" t="t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CustomShape 14"/>
            <p:cNvSpPr/>
            <p:nvPr/>
          </p:nvSpPr>
          <p:spPr bwMode="auto">
            <a:xfrm>
              <a:off x="10979280" y="5694480"/>
              <a:ext cx="1186920" cy="1149120"/>
            </a:xfrm>
            <a:custGeom>
              <a:avLst/>
              <a:gdLst/>
              <a:ahLst/>
              <a:cxnLst/>
              <a:rect l="l" t="t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CustomShape 15"/>
            <p:cNvSpPr/>
            <p:nvPr/>
          </p:nvSpPr>
          <p:spPr bwMode="auto">
            <a:xfrm>
              <a:off x="484200" y="0"/>
              <a:ext cx="3420720" cy="6843240"/>
            </a:xfrm>
            <a:custGeom>
              <a:avLst/>
              <a:gdLst/>
              <a:ahLst/>
              <a:cxnLst/>
              <a:rect l="l" t="t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CustomShape 16"/>
            <p:cNvSpPr/>
            <p:nvPr/>
          </p:nvSpPr>
          <p:spPr bwMode="auto">
            <a:xfrm>
              <a:off x="11287079" y="6049800"/>
              <a:ext cx="879120" cy="793440"/>
            </a:xfrm>
            <a:custGeom>
              <a:avLst/>
              <a:gdLst/>
              <a:ahLst/>
              <a:cxnLst/>
              <a:rect l="l" t="t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CustomShape 17"/>
            <p:cNvSpPr/>
            <p:nvPr/>
          </p:nvSpPr>
          <p:spPr bwMode="auto">
            <a:xfrm>
              <a:off x="598320" y="0"/>
              <a:ext cx="2717280" cy="6843240"/>
            </a:xfrm>
            <a:custGeom>
              <a:avLst/>
              <a:gdLst/>
              <a:ahLst/>
              <a:cxnLst/>
              <a:rect l="l" t="t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60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CustomShape 18"/>
            <p:cNvSpPr/>
            <p:nvPr/>
          </p:nvSpPr>
          <p:spPr bwMode="auto">
            <a:xfrm>
              <a:off x="262080" y="0"/>
              <a:ext cx="2944440" cy="6843240"/>
            </a:xfrm>
            <a:custGeom>
              <a:avLst/>
              <a:gdLst/>
              <a:ahLst/>
              <a:cxnLst/>
              <a:rect l="l" t="t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CustomShape 19"/>
            <p:cNvSpPr/>
            <p:nvPr/>
          </p:nvSpPr>
          <p:spPr bwMode="auto">
            <a:xfrm>
              <a:off x="-417600" y="0"/>
              <a:ext cx="2403000" cy="6843240"/>
            </a:xfrm>
            <a:custGeom>
              <a:avLst/>
              <a:gdLst/>
              <a:ahLst/>
              <a:cxnLst/>
              <a:rect l="l" t="t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CustomShape 20"/>
            <p:cNvSpPr/>
            <p:nvPr/>
          </p:nvSpPr>
          <p:spPr bwMode="auto">
            <a:xfrm>
              <a:off x="14400" y="9360"/>
              <a:ext cx="1771200" cy="3198600"/>
            </a:xfrm>
            <a:custGeom>
              <a:avLst/>
              <a:gdLst/>
              <a:ahLst/>
              <a:cxnLst/>
              <a:rect l="l" t="t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CustomShape 21"/>
            <p:cNvSpPr/>
            <p:nvPr/>
          </p:nvSpPr>
          <p:spPr bwMode="auto">
            <a:xfrm>
              <a:off x="4680" y="6016680"/>
              <a:ext cx="213840" cy="826560"/>
            </a:xfrm>
            <a:custGeom>
              <a:avLst/>
              <a:gdLst/>
              <a:ahLst/>
              <a:cxnLst/>
              <a:rect l="l" t="t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CustomShape 22"/>
            <p:cNvSpPr/>
            <p:nvPr/>
          </p:nvSpPr>
          <p:spPr bwMode="auto">
            <a:xfrm>
              <a:off x="14400" y="0"/>
              <a:ext cx="1561680" cy="2228400"/>
            </a:xfrm>
            <a:custGeom>
              <a:avLst/>
              <a:gdLst/>
              <a:ahLst/>
              <a:cxnLst/>
              <a:rect l="l" t="t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" name="Group 23"/>
          <p:cNvGrpSpPr/>
          <p:nvPr/>
        </p:nvGrpSpPr>
        <p:grpSpPr bwMode="auto">
          <a:xfrm>
            <a:off x="800280" y="1699560"/>
            <a:ext cx="3674160" cy="3470400"/>
            <a:chOff x="800280" y="1699560"/>
            <a:chExt cx="3674160" cy="3470400"/>
          </a:xfrm>
        </p:grpSpPr>
        <p:sp>
          <p:nvSpPr>
            <p:cNvPr id="88" name="CustomShape 24"/>
            <p:cNvSpPr/>
            <p:nvPr/>
          </p:nvSpPr>
          <p:spPr bwMode="auto">
            <a:xfrm>
              <a:off x="800280" y="1699560"/>
              <a:ext cx="3674160" cy="502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89" name="CustomShape 25"/>
            <p:cNvSpPr/>
            <p:nvPr/>
          </p:nvSpPr>
          <p:spPr bwMode="auto">
            <a:xfrm rot="10800000">
              <a:off x="2482920" y="4897800"/>
              <a:ext cx="315720" cy="27216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90" name="CustomShape 26"/>
            <p:cNvSpPr/>
            <p:nvPr/>
          </p:nvSpPr>
          <p:spPr bwMode="auto">
            <a:xfrm>
              <a:off x="806400" y="2275560"/>
              <a:ext cx="3668040" cy="2624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91" name="PlaceHolder 27"/>
          <p:cNvSpPr>
            <a:spLocks noGrp="1"/>
          </p:cNvSpPr>
          <p:nvPr>
            <p:ph type="title"/>
          </p:nvPr>
        </p:nvSpPr>
        <p:spPr bwMode="auto">
          <a:xfrm>
            <a:off x="888480" y="2350080"/>
            <a:ext cx="3498480" cy="2455920"/>
          </a:xfrm>
          <a:prstGeom prst="rect">
            <a:avLst/>
          </a:prstGeom>
        </p:spPr>
        <p:txBody>
          <a:bodyPr lIns="228600" tIns="228600" rIns="228600" bIns="22860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Образец заголовка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2" name="PlaceHolder 28"/>
          <p:cNvSpPr>
            <a:spLocks noGrp="1"/>
          </p:cNvSpPr>
          <p:nvPr>
            <p:ph type="body"/>
          </p:nvPr>
        </p:nvSpPr>
        <p:spPr bwMode="auto">
          <a:xfrm>
            <a:off x="5118480" y="803160"/>
            <a:ext cx="6281640" cy="5248440"/>
          </a:xfrm>
          <a:prstGeom prst="rect">
            <a:avLst/>
          </a:prstGeom>
        </p:spPr>
        <p:txBody>
          <a:bodyPr anchor="ctr"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Образец текста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685800" lvl="1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Rockwell"/>
              </a:rPr>
              <a:t>Второй уровень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  <a:p>
            <a:pPr marL="1143000" lvl="2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Rockwell"/>
              </a:rPr>
              <a:t>Третий уровень</a:t>
            </a:r>
            <a:endParaRPr lang="en-US" sz="1400" b="0" strike="noStrike" spc="-1">
              <a:solidFill>
                <a:srgbClr val="000000"/>
              </a:solidFill>
              <a:latin typeface="Rockwell"/>
            </a:endParaRPr>
          </a:p>
          <a:p>
            <a:pPr marL="1600200" lvl="3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Четвертый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  <a:p>
            <a:pPr marL="2057400" lvl="4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Пятый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93" name="PlaceHolder 29"/>
          <p:cNvSpPr>
            <a:spLocks noGrp="1"/>
          </p:cNvSpPr>
          <p:nvPr>
            <p:ph type="dt"/>
          </p:nvPr>
        </p:nvSpPr>
        <p:spPr bwMode="auto">
          <a:xfrm>
            <a:off x="804600" y="320040"/>
            <a:ext cx="3657240" cy="319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  <a:defRPr/>
            </a:pPr>
            <a:fld id="{BD93A037-4387-427B-BDC9-3FBBDFF2B9FD}" type="datetime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94" name="PlaceHolder 30"/>
          <p:cNvSpPr>
            <a:spLocks noGrp="1"/>
          </p:cNvSpPr>
          <p:nvPr>
            <p:ph type="ftr"/>
          </p:nvPr>
        </p:nvSpPr>
        <p:spPr bwMode="auto">
          <a:xfrm>
            <a:off x="804600" y="6226920"/>
            <a:ext cx="10588320" cy="319680"/>
          </a:xfrm>
          <a:prstGeom prst="rect">
            <a:avLst/>
          </a:prstGeom>
        </p:spPr>
        <p:txBody>
          <a:bodyPr anchor="ctr"/>
          <a:p>
            <a:pPr>
              <a:defRPr/>
            </a:pPr>
            <a:endParaRPr lang="ru-RU" sz="2400" b="0" strike="noStrike" spc="-1">
              <a:latin typeface="Times New Roman"/>
            </a:endParaRPr>
          </a:p>
        </p:txBody>
      </p:sp>
      <p:sp>
        <p:nvSpPr>
          <p:cNvPr id="95" name="PlaceHolder 31"/>
          <p:cNvSpPr>
            <a:spLocks noGrp="1"/>
          </p:cNvSpPr>
          <p:nvPr>
            <p:ph type="sldNum"/>
          </p:nvPr>
        </p:nvSpPr>
        <p:spPr bwMode="auto">
          <a:xfrm>
            <a:off x="10469880" y="320040"/>
            <a:ext cx="914040" cy="319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  <a:defRPr/>
            </a:pPr>
            <a:fld id="{79E243B5-63C2-4F1D-A39C-41A940997124}" type="slidenum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2" name="Group 1"/>
          <p:cNvGrpSpPr/>
          <p:nvPr/>
        </p:nvGrpSpPr>
        <p:grpSpPr bwMode="auto"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33" name="CustomShape 2"/>
            <p:cNvSpPr/>
            <p:nvPr/>
          </p:nvSpPr>
          <p:spPr bwMode="auto">
            <a:xfrm>
              <a:off x="1306440" y="0"/>
              <a:ext cx="3862080" cy="6843240"/>
            </a:xfrm>
            <a:custGeom>
              <a:avLst/>
              <a:gdLst/>
              <a:ahLst/>
              <a:cxnLst/>
              <a:rect l="l" t="t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CustomShape 3"/>
            <p:cNvSpPr/>
            <p:nvPr/>
          </p:nvSpPr>
          <p:spPr bwMode="auto">
            <a:xfrm>
              <a:off x="10626840" y="9360"/>
              <a:ext cx="1539360" cy="555120"/>
            </a:xfrm>
            <a:custGeom>
              <a:avLst/>
              <a:gdLst/>
              <a:ahLst/>
              <a:cxnLst/>
              <a:rect l="l" t="t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CustomShape 4"/>
            <p:cNvSpPr/>
            <p:nvPr/>
          </p:nvSpPr>
          <p:spPr bwMode="auto">
            <a:xfrm>
              <a:off x="10247400" y="5013360"/>
              <a:ext cx="1918800" cy="1829880"/>
            </a:xfrm>
            <a:custGeom>
              <a:avLst/>
              <a:gdLst/>
              <a:ahLst/>
              <a:cxnLst/>
              <a:rect l="l" t="t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CustomShape 5"/>
            <p:cNvSpPr/>
            <p:nvPr/>
          </p:nvSpPr>
          <p:spPr bwMode="auto">
            <a:xfrm>
              <a:off x="1120680" y="0"/>
              <a:ext cx="3676320" cy="6843240"/>
            </a:xfrm>
            <a:custGeom>
              <a:avLst/>
              <a:gdLst/>
              <a:ahLst/>
              <a:cxnLst/>
              <a:rect l="l" t="t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CustomShape 6"/>
            <p:cNvSpPr/>
            <p:nvPr/>
          </p:nvSpPr>
          <p:spPr bwMode="auto">
            <a:xfrm>
              <a:off x="11202840" y="9360"/>
              <a:ext cx="963360" cy="366480"/>
            </a:xfrm>
            <a:custGeom>
              <a:avLst/>
              <a:gdLst/>
              <a:ahLst/>
              <a:cxnLst/>
              <a:rect l="l" t="t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CustomShape 7"/>
            <p:cNvSpPr/>
            <p:nvPr/>
          </p:nvSpPr>
          <p:spPr bwMode="auto">
            <a:xfrm>
              <a:off x="10495079" y="5275440"/>
              <a:ext cx="1666440" cy="1577520"/>
            </a:xfrm>
            <a:custGeom>
              <a:avLst/>
              <a:gdLst/>
              <a:ahLst/>
              <a:cxnLst/>
              <a:rect l="l" t="t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CustomShape 8"/>
            <p:cNvSpPr/>
            <p:nvPr/>
          </p:nvSpPr>
          <p:spPr bwMode="auto">
            <a:xfrm>
              <a:off x="1001879" y="0"/>
              <a:ext cx="3620880" cy="6843240"/>
            </a:xfrm>
            <a:custGeom>
              <a:avLst/>
              <a:gdLst/>
              <a:ahLst/>
              <a:cxnLst/>
              <a:rect l="l" t="t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CustomShape 9"/>
            <p:cNvSpPr/>
            <p:nvPr/>
          </p:nvSpPr>
          <p:spPr bwMode="auto">
            <a:xfrm>
              <a:off x="11501280" y="9360"/>
              <a:ext cx="664920" cy="256680"/>
            </a:xfrm>
            <a:custGeom>
              <a:avLst/>
              <a:gdLst/>
              <a:ahLst/>
              <a:cxnLst/>
              <a:rect l="l" t="t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CustomShape 10"/>
            <p:cNvSpPr/>
            <p:nvPr/>
          </p:nvSpPr>
          <p:spPr bwMode="auto">
            <a:xfrm>
              <a:off x="10640880" y="5408640"/>
              <a:ext cx="1525320" cy="1434600"/>
            </a:xfrm>
            <a:custGeom>
              <a:avLst/>
              <a:gdLst/>
              <a:ahLst/>
              <a:cxnLst/>
              <a:rect l="l" t="t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CustomShape 11"/>
            <p:cNvSpPr/>
            <p:nvPr/>
          </p:nvSpPr>
          <p:spPr bwMode="auto">
            <a:xfrm>
              <a:off x="1001879" y="0"/>
              <a:ext cx="3244320" cy="6843240"/>
            </a:xfrm>
            <a:custGeom>
              <a:avLst/>
              <a:gdLst/>
              <a:ahLst/>
              <a:cxnLst/>
              <a:rect l="l" t="t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CustomShape 12"/>
            <p:cNvSpPr/>
            <p:nvPr/>
          </p:nvSpPr>
          <p:spPr bwMode="auto">
            <a:xfrm>
              <a:off x="10802880" y="5518080"/>
              <a:ext cx="1363320" cy="1325160"/>
            </a:xfrm>
            <a:custGeom>
              <a:avLst/>
              <a:gdLst/>
              <a:ahLst/>
              <a:cxnLst/>
              <a:rect l="l" t="t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CustomShape 13"/>
            <p:cNvSpPr/>
            <p:nvPr/>
          </p:nvSpPr>
          <p:spPr bwMode="auto">
            <a:xfrm>
              <a:off x="888840" y="0"/>
              <a:ext cx="3230280" cy="6843240"/>
            </a:xfrm>
            <a:custGeom>
              <a:avLst/>
              <a:gdLst/>
              <a:ahLst/>
              <a:cxnLst/>
              <a:rect l="l" t="t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CustomShape 14"/>
            <p:cNvSpPr/>
            <p:nvPr/>
          </p:nvSpPr>
          <p:spPr bwMode="auto">
            <a:xfrm>
              <a:off x="10979280" y="5694480"/>
              <a:ext cx="1186920" cy="1149120"/>
            </a:xfrm>
            <a:custGeom>
              <a:avLst/>
              <a:gdLst/>
              <a:ahLst/>
              <a:cxnLst/>
              <a:rect l="l" t="t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CustomShape 15"/>
            <p:cNvSpPr/>
            <p:nvPr/>
          </p:nvSpPr>
          <p:spPr bwMode="auto">
            <a:xfrm>
              <a:off x="484200" y="0"/>
              <a:ext cx="3420720" cy="6843240"/>
            </a:xfrm>
            <a:custGeom>
              <a:avLst/>
              <a:gdLst/>
              <a:ahLst/>
              <a:cxnLst/>
              <a:rect l="l" t="t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CustomShape 16"/>
            <p:cNvSpPr/>
            <p:nvPr/>
          </p:nvSpPr>
          <p:spPr bwMode="auto">
            <a:xfrm>
              <a:off x="11287079" y="6049800"/>
              <a:ext cx="879120" cy="793440"/>
            </a:xfrm>
            <a:custGeom>
              <a:avLst/>
              <a:gdLst/>
              <a:ahLst/>
              <a:cxnLst/>
              <a:rect l="l" t="t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CustomShape 17"/>
            <p:cNvSpPr/>
            <p:nvPr/>
          </p:nvSpPr>
          <p:spPr bwMode="auto">
            <a:xfrm>
              <a:off x="598320" y="0"/>
              <a:ext cx="2717280" cy="6843240"/>
            </a:xfrm>
            <a:custGeom>
              <a:avLst/>
              <a:gdLst/>
              <a:ahLst/>
              <a:cxnLst/>
              <a:rect l="l" t="t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60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CustomShape 18"/>
            <p:cNvSpPr/>
            <p:nvPr/>
          </p:nvSpPr>
          <p:spPr bwMode="auto">
            <a:xfrm>
              <a:off x="262080" y="0"/>
              <a:ext cx="2944440" cy="6843240"/>
            </a:xfrm>
            <a:custGeom>
              <a:avLst/>
              <a:gdLst/>
              <a:ahLst/>
              <a:cxnLst/>
              <a:rect l="l" t="t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CustomShape 19"/>
            <p:cNvSpPr/>
            <p:nvPr/>
          </p:nvSpPr>
          <p:spPr bwMode="auto">
            <a:xfrm>
              <a:off x="-417600" y="0"/>
              <a:ext cx="2403000" cy="6843240"/>
            </a:xfrm>
            <a:custGeom>
              <a:avLst/>
              <a:gdLst/>
              <a:ahLst/>
              <a:cxnLst/>
              <a:rect l="l" t="t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CustomShape 20"/>
            <p:cNvSpPr/>
            <p:nvPr/>
          </p:nvSpPr>
          <p:spPr bwMode="auto">
            <a:xfrm>
              <a:off x="14400" y="9360"/>
              <a:ext cx="1771200" cy="3198600"/>
            </a:xfrm>
            <a:custGeom>
              <a:avLst/>
              <a:gdLst/>
              <a:ahLst/>
              <a:cxnLst/>
              <a:rect l="l" t="t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CustomShape 21"/>
            <p:cNvSpPr/>
            <p:nvPr/>
          </p:nvSpPr>
          <p:spPr bwMode="auto">
            <a:xfrm>
              <a:off x="4680" y="6016680"/>
              <a:ext cx="213840" cy="826560"/>
            </a:xfrm>
            <a:custGeom>
              <a:avLst/>
              <a:gdLst/>
              <a:ahLst/>
              <a:cxnLst/>
              <a:rect l="l" t="t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CustomShape 22"/>
            <p:cNvSpPr/>
            <p:nvPr/>
          </p:nvSpPr>
          <p:spPr bwMode="auto">
            <a:xfrm>
              <a:off x="14400" y="0"/>
              <a:ext cx="1561680" cy="2228400"/>
            </a:xfrm>
            <a:custGeom>
              <a:avLst/>
              <a:gdLst/>
              <a:ahLst/>
              <a:cxnLst/>
              <a:rect l="l" t="t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360">
              <a:solidFill>
                <a:schemeClr val="tx1">
                  <a:alpha val="20000"/>
                </a:schemeClr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4" name="Group 23"/>
          <p:cNvGrpSpPr/>
          <p:nvPr/>
        </p:nvGrpSpPr>
        <p:grpSpPr bwMode="auto">
          <a:xfrm>
            <a:off x="800280" y="1699560"/>
            <a:ext cx="3674160" cy="3470400"/>
            <a:chOff x="800280" y="1699560"/>
            <a:chExt cx="3674160" cy="3470400"/>
          </a:xfrm>
        </p:grpSpPr>
        <p:sp>
          <p:nvSpPr>
            <p:cNvPr id="155" name="CustomShape 24"/>
            <p:cNvSpPr/>
            <p:nvPr/>
          </p:nvSpPr>
          <p:spPr bwMode="auto">
            <a:xfrm>
              <a:off x="800280" y="1699560"/>
              <a:ext cx="3674160" cy="502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6" name="CustomShape 25"/>
            <p:cNvSpPr/>
            <p:nvPr/>
          </p:nvSpPr>
          <p:spPr bwMode="auto">
            <a:xfrm rot="10800000">
              <a:off x="2482920" y="4897800"/>
              <a:ext cx="315720" cy="27216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7" name="CustomShape 26"/>
            <p:cNvSpPr/>
            <p:nvPr/>
          </p:nvSpPr>
          <p:spPr bwMode="auto">
            <a:xfrm>
              <a:off x="806400" y="2275560"/>
              <a:ext cx="3668040" cy="2624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sp>
        <p:nvSpPr>
          <p:cNvPr id="158" name="PlaceHolder 27"/>
          <p:cNvSpPr>
            <a:spLocks noGrp="1"/>
          </p:cNvSpPr>
          <p:nvPr>
            <p:ph type="title"/>
          </p:nvPr>
        </p:nvSpPr>
        <p:spPr bwMode="auto">
          <a:xfrm>
            <a:off x="888840" y="2363760"/>
            <a:ext cx="3500640" cy="2460240"/>
          </a:xfrm>
          <a:prstGeom prst="rect">
            <a:avLst/>
          </a:prstGeom>
        </p:spPr>
        <p:txBody>
          <a:bodyPr tIns="91440" bIns="9144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Образец заголовка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59" name="PlaceHolder 28"/>
          <p:cNvSpPr>
            <a:spLocks noGrp="1"/>
          </p:cNvSpPr>
          <p:nvPr>
            <p:ph type="body"/>
          </p:nvPr>
        </p:nvSpPr>
        <p:spPr bwMode="auto">
          <a:xfrm>
            <a:off x="5124960" y="803160"/>
            <a:ext cx="6264720" cy="68544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  <a:spcBef>
                <a:spcPts val="1001"/>
              </a:spcBef>
              <a:defRPr/>
            </a:pPr>
            <a:r>
              <a:rPr lang="en-US" sz="2200" b="0" strike="noStrike" cap="all" spc="-1">
                <a:solidFill>
                  <a:srgbClr val="10B6F4"/>
                </a:solidFill>
                <a:latin typeface="Rockwell"/>
              </a:rPr>
              <a:t>Образец текста</a:t>
            </a:r>
            <a:endParaRPr lang="en-US" sz="2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0" name="PlaceHolder 29"/>
          <p:cNvSpPr>
            <a:spLocks noGrp="1"/>
          </p:cNvSpPr>
          <p:nvPr>
            <p:ph type="body"/>
          </p:nvPr>
        </p:nvSpPr>
        <p:spPr bwMode="auto">
          <a:xfrm>
            <a:off x="5125320" y="1488960"/>
            <a:ext cx="6264000" cy="169632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Образец текста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685800" lvl="1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Rockwell"/>
              </a:rPr>
              <a:t>Второй уровень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  <a:p>
            <a:pPr marL="1143000" lvl="2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Rockwell"/>
              </a:rPr>
              <a:t>Третий уровень</a:t>
            </a:r>
            <a:endParaRPr lang="en-US" sz="1400" b="0" strike="noStrike" spc="-1">
              <a:solidFill>
                <a:srgbClr val="000000"/>
              </a:solidFill>
              <a:latin typeface="Rockwell"/>
            </a:endParaRPr>
          </a:p>
          <a:p>
            <a:pPr marL="1600200" lvl="3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Четвертый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  <a:p>
            <a:pPr marL="2057400" lvl="4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Пятый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1" name="PlaceHolder 30"/>
          <p:cNvSpPr>
            <a:spLocks noGrp="1"/>
          </p:cNvSpPr>
          <p:nvPr>
            <p:ph type="body"/>
          </p:nvPr>
        </p:nvSpPr>
        <p:spPr bwMode="auto">
          <a:xfrm>
            <a:off x="5118480" y="3665880"/>
            <a:ext cx="6264000" cy="68544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  <a:spcBef>
                <a:spcPts val="1001"/>
              </a:spcBef>
              <a:defRPr/>
            </a:pPr>
            <a:r>
              <a:rPr lang="en-US" sz="2200" b="0" strike="noStrike" cap="all" spc="-1">
                <a:solidFill>
                  <a:srgbClr val="10B6F4"/>
                </a:solidFill>
                <a:latin typeface="Rockwell"/>
              </a:rPr>
              <a:t>Образец текста</a:t>
            </a:r>
            <a:endParaRPr lang="en-US" sz="2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2" name="PlaceHolder 31"/>
          <p:cNvSpPr>
            <a:spLocks noGrp="1"/>
          </p:cNvSpPr>
          <p:nvPr>
            <p:ph type="body"/>
          </p:nvPr>
        </p:nvSpPr>
        <p:spPr bwMode="auto">
          <a:xfrm>
            <a:off x="5118480" y="4351680"/>
            <a:ext cx="6265080" cy="1703880"/>
          </a:xfrm>
          <a:prstGeom prst="rect">
            <a:avLst/>
          </a:prstGeom>
        </p:spPr>
        <p:txBody>
          <a:bodyPr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Образец текста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685800" lvl="1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600" b="0" strike="noStrike" spc="-1">
                <a:solidFill>
                  <a:srgbClr val="000000"/>
                </a:solidFill>
                <a:latin typeface="Rockwell"/>
              </a:rPr>
              <a:t>Второй уровень</a:t>
            </a:r>
            <a:endParaRPr lang="en-US" sz="1600" b="0" strike="noStrike" spc="-1">
              <a:solidFill>
                <a:srgbClr val="000000"/>
              </a:solidFill>
              <a:latin typeface="Rockwell"/>
            </a:endParaRPr>
          </a:p>
          <a:p>
            <a:pPr marL="1143000" lvl="2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Rockwell"/>
              </a:rPr>
              <a:t>Третий уровень</a:t>
            </a:r>
            <a:endParaRPr lang="en-US" sz="1400" b="0" strike="noStrike" spc="-1">
              <a:solidFill>
                <a:srgbClr val="000000"/>
              </a:solidFill>
              <a:latin typeface="Rockwell"/>
            </a:endParaRPr>
          </a:p>
          <a:p>
            <a:pPr marL="1600200" lvl="3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Четвертый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  <a:p>
            <a:pPr marL="2057400" lvl="4" indent="-228240">
              <a:lnSpc>
                <a:spcPct val="120000"/>
              </a:lnSpc>
              <a:spcBef>
                <a:spcPts val="499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200" b="0" strike="noStrike" spc="-1">
                <a:solidFill>
                  <a:srgbClr val="000000"/>
                </a:solidFill>
                <a:latin typeface="Rockwell"/>
              </a:rPr>
              <a:t>Пятый уровень</a:t>
            </a:r>
            <a:endParaRPr lang="en-US" sz="1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163" name="PlaceHolder 32"/>
          <p:cNvSpPr>
            <a:spLocks noGrp="1"/>
          </p:cNvSpPr>
          <p:nvPr>
            <p:ph type="dt"/>
          </p:nvPr>
        </p:nvSpPr>
        <p:spPr bwMode="auto">
          <a:xfrm>
            <a:off x="804600" y="320040"/>
            <a:ext cx="3657240" cy="319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  <a:defRPr/>
            </a:pPr>
            <a:fld id="{3EDA707A-EF65-44C1-9E5A-7FBFC26247C4}" type="datetime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  <p:sp>
        <p:nvSpPr>
          <p:cNvPr id="164" name="PlaceHolder 33"/>
          <p:cNvSpPr>
            <a:spLocks noGrp="1"/>
          </p:cNvSpPr>
          <p:nvPr>
            <p:ph type="ftr"/>
          </p:nvPr>
        </p:nvSpPr>
        <p:spPr bwMode="auto">
          <a:xfrm>
            <a:off x="804600" y="6226920"/>
            <a:ext cx="10588320" cy="319680"/>
          </a:xfrm>
          <a:prstGeom prst="rect">
            <a:avLst/>
          </a:prstGeom>
        </p:spPr>
        <p:txBody>
          <a:bodyPr anchor="ctr"/>
          <a:p>
            <a:pPr>
              <a:defRPr/>
            </a:pPr>
            <a:endParaRPr lang="ru-RU" sz="2400" b="0" strike="noStrike" spc="-1">
              <a:latin typeface="Times New Roman"/>
            </a:endParaRPr>
          </a:p>
        </p:txBody>
      </p:sp>
      <p:sp>
        <p:nvSpPr>
          <p:cNvPr id="165" name="PlaceHolder 34"/>
          <p:cNvSpPr>
            <a:spLocks noGrp="1"/>
          </p:cNvSpPr>
          <p:nvPr>
            <p:ph type="sldNum"/>
          </p:nvPr>
        </p:nvSpPr>
        <p:spPr bwMode="auto">
          <a:xfrm>
            <a:off x="10469880" y="320040"/>
            <a:ext cx="914040" cy="319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  <a:defRPr/>
            </a:pPr>
            <a:fld id="{F3983D50-6D8B-4B82-92DB-E8C413317A1A}" type="slidenum">
              <a:rPr lang="ru-RU" sz="1000" b="0" strike="noStrike" spc="-1">
                <a:solidFill>
                  <a:srgbClr val="8B8B8B"/>
                </a:solidFill>
                <a:latin typeface="Rockwell"/>
              </a:rPr>
              <a:t/>
            </a:fld>
            <a:endParaRPr lang="ru-RU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" name="TextShape 1"/>
          <p:cNvSpPr txBox="1"/>
          <p:nvPr/>
        </p:nvSpPr>
        <p:spPr bwMode="auto">
          <a:xfrm>
            <a:off x="1759320" y="2075400"/>
            <a:ext cx="8679600" cy="17485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0" anchor="b"/>
          <a:p>
            <a:pPr algn="ctr">
              <a:lnSpc>
                <a:spcPct val="80000"/>
              </a:lnSpc>
              <a:defRPr/>
            </a:pPr>
            <a:r>
              <a:rPr lang="en-US" sz="5400" b="0" strike="noStrike" spc="-150">
                <a:solidFill>
                  <a:srgbClr val="FFFEFF"/>
                </a:solidFill>
                <a:latin typeface="Calibri Light"/>
              </a:rPr>
              <a:t>Лекция 0. Введение.</a:t>
            </a:r>
            <a:endParaRPr lang="en-US" sz="54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3" name="TextShape 2"/>
          <p:cNvSpPr txBox="1"/>
          <p:nvPr/>
        </p:nvSpPr>
        <p:spPr bwMode="auto">
          <a:xfrm>
            <a:off x="1759320" y="3906360"/>
            <a:ext cx="8673120" cy="1322280"/>
          </a:xfrm>
          <a:prstGeom prst="rect">
            <a:avLst/>
          </a:prstGeom>
          <a:noFill/>
          <a:ln>
            <a:noFill/>
          </a:ln>
        </p:spPr>
        <p:txBody>
          <a:bodyPr tIns="0"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ru-RU" sz="1800" b="0" strike="noStrike" spc="-1">
                <a:solidFill>
                  <a:srgbClr val="FFFEFF"/>
                </a:solidFill>
                <a:latin typeface="Rockwell"/>
              </a:rPr>
              <a:t>Описание курса. Скрининг по темам 1-го курса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204" name="CustomShape 3"/>
          <p:cNvSpPr/>
          <p:nvPr/>
        </p:nvSpPr>
        <p:spPr bwMode="auto">
          <a:xfrm>
            <a:off x="7106039" y="5819400"/>
            <a:ext cx="4959720" cy="912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/>
          <a:p>
            <a:pPr>
              <a:lnSpc>
                <a:spcPct val="100000"/>
              </a:lnSpc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Rubik"/>
              </a:rPr>
              <a:t>Чубанов Кирилл Константинович, 2026 г.</a:t>
            </a:r>
            <a:br>
              <a:rPr/>
            </a:br>
            <a:r>
              <a:rPr lang="ru-RU" sz="1800" b="0" strike="noStrike" spc="-1">
                <a:solidFill>
                  <a:srgbClr val="000000"/>
                </a:solidFill>
                <a:latin typeface="Rubik"/>
              </a:rPr>
              <a:t>Telegram: @kirachewie</a:t>
            </a:r>
            <a:br>
              <a:rPr/>
            </a:b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 bwMode="auto"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22860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Цель курса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6" name="TextShape 2"/>
          <p:cNvSpPr txBox="1"/>
          <p:nvPr/>
        </p:nvSpPr>
        <p:spPr bwMode="auto">
          <a:xfrm>
            <a:off x="5118480" y="803160"/>
            <a:ext cx="6281640" cy="52484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>
              <a:lnSpc>
                <a:spcPct val="120000"/>
              </a:lnSpc>
              <a:spcBef>
                <a:spcPts val="1001"/>
              </a:spcBef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Цель теоретической части: закрепить базовые знания по С++ и изучить современные особенности языка</a:t>
            </a:r>
            <a:br>
              <a:rPr/>
            </a:br>
            <a:br>
              <a:rPr/>
            </a:b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Цель практической части: получить практические навыки проектирования десктопных приложений/библиотек; получить практические навыки применения  методологий и концепций программирования, используемых в языке С++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" name="TextShape 1"/>
          <p:cNvSpPr txBox="1"/>
          <p:nvPr/>
        </p:nvSpPr>
        <p:spPr bwMode="auto"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228600" anchor="ctr">
            <a:normAutofit/>
          </a:bodyPr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Что будем делать в течении семестра?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08" name="TextShape 2"/>
          <p:cNvSpPr txBox="1"/>
          <p:nvPr/>
        </p:nvSpPr>
        <p:spPr bwMode="auto">
          <a:xfrm>
            <a:off x="5118480" y="803160"/>
            <a:ext cx="6281640" cy="52484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Повторять базовые особенности языка;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Повторять основные понятия ООП в С++;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Изучать базовые паттерны проектирования: поведенческие, порождающие, структурные;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Изучать основные принципы проектирования;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Изучать специфические идиомы и паттерны проектирования: RAII, SFINAE, CRTP, и другие</a:t>
            </a:r>
            <a:r>
              <a:rPr lang="en-US" sz="1800" b="1" strike="noStrike" spc="-1">
                <a:solidFill>
                  <a:srgbClr val="000000"/>
                </a:solidFill>
                <a:latin typeface="Rockwell"/>
              </a:rPr>
              <a:t>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Выполнять практические задания для закрепления полученных знаний.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" name="TextShape 1"/>
          <p:cNvSpPr txBox="1"/>
          <p:nvPr/>
        </p:nvSpPr>
        <p:spPr bwMode="auto"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22860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Из чего состоит оценка?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0" name="TextShape 2"/>
          <p:cNvSpPr txBox="1"/>
          <p:nvPr/>
        </p:nvSpPr>
        <p:spPr bwMode="auto">
          <a:xfrm>
            <a:off x="5118480" y="803160"/>
            <a:ext cx="6281640" cy="52484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40% - ответы на четыре теоретических вопроса по темам лекций (каждый вопрос оценивается в 1 балл);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60% - оценка за выполнения практических заданий;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SzPct val="110000"/>
              <a:buFont typeface="Wingdings"/>
              <a:buChar char="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Rockwell"/>
              </a:rPr>
              <a:t>12 практических заданий, каждое оценивается в 0,5 бала от итоговой оценки.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" name="TextShape 1"/>
          <p:cNvSpPr txBox="1"/>
          <p:nvPr/>
        </p:nvSpPr>
        <p:spPr bwMode="auto"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22860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Краткий опрос: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2" name="TextShape 2"/>
          <p:cNvSpPr txBox="1"/>
          <p:nvPr/>
        </p:nvSpPr>
        <p:spPr bwMode="auto">
          <a:xfrm>
            <a:off x="5118480" y="803160"/>
            <a:ext cx="6577920" cy="5248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66000"/>
          </a:bodyPr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будет если бросить исключение из деструктора?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такое NRVO (non return value optimization)?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Семантика перемещения в С++?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нужен std::move?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используется директива delete в объявлении классов?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Вычислительная сложность операций std::vector и std::list?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Вычислительная сложность операций map и unordered_map?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Типы итераторов.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Инвалидация итераторов.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такое ключевое слово contexpr?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ведет себя constexpr функция если не может вычислить значение в compile-time?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spcAft>
                <a:spcPts val="799"/>
              </a:spcAft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ведет себя constexpr переменная если не может вычислить значение в compile-time?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60000"/>
              </a:lnSpc>
              <a:spcAft>
                <a:spcPts val="799"/>
              </a:spcAft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отменить коммит? Что делать если при pull обнаружены незакоммиченные изменения?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>
              <a:lnSpc>
                <a:spcPct val="160000"/>
              </a:lnSpc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" name="TextShape 1"/>
          <p:cNvSpPr txBox="1"/>
          <p:nvPr/>
        </p:nvSpPr>
        <p:spPr bwMode="auto"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lIns="228600" tIns="228600" rIns="228600" bIns="22860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Краткий опрос: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4" name="TextShape 2"/>
          <p:cNvSpPr txBox="1"/>
          <p:nvPr/>
        </p:nvSpPr>
        <p:spPr bwMode="auto">
          <a:xfrm>
            <a:off x="5118480" y="803160"/>
            <a:ext cx="6281640" cy="5248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91000"/>
          </a:bodyPr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будет если бросить исключение из деструктора?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нужно ключевое слово static? +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нужен спецификатор noexcept?; 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используется ключевое слово override?; -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Разница между enum и enum class?;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Зачем используется ключевое слово protected?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запретить наследовать класс?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Отличие malloc от new? Free от destroy?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работает директива #include? 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Как работает директива #define?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такое ODR(one definition rule)?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Что такое шаблоны?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marL="343080" indent="-342720" algn="just">
              <a:lnSpc>
                <a:spcPct val="120000"/>
              </a:lnSpc>
              <a:spcBef>
                <a:spcPts val="1001"/>
              </a:spcBef>
              <a:buClr>
                <a:srgbClr val="10B6F4"/>
              </a:buClr>
              <a:buFont typeface="Times New Roman"/>
              <a:buAutoNum type="arabicPeriod"/>
              <a:defRPr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  <a:ea typeface="Calibri"/>
              </a:rPr>
              <a:t>Правило 0,3,5.</a:t>
            </a: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  <a:p>
            <a:pPr algn="just">
              <a:lnSpc>
                <a:spcPct val="150000"/>
              </a:lnSpc>
              <a:spcBef>
                <a:spcPts val="1001"/>
              </a:spcBef>
              <a:spcAft>
                <a:spcPts val="799"/>
              </a:spcAft>
              <a:defRPr/>
            </a:pPr>
            <a:endParaRPr lang="en-US" sz="1800" b="0" strike="noStrike" spc="-1">
              <a:solidFill>
                <a:srgbClr val="000000"/>
              </a:solidFill>
              <a:latin typeface="Rockwel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" name="TextShape 1"/>
          <p:cNvSpPr txBox="1"/>
          <p:nvPr/>
        </p:nvSpPr>
        <p:spPr bwMode="auto">
          <a:xfrm>
            <a:off x="888840" y="2363760"/>
            <a:ext cx="3500640" cy="24602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p>
            <a:pPr algn="ctr">
              <a:lnSpc>
                <a:spcPct val="85000"/>
              </a:lnSpc>
              <a:defRPr/>
            </a:pPr>
            <a:r>
              <a:rPr lang="en-US" sz="4000" b="0" strike="noStrike" spc="-150">
                <a:solidFill>
                  <a:srgbClr val="FFFEFF"/>
                </a:solidFill>
                <a:latin typeface="Calibri Light"/>
              </a:rPr>
              <a:t>Полезные ссылки</a:t>
            </a:r>
            <a:endParaRPr lang="en-US" sz="40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6" name="TextShape 2"/>
          <p:cNvSpPr txBox="1"/>
          <p:nvPr/>
        </p:nvSpPr>
        <p:spPr bwMode="auto">
          <a:xfrm>
            <a:off x="8748000" y="1222560"/>
            <a:ext cx="2711519" cy="6854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US" sz="2200" b="0" strike="noStrike" cap="all" spc="-1">
                <a:solidFill>
                  <a:srgbClr val="10B6F4"/>
                </a:solidFill>
                <a:latin typeface="Rockwell"/>
              </a:rPr>
              <a:t>Telegram-чат</a:t>
            </a:r>
            <a:endParaRPr lang="en-US" sz="2200" b="0" strike="noStrike" spc="-1">
              <a:solidFill>
                <a:srgbClr val="000000"/>
              </a:solidFill>
              <a:latin typeface="Rockwell"/>
            </a:endParaRPr>
          </a:p>
        </p:txBody>
      </p:sp>
      <p:sp>
        <p:nvSpPr>
          <p:cNvPr id="217" name="TextShape 3"/>
          <p:cNvSpPr txBox="1"/>
          <p:nvPr/>
        </p:nvSpPr>
        <p:spPr bwMode="auto">
          <a:xfrm>
            <a:off x="4920480" y="756000"/>
            <a:ext cx="3143519" cy="9223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  <a:spcBef>
                <a:spcPts val="1001"/>
              </a:spcBef>
              <a:defRPr/>
            </a:pPr>
            <a:r>
              <a:rPr lang="en-US" sz="2200" b="0" strike="noStrike" cap="all" spc="-1">
                <a:solidFill>
                  <a:srgbClr val="10B6F4"/>
                </a:solidFill>
                <a:latin typeface="Rubik"/>
              </a:rPr>
              <a:t>Яндекс-диск с материалами курса</a:t>
            </a:r>
            <a:endParaRPr lang="en-US" sz="2200" b="0" strike="noStrike" spc="-1">
              <a:solidFill>
                <a:srgbClr val="000000"/>
              </a:solidFill>
              <a:latin typeface="Rubik"/>
            </a:endParaRPr>
          </a:p>
        </p:txBody>
      </p:sp>
      <p:pic>
        <p:nvPicPr>
          <p:cNvPr id="218" name="" descr=""/>
          <p:cNvPicPr/>
          <p:nvPr/>
        </p:nvPicPr>
        <p:blipFill>
          <a:blip r:embed="rId2"/>
          <a:stretch/>
        </p:blipFill>
        <p:spPr bwMode="auto">
          <a:xfrm>
            <a:off x="5040000" y="1980000"/>
            <a:ext cx="2952000" cy="2952000"/>
          </a:xfrm>
          <a:prstGeom prst="rect">
            <a:avLst/>
          </a:prstGeom>
          <a:ln>
            <a:noFill/>
          </a:ln>
        </p:spPr>
      </p:pic>
      <p:pic>
        <p:nvPicPr>
          <p:cNvPr id="219" name="" descr=""/>
          <p:cNvPicPr/>
          <p:nvPr/>
        </p:nvPicPr>
        <p:blipFill>
          <a:blip r:embed="rId3"/>
          <a:stretch/>
        </p:blipFill>
        <p:spPr bwMode="auto">
          <a:xfrm>
            <a:off x="8136000" y="1565280"/>
            <a:ext cx="3888000" cy="3888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/>
  <Paragraphs>0</Paragraphs>
  <Slides>7</Slides>
  <Notes>7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>ru-RU</dc:language>
  <cp:lastModifiedBy>Кирилл Чубанов</cp:lastModifiedBy>
  <cp:revision>26</cp:revision>
  <dcterms:created xsi:type="dcterms:W3CDTF">2023-01-29T12:06:08Z</dcterms:created>
  <dcterms:modified xsi:type="dcterms:W3CDTF">2026-02-13T05:03:50Z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7</vt:i4>
  </property>
</Properties>
</file>