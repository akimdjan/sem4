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78" r:id="rId2"/>
    <p:sldMasterId id="2147483681" r:id="rId3"/>
  </p:sldMasterIdLst>
  <p:notesMasterIdLst>
    <p:notesMasterId r:id="rId16"/>
  </p:notesMasterIdLst>
  <p:sldIdLst>
    <p:sldId id="445" r:id="rId4"/>
    <p:sldId id="480" r:id="rId5"/>
    <p:sldId id="481" r:id="rId6"/>
    <p:sldId id="466" r:id="rId7"/>
    <p:sldId id="473" r:id="rId8"/>
    <p:sldId id="474" r:id="rId9"/>
    <p:sldId id="476" r:id="rId10"/>
    <p:sldId id="477" r:id="rId11"/>
    <p:sldId id="478" r:id="rId12"/>
    <p:sldId id="470" r:id="rId13"/>
    <p:sldId id="479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AFA"/>
    <a:srgbClr val="008000"/>
    <a:srgbClr val="0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239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3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51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85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81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192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228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006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32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44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12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700" b="1" dirty="0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8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</a:t>
            </a: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, часть </a:t>
            </a:r>
            <a:r>
              <a:rPr lang="en-US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1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Круговой маркер</a:t>
            </a:r>
            <a:r>
              <a:rPr lang="en-US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en-US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</a:br>
            <a:r>
              <a:rPr lang="en-US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(Token ring)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442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Работа алгоритмов взаимоисключения предполагает, что процессы, не являющиеся координаторами взаимоисключения, занимаются какой-то своей деятельностью, периодически исполняя свои критические секции и занимаясь чем-то другим в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remainder sections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рассмотренных алгоритмах взаимоисключения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кроме алгоритма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Лэмпорта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процесс, находящийся в критической секции, не занимается приемом и передачей сообщений, связанных с организацией взаимоисключения.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 нас, при эмуляции алгоритмов взаимоисключения,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нет возможности заставить процессы заниматься полезной работой.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80" y="936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проблемы</a:t>
            </a:r>
          </a:p>
        </p:txBody>
      </p:sp>
      <p:sp>
        <p:nvSpPr>
          <p:cNvPr id="11" name="_h1">
            <a:extLst>
              <a:ext uri="{FF2B5EF4-FFF2-40B4-BE49-F238E27FC236}">
                <a16:creationId xmlns:a16="http://schemas.microsoft.com/office/drawing/2014/main" xmlns="" id="{AA410EFB-982B-4E8B-865E-3717DA09B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175036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5075" y="1988840"/>
            <a:ext cx="8352606" cy="450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Для имитации занятости процессов в критической секции мы будем отправлять их там в сон, используя функцию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45AF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sleep()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#include 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unistd.h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unsigned int sleep (unsigned int seconds)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Вызывает «засыпание» процесса на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45AF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seconds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секунд. Только после этого возвращается. Возвращаемое значение нас интересовать не будет, поэтому мы им не заморачиваемся.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некоторых системах функция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sleep()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реализуется через сигнал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SIGALRM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поэтому использовать функцию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sleep()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при установленном получении сигнала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SIGALRM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после вызова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alarm()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это очень плохая идея.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19D8DDB3-10F3-4F89-83D6-EF26C95DC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4B5F71CE-C668-47F4-A601-F146C3E721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80" y="936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Общие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5629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204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эмулировать работу алгоритма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кругового маркера.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мы запускаем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процессов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равноправны и циклически проходят свои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критической секции процесс не принимает и </a:t>
            </a:r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</a:rPr>
              <a:t>не передает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сообщений, связанных с организацией взаимоисключений.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88BD1653-8A6B-462D-98C3-89D6EC653B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9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127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Эмуляцию длительности полезной работы в </a:t>
            </a:r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критической секции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мы выполняем с помощью вызова функции </a:t>
            </a:r>
            <a:r>
              <a:rPr lang="en-US" sz="24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sleep()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со случайным параметром.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remainder section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процесс может получать и передавать далее маркер. Поэтому эмуляцию длительности полезной работы мы выполняем с помощью таймаута, задаваемого случайным образом сигналом </a:t>
            </a:r>
            <a:r>
              <a:rPr lang="en-US" sz="24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SIGALRM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используем функцию </a:t>
            </a:r>
            <a:r>
              <a:rPr lang="en-US" sz="2400" dirty="0" err="1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MPI_Iprobe</a:t>
            </a:r>
            <a:r>
              <a:rPr lang="en-US" sz="24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1734DBD4-88DA-4EF8-A30A-A4AF57147A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27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281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Мы рассматриваем конечные выполнения распределенной программы.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Поэтому каждый процесс проходит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через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раз.  Для отладки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 = 3.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Особенностью алгоритма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Token ring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является невозможность завершения процесса сразу после окончания полезной деятельности – может разорваться кольцо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передачи маркера!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B135B6CA-CEBC-4210-821E-47A4BAA2B0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8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34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Завершить свою работу процесс может только после того, как все процессы завершили полезную деятельность.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определения этого момента поступим следующим образом: процесс, организовавший передачу маркера, после окончания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своей полезной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работы инициирует передачу сообщения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CBCA2719-D690-4991-9300-9F850204B3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3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939009"/>
            <a:ext cx="8352606" cy="2421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Процессы, получившие сообщение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после окончания полезной деятельности, передают его дальше по кругу. После повторной передачи такого сообщения они корректно прекращают деятельность.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:a16="http://schemas.microsoft.com/office/drawing/2014/main" xmlns="" id="{097CE3C8-8215-4CF5-8995-B988406DE1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2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896747" y="2420888"/>
            <a:ext cx="2708314" cy="3628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while(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smth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){</a:t>
            </a: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пролог</a:t>
            </a: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эпилог</a:t>
            </a: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</a:p>
          <a:p>
            <a:pPr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окончание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_h1">
            <a:extLst>
              <a:ext uri="{FF2B5EF4-FFF2-40B4-BE49-F238E27FC236}">
                <a16:creationId xmlns:a16="http://schemas.microsoft.com/office/drawing/2014/main" xmlns="" id="{CA074B52-1A8C-4017-B84D-7B79435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02556D1-9E7D-4E2D-833D-B6466CC5FDCF}"/>
              </a:ext>
            </a:extLst>
          </p:cNvPr>
          <p:cNvSpPr txBox="1"/>
          <p:nvPr/>
        </p:nvSpPr>
        <p:spPr>
          <a:xfrm>
            <a:off x="6744072" y="2348880"/>
            <a:ext cx="5100190" cy="4074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Ожидание маркера</a:t>
            </a:r>
          </a:p>
          <a:p>
            <a:pPr marL="3600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sleep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Передача маркера</a:t>
            </a:r>
          </a:p>
          <a:p>
            <a:pPr marL="360000">
              <a:lnSpc>
                <a:spcPct val="120000"/>
              </a:lnSpc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alarm(),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MPI_Iprobe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прием и передача маркера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прием  и передача  маркера 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после второй передачи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 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завершение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36">
            <a:extLst>
              <a:ext uri="{FF2B5EF4-FFF2-40B4-BE49-F238E27FC236}">
                <a16:creationId xmlns:a16="http://schemas.microsoft.com/office/drawing/2014/main" xmlns="" id="{BE856736-BF9A-4A2D-B798-F44692A469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77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Передачу маркера инициирует процесс с рангом 0 сразу после начала работы (до начала цикла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REPEAT)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Инициализация генератора случайных чисел происходит значением ранга процесса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Время работы в критической секции – очередное случайное число – 1 или 2 секунды.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Продолжительность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работы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– очередное  случайное число – от 1 до 5 секунд включительно.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 отладке считать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 = 6.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xmlns="" id="{87E8022E-90A3-4236-BEE3-793FDDFB90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_h1">
            <a:extLst>
              <a:ext uri="{FF2B5EF4-FFF2-40B4-BE49-F238E27FC236}">
                <a16:creationId xmlns:a16="http://schemas.microsoft.com/office/drawing/2014/main" xmlns="" id="{FA0A7A0E-066C-6B9C-F0C5-9D73DA2DDF8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392724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обязаны комментировать свои действия перед входом в критическую секцию, при входе в критическую секцию и при выходе из нее, при входе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remainder section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при выходе из нее, а также прием и передачу сообщений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Прием и передачу маркера в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после выхода из цикла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while(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smth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 комментировать, иначе файл выдачи будет гигантских размеров!!!!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такой выдачи отладка и проверка программ будут крайне затруднительны! </a:t>
            </a: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xmlns="" id="{A04520F1-A00D-4E6E-B95E-40E3E2F62C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маркер (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Token ring)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_h1">
            <a:extLst>
              <a:ext uri="{FF2B5EF4-FFF2-40B4-BE49-F238E27FC236}">
                <a16:creationId xmlns:a16="http://schemas.microsoft.com/office/drawing/2014/main" xmlns="" id="{C6FBEE28-3145-5A17-9C94-C1B14E73109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1">
                <a:ln>
                  <a:noFill/>
                </a:ln>
                <a:solidFill>
                  <a:srgbClr val="003794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372202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97120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15364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59033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696</Words>
  <Application>Microsoft Office PowerPoint</Application>
  <PresentationFormat>Широкоэкранный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Larissa-Design</vt:lpstr>
      <vt:lpstr>Тема Office</vt:lpstr>
      <vt:lpstr>4_Тема Office</vt:lpstr>
      <vt:lpstr>Тема 8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>carpson</cp:lastModifiedBy>
  <cp:revision>5</cp:revision>
  <dcterms:created xsi:type="dcterms:W3CDTF">2016-02-27T09:01:20Z</dcterms:created>
  <dcterms:modified xsi:type="dcterms:W3CDTF">2026-04-20T12:23:38Z</dcterms:modified>
</cp:coreProperties>
</file>