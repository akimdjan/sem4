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  <p:sldMasterId id="2147483681" r:id="rId2"/>
    <p:sldMasterId id="2147483684" r:id="rId3"/>
  </p:sldMasterIdLst>
  <p:notesMasterIdLst>
    <p:notesMasterId r:id="rId11"/>
  </p:notesMasterIdLst>
  <p:sldIdLst>
    <p:sldId id="445" r:id="rId4"/>
    <p:sldId id="391" r:id="rId5"/>
    <p:sldId id="447" r:id="rId6"/>
    <p:sldId id="446" r:id="rId7"/>
    <p:sldId id="452" r:id="rId8"/>
    <p:sldId id="449" r:id="rId9"/>
    <p:sldId id="27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14" autoAdjust="0"/>
    <p:restoredTop sz="91335" autoAdjust="0"/>
  </p:normalViewPr>
  <p:slideViewPr>
    <p:cSldViewPr>
      <p:cViewPr varScale="1">
        <p:scale>
          <a:sx n="103" d="100"/>
          <a:sy n="103" d="100"/>
        </p:scale>
        <p:origin x="138" y="414"/>
      </p:cViewPr>
      <p:guideLst>
        <p:guide orient="horz" pos="261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556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594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786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371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609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224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26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292343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3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2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97325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26557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66100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05361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187720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674084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2" y="6410328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2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3429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8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3429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3429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2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kumimoji="1" sz="33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kumimoji="1" sz="33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8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4026582" y="1035844"/>
            <a:ext cx="6372225" cy="463154"/>
          </a:xfrm>
        </p:spPr>
        <p:txBody>
          <a:bodyPr/>
          <a:lstStyle/>
          <a:p>
            <a:pPr algn="l" eaLnBrk="1" hangingPunct="1"/>
            <a:r>
              <a:rPr kumimoji="0" lang="ru-RU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27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5</a:t>
            </a:r>
            <a:endParaRPr kumimoji="0" lang="ru-RU" sz="27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77831" y="1659733"/>
            <a:ext cx="6100669" cy="1149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003794"/>
              </a:solidFill>
              <a:effectLst/>
              <a:uLnTx/>
              <a:uFillTx/>
              <a:latin typeface="Lucida Grande CY" pitchFamily="2" charset="-52"/>
              <a:ea typeface="+mn-ea"/>
              <a:cs typeface="Arial" pitchFamily="34" charset="0"/>
            </a:endParaRPr>
          </a:p>
          <a:p>
            <a:pPr marL="1080000" marR="0" lvl="0" indent="0" algn="l" defTabSz="3429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Практика</a:t>
            </a:r>
            <a:r>
              <a:rPr lang="en-US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ru-RU" sz="3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часть 1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6825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563662"/>
            <a:ext cx="8352606" cy="2643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Программа должна эмулировать работу скалярных часов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Считается, что мы запускаем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процессов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N&gt;2).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Процессы пронумерованы от 1 до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N,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т.е. процесс 1 – это процесс с рангом 0, процесс 2 – это процесс с рангом 1 и т.д.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="" xmlns:a16="http://schemas.microsoft.com/office/drawing/2014/main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11" name="_h1">
            <a:extLst>
              <a:ext uri="{FF2B5EF4-FFF2-40B4-BE49-F238E27FC236}">
                <a16:creationId xmlns="" xmlns:a16="http://schemas.microsoft.com/office/drawing/2014/main" id="{43BDC0CC-8118-424D-B24A-32E6FD679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3479553" y="238540"/>
            <a:ext cx="8281702" cy="616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</p:spTree>
    <p:extLst>
      <p:ext uri="{BB962C8B-B14F-4D97-AF65-F5344CB8AC3E}">
        <p14:creationId xmlns:p14="http://schemas.microsoft.com/office/powerpoint/2010/main" val="8290315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563662"/>
            <a:ext cx="8352606" cy="301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процессах происходят события. 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Списки событий для процессов закодированы в файлах с именами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xx.dat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где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xx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номер процесса из двух цифр. Таким образом, для процесса 2 соответствующий файл – это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02.dat.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для какого-то процесса соответствующего файла нет – в процессе событий не происходит.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="" xmlns:a16="http://schemas.microsoft.com/office/drawing/2014/main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  <p:sp>
        <p:nvSpPr>
          <p:cNvPr id="10" name="_h1">
            <a:extLst>
              <a:ext uri="{FF2B5EF4-FFF2-40B4-BE49-F238E27FC236}">
                <a16:creationId xmlns="" xmlns:a16="http://schemas.microsoft.com/office/drawing/2014/main" id="{6CF7A420-FF86-4C16-9228-D4057CE9A04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479553" y="238540"/>
            <a:ext cx="8281702" cy="616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defTabSz="4572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</p:spTree>
    <p:extLst>
      <p:ext uri="{BB962C8B-B14F-4D97-AF65-F5344CB8AC3E}">
        <p14:creationId xmlns:p14="http://schemas.microsoft.com/office/powerpoint/2010/main" val="17956905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563662"/>
            <a:ext cx="8352606" cy="3013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Кодировка событий в файлах выполнена следующим образом.</a:t>
            </a: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Каждому событию соответствует некоторое целое число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лежащее на отдельной строке.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=0, то это внутреннее событие процесса.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 &gt; 0,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то это событие отправки сообщения процессу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 &lt; 0,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то это событие приема сообщения от </a:t>
            </a:r>
            <a:r>
              <a:rPr lang="ru-RU" sz="2000">
                <a:latin typeface="Arial" panose="020B0604020202020204" pitchFamily="34" charset="0"/>
                <a:cs typeface="Arial" panose="020B0604020202020204" pitchFamily="34" charset="0"/>
              </a:rPr>
              <a:t>процесса -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 36">
            <a:extLst>
              <a:ext uri="{FF2B5EF4-FFF2-40B4-BE49-F238E27FC236}">
                <a16:creationId xmlns="" xmlns:a16="http://schemas.microsoft.com/office/drawing/2014/main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20525823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276872"/>
            <a:ext cx="8352606" cy="412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 написать следующую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программу.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Каждый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MPI-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 читает файл, описывающий происходящие в нем события. Если событий в процессе нет (файла не существует), то он докладывает об этом и прекращает работу.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в процессе происходит внутреннее событие, то он пишет об этом и печатает время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для этого события.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событие – отправка сообщения, то он докладывает об этом, печатает время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для события и отправляет сообщение.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событие – прием сообщения, то он пишет об этом, печатает время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для события, принимает сообщение и печатает скорректированное время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="" xmlns:a16="http://schemas.microsoft.com/office/drawing/2014/main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29990653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504356" y="1772816"/>
            <a:ext cx="8496300" cy="482453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38" name="_h1"/>
          <p:cNvSpPr>
            <a:spLocks noGrp="1" noChangeArrowheads="1"/>
          </p:cNvSpPr>
          <p:nvPr>
            <p:ph type="title"/>
          </p:nvPr>
        </p:nvSpPr>
        <p:spPr>
          <a:xfrm>
            <a:off x="3491656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Логические часы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635350" y="1844825"/>
            <a:ext cx="82089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Описание задачи</a:t>
            </a: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342" name="TextBox 14341"/>
          <p:cNvSpPr txBox="1"/>
          <p:nvPr/>
        </p:nvSpPr>
        <p:spPr>
          <a:xfrm>
            <a:off x="3635350" y="2276872"/>
            <a:ext cx="8352606" cy="375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Начальные значения всех локальных часов равны 0, величина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 определении времени </a:t>
            </a:r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Лэмпорта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равна </a:t>
            </a: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size-rank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чтения из файла проще всего использовать функцию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fscanf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 форматом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“%d”,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которая при достижении конца файла возвращает значение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EOF.</a:t>
            </a:r>
          </a:p>
          <a:p>
            <a:pPr algn="ctr">
              <a:lnSpc>
                <a:spcPct val="12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Тестовые файлы с закодированными событиями лежат на кластере в директории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/FALT</a:t>
            </a:r>
          </a:p>
          <a:p>
            <a:pPr algn="ctr">
              <a:lnSpc>
                <a:spcPct val="12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 тестировании запускать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не менее 6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процессов</a:t>
            </a:r>
          </a:p>
        </p:txBody>
      </p:sp>
      <p:sp>
        <p:nvSpPr>
          <p:cNvPr id="7" name="Rechteck 36">
            <a:extLst>
              <a:ext uri="{FF2B5EF4-FFF2-40B4-BE49-F238E27FC236}">
                <a16:creationId xmlns="" xmlns:a16="http://schemas.microsoft.com/office/drawing/2014/main" id="{97119B8F-78EB-4E48-A88D-4A525108E9E0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79553" y="969544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Скалярное время Лэмпорта</a:t>
            </a:r>
          </a:p>
        </p:txBody>
      </p:sp>
    </p:spTree>
    <p:extLst>
      <p:ext uri="{BB962C8B-B14F-4D97-AF65-F5344CB8AC3E}">
        <p14:creationId xmlns:p14="http://schemas.microsoft.com/office/powerpoint/2010/main" val="275627382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3105150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3600" b="0" i="0" u="none" strike="noStrike" kern="10" cap="none" spc="0" normalizeH="0" baseline="0" noProof="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uLnTx/>
                <a:uFillTx/>
                <a:latin typeface="Arial Black"/>
                <a:ea typeface="+mn-ea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2287589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3600" b="0" i="0" u="none" strike="noStrike" kern="10" cap="none" spc="0" normalizeH="0" baseline="0" noProof="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uLnTx/>
                <a:uFillTx/>
                <a:latin typeface="Arial Black"/>
                <a:ea typeface="+mn-ea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3724276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ru-RU" sz="3600" b="0" i="0" u="none" strike="noStrike" kern="10" cap="none" spc="0" normalizeH="0" baseline="0" noProof="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uLnTx/>
                <a:uFillTx/>
                <a:latin typeface="Arial Black"/>
                <a:ea typeface="+mn-ea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4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Широкоэкранный</PresentationFormat>
  <Paragraphs>66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7</vt:i4>
      </vt:variant>
    </vt:vector>
  </HeadingPairs>
  <TitlesOfParts>
    <vt:vector size="17" baseType="lpstr">
      <vt:lpstr>Arial Unicode MS</vt:lpstr>
      <vt:lpstr>Arial</vt:lpstr>
      <vt:lpstr>Arial Black</vt:lpstr>
      <vt:lpstr>Calibri</vt:lpstr>
      <vt:lpstr>Lucida Grande CY</vt:lpstr>
      <vt:lpstr>Symbol</vt:lpstr>
      <vt:lpstr>Wingdings</vt:lpstr>
      <vt:lpstr>Тема Office</vt:lpstr>
      <vt:lpstr>4_Тема Office</vt:lpstr>
      <vt:lpstr>Larissa-Design</vt:lpstr>
      <vt:lpstr>Тема 5</vt:lpstr>
      <vt:lpstr>Логические часы</vt:lpstr>
      <vt:lpstr>Презентация PowerPoint</vt:lpstr>
      <vt:lpstr>Логические часы</vt:lpstr>
      <vt:lpstr>Логические часы</vt:lpstr>
      <vt:lpstr>Логические часы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2026-03-17T02:35:05Z</dcterms:modified>
</cp:coreProperties>
</file>