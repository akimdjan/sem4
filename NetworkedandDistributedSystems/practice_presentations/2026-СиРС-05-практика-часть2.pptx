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2" r:id="rId1"/>
    <p:sldMasterId id="2147483678" r:id="rId2"/>
    <p:sldMasterId id="2147483681" r:id="rId3"/>
  </p:sldMasterIdLst>
  <p:notesMasterIdLst>
    <p:notesMasterId r:id="rId12"/>
  </p:notesMasterIdLst>
  <p:sldIdLst>
    <p:sldId id="445" r:id="rId4"/>
    <p:sldId id="450" r:id="rId5"/>
    <p:sldId id="451" r:id="rId6"/>
    <p:sldId id="448" r:id="rId7"/>
    <p:sldId id="453" r:id="rId8"/>
    <p:sldId id="454" r:id="rId9"/>
    <p:sldId id="455" r:id="rId10"/>
    <p:sldId id="27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55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173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489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80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728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378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8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2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325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2" y="6410328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3429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8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3429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3429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kumimoji="1" sz="33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4026582" y="1035844"/>
            <a:ext cx="6372225" cy="463154"/>
          </a:xfrm>
        </p:spPr>
        <p:txBody>
          <a:bodyPr/>
          <a:lstStyle/>
          <a:p>
            <a:pPr algn="l" eaLnBrk="1" hangingPunct="1"/>
            <a:r>
              <a:rPr kumimoji="0" lang="ru-RU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5</a:t>
            </a:r>
            <a:endParaRPr kumimoji="0" lang="ru-RU" sz="27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7831" y="1659733"/>
            <a:ext cx="6100669" cy="1149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Практика, часть 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682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563662"/>
            <a:ext cx="8352606" cy="2643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эмулировать работу векторных часов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мы запускаем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процессов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N&gt;2).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Процессы пронумерованы от 1 до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N,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т.е. процесс 1 – это процесс с рангом 0, процесс 2 – это процесс с рангом 1 и т.д.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Векторное время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6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563662"/>
            <a:ext cx="8352606" cy="375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процессах происходят события. 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Списки событий для процессов закодированы в файлах с именами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vxx.dat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где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xx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номер процесса из двух цифр. Таким образом, для процесса 2 соответствующий файл – это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v02.dat.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для какого-то процесса соответствующего файла нет – в процессе событий не происходит.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Кодировка событий аналогична кодировке событий для часов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Векторное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262812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276872"/>
            <a:ext cx="8352606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написать следующую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программу.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Каждый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 читает файл, описывающий происходящие в нем события. Если событий в процессе нет (файла не существует), то он докладывает об этом и прекращает работу.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в процессе происходит внутреннее событие, то он пишет об этом и печатает векторное время для этого события.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событие – отправка сообщения, то он докладывает об этом, печатает векторное время для события и отправляет сообщение.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событие – прием сообщения, то он пишет об этом, печатает векторное время для события, принимает сообщение и печатает скорректированное векторное время.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6CAB5A86-FA93-44D0-B6AD-2211EC8985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Векторное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21707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41123" y="1847868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12970" y="2852936"/>
            <a:ext cx="83526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Начальные значения всех компонент векторных часов равны 0, величина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определении векторного времени равна </a:t>
            </a:r>
            <a:r>
              <a:rPr lang="en-US" sz="2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rank+</a:t>
            </a:r>
            <a:r>
              <a:rPr lang="ru-RU" sz="2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Тестовые файлы с закодированными событиями лежат на кластере в директории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/FALT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корректно работать при любом числе процессов, не превышающем значение 100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Тестировать на 6 процессах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5B9EB898-1FFD-44C7-900A-49BB8C65C5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Векторное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58870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276872"/>
            <a:ext cx="8352606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написать следующую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программу.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Каждый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 читает файл, описывающий происходящие в нем события. Если событий в процессе нет (файла не существует), то он докладывает об этом и прекращает работу.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в процессе происходит внутреннее событие, то он пишет об этом и печатает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матричное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время для этого события.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событие – отправка сообщения, то он докладывает об этом, печатает матричное время для события и отправляет сообщение.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событие – прием сообщения, то он пишет об этом, печатает матричное время для события, принимает сообщение и печатает скорректированное матричное время.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6CAB5A86-FA93-44D0-B6AD-2211EC8985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время</a:t>
            </a:r>
          </a:p>
        </p:txBody>
      </p:sp>
    </p:spTree>
    <p:extLst>
      <p:ext uri="{BB962C8B-B14F-4D97-AF65-F5344CB8AC3E}">
        <p14:creationId xmlns:p14="http://schemas.microsoft.com/office/powerpoint/2010/main" val="387542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41123" y="1847868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12970" y="2852936"/>
            <a:ext cx="83526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Начальные значения всех компонент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матричных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часов равны 0, величина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определении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матричного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времени равна </a:t>
            </a:r>
            <a:r>
              <a:rPr lang="en-US" sz="2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rank+</a:t>
            </a:r>
            <a:r>
              <a:rPr lang="ru-RU" sz="2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Тестовые файлы с закодированными событиями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те же, что и в предыдущей задаче.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корректно работать при любом числе процессов, не превышающем значение 100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Тестировать на 6 процессах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5B9EB898-1FFD-44C7-900A-49BB8C65C5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lvl="0"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Матричное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2985582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3105150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2287589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3724276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Широкоэкранный</PresentationFormat>
  <Paragraphs>76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Larissa-Design</vt:lpstr>
      <vt:lpstr>Тема Office</vt:lpstr>
      <vt:lpstr>4_Тема Office</vt:lpstr>
      <vt:lpstr>Тема 5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Логические часы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2026-03-28T02:19:26Z</dcterms:modified>
</cp:coreProperties>
</file>