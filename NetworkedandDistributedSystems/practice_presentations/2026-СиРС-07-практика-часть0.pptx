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2" r:id="rId1"/>
    <p:sldMasterId id="2147483678" r:id="rId2"/>
    <p:sldMasterId id="2147483681" r:id="rId3"/>
  </p:sldMasterIdLst>
  <p:notesMasterIdLst>
    <p:notesMasterId r:id="rId14"/>
  </p:notesMasterIdLst>
  <p:sldIdLst>
    <p:sldId id="445" r:id="rId4"/>
    <p:sldId id="391" r:id="rId5"/>
    <p:sldId id="455" r:id="rId6"/>
    <p:sldId id="457" r:id="rId7"/>
    <p:sldId id="456" r:id="rId8"/>
    <p:sldId id="458" r:id="rId9"/>
    <p:sldId id="459" r:id="rId10"/>
    <p:sldId id="461" r:id="rId11"/>
    <p:sldId id="460" r:id="rId12"/>
    <p:sldId id="27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60606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514" autoAdjust="0"/>
    <p:restoredTop sz="91335" autoAdjust="0"/>
  </p:normalViewPr>
  <p:slideViewPr>
    <p:cSldViewPr>
      <p:cViewPr varScale="1">
        <p:scale>
          <a:sx n="103" d="100"/>
          <a:sy n="103" d="100"/>
        </p:scale>
        <p:origin x="138" y="414"/>
      </p:cViewPr>
      <p:guideLst>
        <p:guide orient="horz" pos="261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594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056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51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979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188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573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39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775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10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9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2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7325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2" y="6410328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3429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8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3429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3429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3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342900" rtl="0" eaLnBrk="0" fontAlgn="base" hangingPunct="0">
        <a:spcBef>
          <a:spcPct val="0"/>
        </a:spcBef>
        <a:spcAft>
          <a:spcPct val="0"/>
        </a:spcAft>
        <a:defRPr kumimoji="1" sz="33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3429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6858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0287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3716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4026582" y="1035844"/>
            <a:ext cx="6372225" cy="463154"/>
          </a:xfrm>
        </p:spPr>
        <p:txBody>
          <a:bodyPr/>
          <a:lstStyle/>
          <a:p>
            <a:pPr algn="l" eaLnBrk="1" hangingPunct="1"/>
            <a:r>
              <a:rPr kumimoji="0" lang="ru-RU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700" b="1" dirty="0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7</a:t>
            </a:r>
            <a:endParaRPr kumimoji="0" lang="ru-RU" sz="27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77831" y="1659733"/>
            <a:ext cx="6100669" cy="1703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3794"/>
              </a:solidFill>
              <a:effectLst/>
              <a:uLnTx/>
              <a:uFillTx/>
              <a:latin typeface="Lucida Grande CY" pitchFamily="2" charset="-52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Практика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Общие проблемы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682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4342" name="TextBox 14341"/>
          <p:cNvSpPr txBox="1"/>
          <p:nvPr/>
        </p:nvSpPr>
        <p:spPr>
          <a:xfrm>
            <a:off x="3645075" y="1988840"/>
            <a:ext cx="8352606" cy="449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Работа алгоритмов голосования предполагает, что процессы, не являющиеся инициаторами голосования, занимаются какой-то своей деятельностью и никаких сообщений, связанных с голосованием, принимать, вообще говоря, не собираются.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процессу придет сообщение «голосование» или сообщение «координатор», то он должен быть оповещен об этом каким-то сигналом, чтобы прервать свою регулярную деятельность.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 нас, при эмуляции алгоритмов выбора на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такой возможности нет.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8290315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4342" name="TextBox 14341"/>
          <p:cNvSpPr txBox="1"/>
          <p:nvPr/>
        </p:nvSpPr>
        <p:spPr>
          <a:xfrm>
            <a:off x="3645075" y="1988840"/>
            <a:ext cx="8352606" cy="375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проверки – не пришло ли какое-либо сообщение – мы будем «периодически» вызывать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неблокирующуюся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функцию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MPI_Iprobe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  <a:endParaRPr lang="ru-RU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mpi.h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algn="ctr">
              <a:lnSpc>
                <a:spcPct val="120000"/>
              </a:lnSpc>
            </a:pP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MPI_Iprobe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(int source, int tag,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MPI_Comm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comm, </a:t>
            </a:r>
            <a:b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*flag,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MPI_Status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*status)</a:t>
            </a: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27306040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1916832"/>
            <a:ext cx="8352606" cy="4567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MPI_Iprobe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(int source, int tag,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MPI_Comm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comm, </a:t>
            </a:r>
            <a:b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*flag,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MPI_Status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*status)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номер процесса в группе, описываемой коммуникатором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или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MPI_ANY_SOURCE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тип сообщения или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MPI_ANY_TAG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коммуникатор группы процессов, в рамках которой мы работаем.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адрес переменной, в которую будет занесен 0, если сообщения нет, или 1, если сообщение есть.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адрес структуры, аналогичной используемой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вызове функции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MPI_Recv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Возвращаемое значение – стандартное.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19687875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4342" name="TextBox 14341"/>
          <p:cNvSpPr txBox="1"/>
          <p:nvPr/>
        </p:nvSpPr>
        <p:spPr>
          <a:xfrm>
            <a:off x="3645075" y="1988840"/>
            <a:ext cx="8352606" cy="338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Процессы, являющиеся инициаторами голосования, должны уметь определять: ответили ли им «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 на переданное сообщение «голосование» или нет.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этого обычно используются функции приема сообщений, которые умеют блокироваться на время, не превышающее некоторого значения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timeout.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 нас, при эмуляции на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MPI,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таких функций нет.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8799011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4342" name="TextBox 14341"/>
          <p:cNvSpPr txBox="1"/>
          <p:nvPr/>
        </p:nvSpPr>
        <p:spPr>
          <a:xfrm>
            <a:off x="3645075" y="1988840"/>
            <a:ext cx="8352606" cy="472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создания таймаута мы будем использовать механизм сигналов.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Системный вызов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alarm()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unistd.h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unsigned int alarm (unsigned int seconds)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Вызывает получение процессом сигнала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SIGALRM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через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секунд после вызова. Если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равняется 0, то сигнал не будет прислан. При повторном вызове предыдущая установка получения сигнала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SIGALRM 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сбрасываются.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Возвращаемое значение – сколько времени оставалось до получения сигнала после предыдущего вызова или 0, если вызов – первый.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9415013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4342" name="TextBox 14341"/>
          <p:cNvSpPr txBox="1"/>
          <p:nvPr/>
        </p:nvSpPr>
        <p:spPr>
          <a:xfrm>
            <a:off x="3645075" y="1988840"/>
            <a:ext cx="8352606" cy="4274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Реакция процесса по умолчанию на сигнал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SIGALRM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прекратить работу. 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Чтобы работа не прекращалась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нужно переопределить реакцию на сигнал с помощью системного вызова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signal()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этого на сигнал с помощью системного вызова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signal()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сажается функция обработчик вида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void handler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(int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nsig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540000">
              <a:lnSpc>
                <a:spcPct val="120000"/>
              </a:lnSpc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42223481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4342" name="TextBox 14341"/>
          <p:cNvSpPr txBox="1"/>
          <p:nvPr/>
        </p:nvSpPr>
        <p:spPr>
          <a:xfrm>
            <a:off x="3645075" y="1988840"/>
            <a:ext cx="8352606" cy="3536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Системный вызов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signal()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signal.h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(int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nsig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void (* 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(int) )</a:t>
            </a: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Переопределяет реакцию процесса на сигнал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nsig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 вызов функции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Возвращаемое значение нас интересовать не будет, поэтому мы с ним не заморачиваемся.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812461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4342" name="TextBox 14341"/>
          <p:cNvSpPr txBox="1"/>
          <p:nvPr/>
        </p:nvSpPr>
        <p:spPr>
          <a:xfrm>
            <a:off x="3657730" y="1811490"/>
            <a:ext cx="8352606" cy="5259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работы сигнала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SIGALRM</a:t>
            </a:r>
            <a:endParaRPr lang="ru-RU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unistd.h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signal.h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sigflag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void handler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(int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nsig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540000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sigflag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 main () {</a:t>
            </a:r>
          </a:p>
          <a:p>
            <a:pPr marL="54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</a:p>
          <a:p>
            <a:pPr marL="54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(void) signal (SIGALRM, handler); </a:t>
            </a:r>
          </a:p>
          <a:p>
            <a:pPr marL="54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54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alarm (5);</a:t>
            </a:r>
          </a:p>
          <a:p>
            <a:pPr marL="54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sigflag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){</a:t>
            </a:r>
          </a:p>
          <a:p>
            <a:pPr marL="54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….</a:t>
            </a:r>
          </a:p>
          <a:p>
            <a:pPr marL="54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22504676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8971209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8153648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9590335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4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Microsoft Office PowerPoint</Application>
  <PresentationFormat>Широкоэкранный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10</vt:i4>
      </vt:variant>
    </vt:vector>
  </HeadingPairs>
  <TitlesOfParts>
    <vt:vector size="20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Larissa-Design</vt:lpstr>
      <vt:lpstr>Тема Office</vt:lpstr>
      <vt:lpstr>4_Тема Office</vt:lpstr>
      <vt:lpstr>Тема 7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2026-04-07T02:34:23Z</dcterms:modified>
</cp:coreProperties>
</file>