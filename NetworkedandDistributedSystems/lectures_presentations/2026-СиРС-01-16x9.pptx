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3.xml" ContentType="application/vnd.openxmlformats-officedocument.theme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4.xml" ContentType="application/vnd.openxmlformats-officedocument.theme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90" r:id="rId1"/>
    <p:sldMasterId id="2147483692" r:id="rId2"/>
    <p:sldMasterId id="2147483695" r:id="rId3"/>
    <p:sldMasterId id="2147483703" r:id="rId4"/>
    <p:sldMasterId id="2147483706" r:id="rId5"/>
  </p:sldMasterIdLst>
  <p:notesMasterIdLst>
    <p:notesMasterId r:id="rId45"/>
  </p:notesMasterIdLst>
  <p:sldIdLst>
    <p:sldId id="257" r:id="rId6"/>
    <p:sldId id="466" r:id="rId7"/>
    <p:sldId id="346" r:id="rId8"/>
    <p:sldId id="465" r:id="rId9"/>
    <p:sldId id="289" r:id="rId10"/>
    <p:sldId id="326" r:id="rId11"/>
    <p:sldId id="327" r:id="rId12"/>
    <p:sldId id="446" r:id="rId13"/>
    <p:sldId id="328" r:id="rId14"/>
    <p:sldId id="329" r:id="rId15"/>
    <p:sldId id="330" r:id="rId16"/>
    <p:sldId id="331" r:id="rId17"/>
    <p:sldId id="333" r:id="rId18"/>
    <p:sldId id="334" r:id="rId19"/>
    <p:sldId id="332" r:id="rId20"/>
    <p:sldId id="335" r:id="rId21"/>
    <p:sldId id="336" r:id="rId22"/>
    <p:sldId id="337" r:id="rId23"/>
    <p:sldId id="338" r:id="rId24"/>
    <p:sldId id="339" r:id="rId25"/>
    <p:sldId id="447" r:id="rId26"/>
    <p:sldId id="448" r:id="rId27"/>
    <p:sldId id="449" r:id="rId28"/>
    <p:sldId id="450" r:id="rId29"/>
    <p:sldId id="451" r:id="rId30"/>
    <p:sldId id="452" r:id="rId31"/>
    <p:sldId id="453" r:id="rId32"/>
    <p:sldId id="454" r:id="rId33"/>
    <p:sldId id="455" r:id="rId34"/>
    <p:sldId id="456" r:id="rId35"/>
    <p:sldId id="457" r:id="rId36"/>
    <p:sldId id="458" r:id="rId37"/>
    <p:sldId id="459" r:id="rId38"/>
    <p:sldId id="460" r:id="rId39"/>
    <p:sldId id="461" r:id="rId40"/>
    <p:sldId id="462" r:id="rId41"/>
    <p:sldId id="463" r:id="rId42"/>
    <p:sldId id="341" r:id="rId43"/>
    <p:sldId id="445" r:id="rId44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4" name="Автор" initials="A" lastIdx="0" clrIdx="3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60606"/>
    <a:srgbClr val="008000"/>
    <a:srgbClr val="345A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5137" autoAdjust="0"/>
    <p:restoredTop sz="96545" autoAdjust="0"/>
  </p:normalViewPr>
  <p:slideViewPr>
    <p:cSldViewPr>
      <p:cViewPr varScale="1">
        <p:scale>
          <a:sx n="63" d="100"/>
          <a:sy n="63" d="100"/>
        </p:scale>
        <p:origin x="416" y="5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9" Type="http://schemas.openxmlformats.org/officeDocument/2006/relationships/slide" Target="slides/slide34.xml"/><Relationship Id="rId21" Type="http://schemas.openxmlformats.org/officeDocument/2006/relationships/slide" Target="slides/slide16.xml"/><Relationship Id="rId34" Type="http://schemas.openxmlformats.org/officeDocument/2006/relationships/slide" Target="slides/slide29.xml"/><Relationship Id="rId42" Type="http://schemas.openxmlformats.org/officeDocument/2006/relationships/slide" Target="slides/slide37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2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1.xml"/><Relationship Id="rId29" Type="http://schemas.openxmlformats.org/officeDocument/2006/relationships/slide" Target="slides/slide24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40" Type="http://schemas.openxmlformats.org/officeDocument/2006/relationships/slide" Target="slides/slide35.xml"/><Relationship Id="rId45" Type="http://schemas.openxmlformats.org/officeDocument/2006/relationships/notesMaster" Target="notesMasters/notesMaster1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49" Type="http://schemas.openxmlformats.org/officeDocument/2006/relationships/theme" Target="theme/theme1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slide" Target="slides/slide26.xml"/><Relationship Id="rId44" Type="http://schemas.openxmlformats.org/officeDocument/2006/relationships/slide" Target="slides/slide39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43" Type="http://schemas.openxmlformats.org/officeDocument/2006/relationships/slide" Target="slides/slide38.xml"/><Relationship Id="rId48" Type="http://schemas.openxmlformats.org/officeDocument/2006/relationships/viewProps" Target="viewProps.xml"/><Relationship Id="rId8" Type="http://schemas.openxmlformats.org/officeDocument/2006/relationships/slide" Target="slides/slide3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slide" Target="slides/slide33.xml"/><Relationship Id="rId46" Type="http://schemas.openxmlformats.org/officeDocument/2006/relationships/commentAuthors" Target="commentAuthors.xml"/><Relationship Id="rId20" Type="http://schemas.openxmlformats.org/officeDocument/2006/relationships/slide" Target="slides/slide15.xml"/><Relationship Id="rId41" Type="http://schemas.openxmlformats.org/officeDocument/2006/relationships/slide" Target="slides/slide36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059AABB-C9C6-43AA-902A-833FEB3847CE}" type="datetimeFigureOut">
              <a:rPr lang="ru-RU" smtClean="0"/>
              <a:t>07.02.2026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DFECF74-1CAC-4F88-AAFE-84C98DBB36F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484684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9155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pPr defTabSz="914400" eaLnBrk="1" hangingPunct="1">
              <a:spcBef>
                <a:spcPct val="0"/>
              </a:spcBef>
            </a:pPr>
            <a:endParaRPr kumimoji="0" lang="ru-RU" noProof="1"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0421991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E823CC4-FED0-46D8-B338-6A49B477DF90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5681280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8D3C842-15F5-4118-93B3-B56D48F51314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de-D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2227" name="Rectangle 7"/>
          <p:cNvSpPr txBox="1">
            <a:spLocks noGrp="1" noChangeArrowheads="1"/>
          </p:cNvSpPr>
          <p:nvPr/>
        </p:nvSpPr>
        <p:spPr bwMode="auto">
          <a:xfrm>
            <a:off x="3887788" y="8689975"/>
            <a:ext cx="2970212" cy="45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4824" tIns="47416" rIns="94824" bIns="47416" anchor="b"/>
          <a:lstStyle/>
          <a:p>
            <a:pPr marL="0" marR="0" lvl="0" indent="0" algn="r" defTabSz="94773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0EBC222-5CA9-45A5-916B-59235F528885}" type="slidenum">
              <a:rPr kumimoji="0" lang="en-GB" sz="13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Arial" pitchFamily="34" charset="0"/>
              </a:rPr>
              <a:pPr marL="0" marR="0" lvl="0" indent="0" algn="r" defTabSz="947738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GB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 pitchFamily="34" charset="0"/>
            </a:endParaRPr>
          </a:p>
        </p:txBody>
      </p:sp>
      <p:sp>
        <p:nvSpPr>
          <p:cNvPr id="5222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7588" cy="3430588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222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 lIns="94824" tIns="47416" rIns="94824" bIns="47416"/>
          <a:lstStyle/>
          <a:p>
            <a:pPr eaLnBrk="1" hangingPunct="1">
              <a:spcBef>
                <a:spcPct val="0"/>
              </a:spcBef>
            </a:pPr>
            <a:r>
              <a:rPr kumimoji="0" lang="ru-RU" noProof="1">
                <a:cs typeface="Arial" pitchFamily="34" charset="0"/>
              </a:rPr>
              <a:t>1</a:t>
            </a:r>
            <a:endParaRPr kumimoji="0" lang="ru-RU" baseline="0" noProof="1"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3725512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8D3C842-15F5-4118-93B3-B56D48F51314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de-D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2227" name="Rectangle 7"/>
          <p:cNvSpPr txBox="1">
            <a:spLocks noGrp="1" noChangeArrowheads="1"/>
          </p:cNvSpPr>
          <p:nvPr/>
        </p:nvSpPr>
        <p:spPr bwMode="auto">
          <a:xfrm>
            <a:off x="3887788" y="8689975"/>
            <a:ext cx="2970212" cy="45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4824" tIns="47416" rIns="94824" bIns="47416" anchor="b"/>
          <a:lstStyle/>
          <a:p>
            <a:pPr marL="0" marR="0" lvl="0" indent="0" algn="r" defTabSz="94773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80EBC222-5CA9-45A5-916B-59235F528885}" type="slidenum">
              <a:rPr kumimoji="0" lang="en-GB" sz="13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Arial" pitchFamily="34" charset="0"/>
              </a:rPr>
              <a:pPr marL="0" marR="0" lvl="0" indent="0" algn="r" defTabSz="947738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GB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 pitchFamily="34" charset="0"/>
            </a:endParaRPr>
          </a:p>
        </p:txBody>
      </p:sp>
      <p:sp>
        <p:nvSpPr>
          <p:cNvPr id="5222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7588" cy="3430588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222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 lIns="94824" tIns="47416" rIns="94824" bIns="47416"/>
          <a:lstStyle/>
          <a:p>
            <a:pPr eaLnBrk="1" hangingPunct="1">
              <a:spcBef>
                <a:spcPct val="0"/>
              </a:spcBef>
            </a:pPr>
            <a:r>
              <a:rPr kumimoji="0" lang="ru-RU" noProof="1">
                <a:cs typeface="Arial" pitchFamily="34" charset="0"/>
              </a:rPr>
              <a:t>1</a:t>
            </a:r>
            <a:endParaRPr kumimoji="0" lang="ru-RU" baseline="0" noProof="1"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692782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D0C489C-B8C8-489E-AA71-598221C264FA}" type="slidenum"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Arial" pitchFamily="34" charset="0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de-D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 pitchFamily="34" charset="0"/>
            </a:endParaRPr>
          </a:p>
        </p:txBody>
      </p:sp>
      <p:sp>
        <p:nvSpPr>
          <p:cNvPr id="58371" name="Rectangle 7"/>
          <p:cNvSpPr txBox="1">
            <a:spLocks noGrp="1" noChangeArrowheads="1"/>
          </p:cNvSpPr>
          <p:nvPr/>
        </p:nvSpPr>
        <p:spPr bwMode="auto">
          <a:xfrm>
            <a:off x="3887788" y="8689975"/>
            <a:ext cx="2970212" cy="45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4824" tIns="47416" rIns="94824" bIns="47416" anchor="b"/>
          <a:lstStyle/>
          <a:p>
            <a:pPr marL="0" marR="0" lvl="0" indent="0" algn="r" defTabSz="94773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F1A9281-1597-4286-8723-922DEFD804BC}" type="slidenum">
              <a:rPr kumimoji="0" lang="en-GB" sz="13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Arial" pitchFamily="34" charset="0"/>
              </a:rPr>
              <a:pPr marL="0" marR="0" lvl="0" indent="0" algn="r" defTabSz="947738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GB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 pitchFamily="34" charset="0"/>
            </a:endParaRPr>
          </a:p>
        </p:txBody>
      </p:sp>
      <p:sp>
        <p:nvSpPr>
          <p:cNvPr id="5837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7588" cy="3430588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837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 lIns="94824" tIns="47416" rIns="94824" bIns="47416"/>
          <a:lstStyle/>
          <a:p>
            <a:pPr eaLnBrk="1" hangingPunct="1">
              <a:spcBef>
                <a:spcPct val="0"/>
              </a:spcBef>
            </a:pPr>
            <a:endParaRPr kumimoji="0" lang="ru-RU" noProof="1"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9991303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D0C489C-B8C8-489E-AA71-598221C264FA}" type="slidenum"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Arial" pitchFamily="34" charset="0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de-D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 pitchFamily="34" charset="0"/>
            </a:endParaRPr>
          </a:p>
        </p:txBody>
      </p:sp>
      <p:sp>
        <p:nvSpPr>
          <p:cNvPr id="58371" name="Rectangle 7"/>
          <p:cNvSpPr txBox="1">
            <a:spLocks noGrp="1" noChangeArrowheads="1"/>
          </p:cNvSpPr>
          <p:nvPr/>
        </p:nvSpPr>
        <p:spPr bwMode="auto">
          <a:xfrm>
            <a:off x="3887788" y="8689975"/>
            <a:ext cx="2970212" cy="45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4824" tIns="47416" rIns="94824" bIns="47416" anchor="b"/>
          <a:lstStyle/>
          <a:p>
            <a:pPr marL="0" marR="0" lvl="0" indent="0" algn="r" defTabSz="94773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F1A9281-1597-4286-8723-922DEFD804BC}" type="slidenum">
              <a:rPr kumimoji="0" lang="en-GB" sz="13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Arial" pitchFamily="34" charset="0"/>
              </a:rPr>
              <a:pPr marL="0" marR="0" lvl="0" indent="0" algn="r" defTabSz="947738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GB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 pitchFamily="34" charset="0"/>
            </a:endParaRPr>
          </a:p>
        </p:txBody>
      </p:sp>
      <p:sp>
        <p:nvSpPr>
          <p:cNvPr id="5837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7588" cy="3430588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837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 lIns="94824" tIns="47416" rIns="94824" bIns="47416"/>
          <a:lstStyle/>
          <a:p>
            <a:pPr eaLnBrk="1" hangingPunct="1">
              <a:spcBef>
                <a:spcPct val="0"/>
              </a:spcBef>
            </a:pPr>
            <a:endParaRPr kumimoji="0" lang="ru-RU" noProof="1"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257143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D0C489C-B8C8-489E-AA71-598221C264FA}" type="slidenum"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Arial" pitchFamily="34" charset="0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de-D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 pitchFamily="34" charset="0"/>
            </a:endParaRPr>
          </a:p>
        </p:txBody>
      </p:sp>
      <p:sp>
        <p:nvSpPr>
          <p:cNvPr id="58371" name="Rectangle 7"/>
          <p:cNvSpPr txBox="1">
            <a:spLocks noGrp="1" noChangeArrowheads="1"/>
          </p:cNvSpPr>
          <p:nvPr/>
        </p:nvSpPr>
        <p:spPr bwMode="auto">
          <a:xfrm>
            <a:off x="3887788" y="8689975"/>
            <a:ext cx="2970212" cy="45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4824" tIns="47416" rIns="94824" bIns="47416" anchor="b"/>
          <a:lstStyle/>
          <a:p>
            <a:pPr marL="0" marR="0" lvl="0" indent="0" algn="r" defTabSz="94773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F1A9281-1597-4286-8723-922DEFD804BC}" type="slidenum">
              <a:rPr kumimoji="0" lang="en-GB" sz="13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Arial" pitchFamily="34" charset="0"/>
              </a:rPr>
              <a:pPr marL="0" marR="0" lvl="0" indent="0" algn="r" defTabSz="947738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GB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 pitchFamily="34" charset="0"/>
            </a:endParaRPr>
          </a:p>
        </p:txBody>
      </p:sp>
      <p:sp>
        <p:nvSpPr>
          <p:cNvPr id="5837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7588" cy="3430588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837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 lIns="94824" tIns="47416" rIns="94824" bIns="47416"/>
          <a:lstStyle/>
          <a:p>
            <a:pPr eaLnBrk="1" hangingPunct="1">
              <a:spcBef>
                <a:spcPct val="0"/>
              </a:spcBef>
            </a:pPr>
            <a:endParaRPr kumimoji="0" lang="ru-RU" noProof="1"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4458835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D0C489C-B8C8-489E-AA71-598221C264FA}" type="slidenum"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Arial" pitchFamily="34" charset="0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de-D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 pitchFamily="34" charset="0"/>
            </a:endParaRPr>
          </a:p>
        </p:txBody>
      </p:sp>
      <p:sp>
        <p:nvSpPr>
          <p:cNvPr id="58371" name="Rectangle 7"/>
          <p:cNvSpPr txBox="1">
            <a:spLocks noGrp="1" noChangeArrowheads="1"/>
          </p:cNvSpPr>
          <p:nvPr/>
        </p:nvSpPr>
        <p:spPr bwMode="auto">
          <a:xfrm>
            <a:off x="3887788" y="8689975"/>
            <a:ext cx="2970212" cy="45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4824" tIns="47416" rIns="94824" bIns="47416" anchor="b"/>
          <a:lstStyle/>
          <a:p>
            <a:pPr marL="0" marR="0" lvl="0" indent="0" algn="r" defTabSz="94773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F1A9281-1597-4286-8723-922DEFD804BC}" type="slidenum">
              <a:rPr kumimoji="0" lang="en-GB" sz="13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Arial" pitchFamily="34" charset="0"/>
              </a:rPr>
              <a:pPr marL="0" marR="0" lvl="0" indent="0" algn="r" defTabSz="947738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GB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 pitchFamily="34" charset="0"/>
            </a:endParaRPr>
          </a:p>
        </p:txBody>
      </p:sp>
      <p:sp>
        <p:nvSpPr>
          <p:cNvPr id="5837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7588" cy="3430588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837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 lIns="94824" tIns="47416" rIns="94824" bIns="47416"/>
          <a:lstStyle/>
          <a:p>
            <a:pPr eaLnBrk="1" hangingPunct="1">
              <a:spcBef>
                <a:spcPct val="0"/>
              </a:spcBef>
            </a:pPr>
            <a:endParaRPr kumimoji="0" lang="ru-RU" noProof="1"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2825584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D0C489C-B8C8-489E-AA71-598221C264FA}" type="slidenum"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Arial" pitchFamily="34" charset="0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de-D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 pitchFamily="34" charset="0"/>
            </a:endParaRPr>
          </a:p>
        </p:txBody>
      </p:sp>
      <p:sp>
        <p:nvSpPr>
          <p:cNvPr id="58371" name="Rectangle 7"/>
          <p:cNvSpPr txBox="1">
            <a:spLocks noGrp="1" noChangeArrowheads="1"/>
          </p:cNvSpPr>
          <p:nvPr/>
        </p:nvSpPr>
        <p:spPr bwMode="auto">
          <a:xfrm>
            <a:off x="3887788" y="8689975"/>
            <a:ext cx="2970212" cy="45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4824" tIns="47416" rIns="94824" bIns="47416" anchor="b"/>
          <a:lstStyle/>
          <a:p>
            <a:pPr marL="0" marR="0" lvl="0" indent="0" algn="r" defTabSz="94773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F1A9281-1597-4286-8723-922DEFD804BC}" type="slidenum">
              <a:rPr kumimoji="0" lang="en-GB" sz="13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Arial" pitchFamily="34" charset="0"/>
              </a:rPr>
              <a:pPr marL="0" marR="0" lvl="0" indent="0" algn="r" defTabSz="947738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GB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 pitchFamily="34" charset="0"/>
            </a:endParaRPr>
          </a:p>
        </p:txBody>
      </p:sp>
      <p:sp>
        <p:nvSpPr>
          <p:cNvPr id="5837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7588" cy="3430588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837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 lIns="94824" tIns="47416" rIns="94824" bIns="47416"/>
          <a:lstStyle/>
          <a:p>
            <a:pPr eaLnBrk="1" hangingPunct="1">
              <a:spcBef>
                <a:spcPct val="0"/>
              </a:spcBef>
            </a:pPr>
            <a:endParaRPr kumimoji="0" lang="ru-RU" noProof="1"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1173407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D0C489C-B8C8-489E-AA71-598221C264FA}" type="slidenum"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Arial" pitchFamily="34" charset="0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de-D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 pitchFamily="34" charset="0"/>
            </a:endParaRPr>
          </a:p>
        </p:txBody>
      </p:sp>
      <p:sp>
        <p:nvSpPr>
          <p:cNvPr id="58371" name="Rectangle 7"/>
          <p:cNvSpPr txBox="1">
            <a:spLocks noGrp="1" noChangeArrowheads="1"/>
          </p:cNvSpPr>
          <p:nvPr/>
        </p:nvSpPr>
        <p:spPr bwMode="auto">
          <a:xfrm>
            <a:off x="3887788" y="8689975"/>
            <a:ext cx="2970212" cy="45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4824" tIns="47416" rIns="94824" bIns="47416" anchor="b"/>
          <a:lstStyle/>
          <a:p>
            <a:pPr marL="0" marR="0" lvl="0" indent="0" algn="r" defTabSz="94773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F1A9281-1597-4286-8723-922DEFD804BC}" type="slidenum">
              <a:rPr kumimoji="0" lang="en-GB" sz="13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Arial" pitchFamily="34" charset="0"/>
              </a:rPr>
              <a:pPr marL="0" marR="0" lvl="0" indent="0" algn="r" defTabSz="947738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GB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 pitchFamily="34" charset="0"/>
            </a:endParaRPr>
          </a:p>
        </p:txBody>
      </p:sp>
      <p:sp>
        <p:nvSpPr>
          <p:cNvPr id="5837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7588" cy="3430588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837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 lIns="94824" tIns="47416" rIns="94824" bIns="47416"/>
          <a:lstStyle/>
          <a:p>
            <a:pPr eaLnBrk="1" hangingPunct="1">
              <a:spcBef>
                <a:spcPct val="0"/>
              </a:spcBef>
            </a:pPr>
            <a:endParaRPr kumimoji="0" lang="ru-RU" noProof="1"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449300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D0C489C-B8C8-489E-AA71-598221C264FA}" type="slidenum"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Arial" pitchFamily="34" charset="0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de-D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 pitchFamily="34" charset="0"/>
            </a:endParaRPr>
          </a:p>
        </p:txBody>
      </p:sp>
      <p:sp>
        <p:nvSpPr>
          <p:cNvPr id="58371" name="Rectangle 7"/>
          <p:cNvSpPr txBox="1">
            <a:spLocks noGrp="1" noChangeArrowheads="1"/>
          </p:cNvSpPr>
          <p:nvPr/>
        </p:nvSpPr>
        <p:spPr bwMode="auto">
          <a:xfrm>
            <a:off x="3887788" y="8689975"/>
            <a:ext cx="2970212" cy="45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4824" tIns="47416" rIns="94824" bIns="47416" anchor="b"/>
          <a:lstStyle/>
          <a:p>
            <a:pPr marL="0" marR="0" lvl="0" indent="0" algn="r" defTabSz="94773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F1A9281-1597-4286-8723-922DEFD804BC}" type="slidenum">
              <a:rPr kumimoji="0" lang="en-GB" sz="13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Arial" pitchFamily="34" charset="0"/>
              </a:rPr>
              <a:pPr marL="0" marR="0" lvl="0" indent="0" algn="r" defTabSz="947738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GB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 pitchFamily="34" charset="0"/>
            </a:endParaRPr>
          </a:p>
        </p:txBody>
      </p:sp>
      <p:sp>
        <p:nvSpPr>
          <p:cNvPr id="5837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7588" cy="3430588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837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 lIns="94824" tIns="47416" rIns="94824" bIns="47416"/>
          <a:lstStyle/>
          <a:p>
            <a:pPr eaLnBrk="1" hangingPunct="1">
              <a:spcBef>
                <a:spcPct val="0"/>
              </a:spcBef>
            </a:pPr>
            <a:endParaRPr kumimoji="0" lang="ru-RU" noProof="1"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3941757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D0C489C-B8C8-489E-AA71-598221C264FA}" type="slidenum"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Arial" pitchFamily="34" charset="0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de-D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 pitchFamily="34" charset="0"/>
            </a:endParaRPr>
          </a:p>
        </p:txBody>
      </p:sp>
      <p:sp>
        <p:nvSpPr>
          <p:cNvPr id="58371" name="Rectangle 7"/>
          <p:cNvSpPr txBox="1">
            <a:spLocks noGrp="1" noChangeArrowheads="1"/>
          </p:cNvSpPr>
          <p:nvPr/>
        </p:nvSpPr>
        <p:spPr bwMode="auto">
          <a:xfrm>
            <a:off x="3887788" y="8689975"/>
            <a:ext cx="2970212" cy="45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4824" tIns="47416" rIns="94824" bIns="47416" anchor="b"/>
          <a:lstStyle/>
          <a:p>
            <a:pPr marL="0" marR="0" lvl="0" indent="0" algn="r" defTabSz="94773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F1A9281-1597-4286-8723-922DEFD804BC}" type="slidenum">
              <a:rPr kumimoji="0" lang="en-GB" sz="13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Arial" pitchFamily="34" charset="0"/>
              </a:rPr>
              <a:pPr marL="0" marR="0" lvl="0" indent="0" algn="r" defTabSz="947738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GB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 pitchFamily="34" charset="0"/>
            </a:endParaRPr>
          </a:p>
        </p:txBody>
      </p:sp>
      <p:sp>
        <p:nvSpPr>
          <p:cNvPr id="5837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7588" cy="3430588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837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 lIns="94824" tIns="47416" rIns="94824" bIns="47416"/>
          <a:lstStyle/>
          <a:p>
            <a:pPr eaLnBrk="1" hangingPunct="1">
              <a:spcBef>
                <a:spcPct val="0"/>
              </a:spcBef>
            </a:pPr>
            <a:endParaRPr kumimoji="0" lang="ru-RU" noProof="1"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5194782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D0C489C-B8C8-489E-AA71-598221C264FA}" type="slidenum"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Arial" pitchFamily="34" charset="0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de-D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 pitchFamily="34" charset="0"/>
            </a:endParaRPr>
          </a:p>
        </p:txBody>
      </p:sp>
      <p:sp>
        <p:nvSpPr>
          <p:cNvPr id="58371" name="Rectangle 7"/>
          <p:cNvSpPr txBox="1">
            <a:spLocks noGrp="1" noChangeArrowheads="1"/>
          </p:cNvSpPr>
          <p:nvPr/>
        </p:nvSpPr>
        <p:spPr bwMode="auto">
          <a:xfrm>
            <a:off x="3887788" y="8689975"/>
            <a:ext cx="2970212" cy="45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4824" tIns="47416" rIns="94824" bIns="47416" anchor="b"/>
          <a:lstStyle/>
          <a:p>
            <a:pPr marL="0" marR="0" lvl="0" indent="0" algn="r" defTabSz="94773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F1A9281-1597-4286-8723-922DEFD804BC}" type="slidenum">
              <a:rPr kumimoji="0" lang="en-GB" sz="13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Arial" pitchFamily="34" charset="0"/>
              </a:rPr>
              <a:pPr marL="0" marR="0" lvl="0" indent="0" algn="r" defTabSz="947738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GB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 pitchFamily="34" charset="0"/>
            </a:endParaRPr>
          </a:p>
        </p:txBody>
      </p:sp>
      <p:sp>
        <p:nvSpPr>
          <p:cNvPr id="5837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7588" cy="3430588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837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 lIns="94824" tIns="47416" rIns="94824" bIns="47416"/>
          <a:lstStyle/>
          <a:p>
            <a:pPr eaLnBrk="1" hangingPunct="1">
              <a:spcBef>
                <a:spcPct val="0"/>
              </a:spcBef>
            </a:pPr>
            <a:endParaRPr kumimoji="0" lang="ru-RU" noProof="1"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8060384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D0C489C-B8C8-489E-AA71-598221C264FA}" type="slidenum"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Arial" pitchFamily="34" charset="0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de-D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 pitchFamily="34" charset="0"/>
            </a:endParaRPr>
          </a:p>
        </p:txBody>
      </p:sp>
      <p:sp>
        <p:nvSpPr>
          <p:cNvPr id="58371" name="Rectangle 7"/>
          <p:cNvSpPr txBox="1">
            <a:spLocks noGrp="1" noChangeArrowheads="1"/>
          </p:cNvSpPr>
          <p:nvPr/>
        </p:nvSpPr>
        <p:spPr bwMode="auto">
          <a:xfrm>
            <a:off x="3887788" y="8689975"/>
            <a:ext cx="2970212" cy="45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4824" tIns="47416" rIns="94824" bIns="47416" anchor="b"/>
          <a:lstStyle/>
          <a:p>
            <a:pPr marL="0" marR="0" lvl="0" indent="0" algn="r" defTabSz="94773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F1A9281-1597-4286-8723-922DEFD804BC}" type="slidenum">
              <a:rPr kumimoji="0" lang="en-GB" sz="13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Arial" pitchFamily="34" charset="0"/>
              </a:rPr>
              <a:pPr marL="0" marR="0" lvl="0" indent="0" algn="r" defTabSz="947738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GB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 pitchFamily="34" charset="0"/>
            </a:endParaRPr>
          </a:p>
        </p:txBody>
      </p:sp>
      <p:sp>
        <p:nvSpPr>
          <p:cNvPr id="5837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7588" cy="3430588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837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 lIns="94824" tIns="47416" rIns="94824" bIns="47416"/>
          <a:lstStyle/>
          <a:p>
            <a:pPr eaLnBrk="1" hangingPunct="1">
              <a:spcBef>
                <a:spcPct val="0"/>
              </a:spcBef>
            </a:pPr>
            <a:endParaRPr kumimoji="0" lang="ru-RU" noProof="1"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5895959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D0C489C-B8C8-489E-AA71-598221C264FA}" type="slidenum"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Arial" pitchFamily="34" charset="0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de-D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 pitchFamily="34" charset="0"/>
            </a:endParaRPr>
          </a:p>
        </p:txBody>
      </p:sp>
      <p:sp>
        <p:nvSpPr>
          <p:cNvPr id="58371" name="Rectangle 7"/>
          <p:cNvSpPr txBox="1">
            <a:spLocks noGrp="1" noChangeArrowheads="1"/>
          </p:cNvSpPr>
          <p:nvPr/>
        </p:nvSpPr>
        <p:spPr bwMode="auto">
          <a:xfrm>
            <a:off x="3887788" y="8689975"/>
            <a:ext cx="2970212" cy="45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4824" tIns="47416" rIns="94824" bIns="47416" anchor="b"/>
          <a:lstStyle/>
          <a:p>
            <a:pPr marL="0" marR="0" lvl="0" indent="0" algn="r" defTabSz="94773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F1A9281-1597-4286-8723-922DEFD804BC}" type="slidenum">
              <a:rPr kumimoji="0" lang="en-GB" sz="13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Arial" pitchFamily="34" charset="0"/>
              </a:rPr>
              <a:pPr marL="0" marR="0" lvl="0" indent="0" algn="r" defTabSz="947738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GB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 pitchFamily="34" charset="0"/>
            </a:endParaRPr>
          </a:p>
        </p:txBody>
      </p:sp>
      <p:sp>
        <p:nvSpPr>
          <p:cNvPr id="5837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7588" cy="3430588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837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 lIns="94824" tIns="47416" rIns="94824" bIns="47416"/>
          <a:lstStyle/>
          <a:p>
            <a:pPr eaLnBrk="1" hangingPunct="1">
              <a:spcBef>
                <a:spcPct val="0"/>
              </a:spcBef>
            </a:pPr>
            <a:endParaRPr kumimoji="0" lang="ru-RU" noProof="1"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196426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D0C489C-B8C8-489E-AA71-598221C264FA}" type="slidenum"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Arial" pitchFamily="34" charset="0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de-D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 pitchFamily="34" charset="0"/>
            </a:endParaRPr>
          </a:p>
        </p:txBody>
      </p:sp>
      <p:sp>
        <p:nvSpPr>
          <p:cNvPr id="58371" name="Rectangle 7"/>
          <p:cNvSpPr txBox="1">
            <a:spLocks noGrp="1" noChangeArrowheads="1"/>
          </p:cNvSpPr>
          <p:nvPr/>
        </p:nvSpPr>
        <p:spPr bwMode="auto">
          <a:xfrm>
            <a:off x="3887788" y="8689975"/>
            <a:ext cx="2970212" cy="45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4824" tIns="47416" rIns="94824" bIns="47416" anchor="b"/>
          <a:lstStyle/>
          <a:p>
            <a:pPr marL="0" marR="0" lvl="0" indent="0" algn="r" defTabSz="94773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F1A9281-1597-4286-8723-922DEFD804BC}" type="slidenum">
              <a:rPr kumimoji="0" lang="en-GB" sz="13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Arial" pitchFamily="34" charset="0"/>
              </a:rPr>
              <a:pPr marL="0" marR="0" lvl="0" indent="0" algn="r" defTabSz="947738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GB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 pitchFamily="34" charset="0"/>
            </a:endParaRPr>
          </a:p>
        </p:txBody>
      </p:sp>
      <p:sp>
        <p:nvSpPr>
          <p:cNvPr id="5837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7588" cy="3430588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837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 lIns="94824" tIns="47416" rIns="94824" bIns="47416"/>
          <a:lstStyle/>
          <a:p>
            <a:pPr eaLnBrk="1" hangingPunct="1">
              <a:spcBef>
                <a:spcPct val="0"/>
              </a:spcBef>
            </a:pPr>
            <a:endParaRPr kumimoji="0" lang="ru-RU" noProof="1"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7408605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D0C489C-B8C8-489E-AA71-598221C264FA}" type="slidenum"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Arial" pitchFamily="34" charset="0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de-D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 pitchFamily="34" charset="0"/>
            </a:endParaRPr>
          </a:p>
        </p:txBody>
      </p:sp>
      <p:sp>
        <p:nvSpPr>
          <p:cNvPr id="58371" name="Rectangle 7"/>
          <p:cNvSpPr txBox="1">
            <a:spLocks noGrp="1" noChangeArrowheads="1"/>
          </p:cNvSpPr>
          <p:nvPr/>
        </p:nvSpPr>
        <p:spPr bwMode="auto">
          <a:xfrm>
            <a:off x="3887788" y="8689975"/>
            <a:ext cx="2970212" cy="45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4824" tIns="47416" rIns="94824" bIns="47416" anchor="b"/>
          <a:lstStyle/>
          <a:p>
            <a:pPr marL="0" marR="0" lvl="0" indent="0" algn="r" defTabSz="94773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F1A9281-1597-4286-8723-922DEFD804BC}" type="slidenum">
              <a:rPr kumimoji="0" lang="en-GB" sz="13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Arial" pitchFamily="34" charset="0"/>
              </a:rPr>
              <a:pPr marL="0" marR="0" lvl="0" indent="0" algn="r" defTabSz="947738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GB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 pitchFamily="34" charset="0"/>
            </a:endParaRPr>
          </a:p>
        </p:txBody>
      </p:sp>
      <p:sp>
        <p:nvSpPr>
          <p:cNvPr id="5837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7588" cy="3430588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837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 lIns="94824" tIns="47416" rIns="94824" bIns="47416"/>
          <a:lstStyle/>
          <a:p>
            <a:pPr eaLnBrk="1" hangingPunct="1">
              <a:spcBef>
                <a:spcPct val="0"/>
              </a:spcBef>
            </a:pPr>
            <a:endParaRPr kumimoji="0" lang="ru-RU" noProof="1"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7143382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D0C489C-B8C8-489E-AA71-598221C264FA}" type="slidenum"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Arial" pitchFamily="34" charset="0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de-D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 pitchFamily="34" charset="0"/>
            </a:endParaRPr>
          </a:p>
        </p:txBody>
      </p:sp>
      <p:sp>
        <p:nvSpPr>
          <p:cNvPr id="58371" name="Rectangle 7"/>
          <p:cNvSpPr txBox="1">
            <a:spLocks noGrp="1" noChangeArrowheads="1"/>
          </p:cNvSpPr>
          <p:nvPr/>
        </p:nvSpPr>
        <p:spPr bwMode="auto">
          <a:xfrm>
            <a:off x="3887788" y="8689975"/>
            <a:ext cx="2970212" cy="45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4824" tIns="47416" rIns="94824" bIns="47416" anchor="b"/>
          <a:lstStyle/>
          <a:p>
            <a:pPr marL="0" marR="0" lvl="0" indent="0" algn="r" defTabSz="94773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F1A9281-1597-4286-8723-922DEFD804BC}" type="slidenum">
              <a:rPr kumimoji="0" lang="en-GB" sz="13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Arial" pitchFamily="34" charset="0"/>
              </a:rPr>
              <a:pPr marL="0" marR="0" lvl="0" indent="0" algn="r" defTabSz="947738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GB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 pitchFamily="34" charset="0"/>
            </a:endParaRPr>
          </a:p>
        </p:txBody>
      </p:sp>
      <p:sp>
        <p:nvSpPr>
          <p:cNvPr id="5837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7588" cy="3430588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837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 lIns="94824" tIns="47416" rIns="94824" bIns="47416"/>
          <a:lstStyle/>
          <a:p>
            <a:pPr eaLnBrk="1" hangingPunct="1">
              <a:spcBef>
                <a:spcPct val="0"/>
              </a:spcBef>
            </a:pPr>
            <a:endParaRPr kumimoji="0" lang="ru-RU" noProof="1"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807693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D0C489C-B8C8-489E-AA71-598221C264FA}" type="slidenum"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Arial" pitchFamily="34" charset="0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de-D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 pitchFamily="34" charset="0"/>
            </a:endParaRPr>
          </a:p>
        </p:txBody>
      </p:sp>
      <p:sp>
        <p:nvSpPr>
          <p:cNvPr id="58371" name="Rectangle 7"/>
          <p:cNvSpPr txBox="1">
            <a:spLocks noGrp="1" noChangeArrowheads="1"/>
          </p:cNvSpPr>
          <p:nvPr/>
        </p:nvSpPr>
        <p:spPr bwMode="auto">
          <a:xfrm>
            <a:off x="3887788" y="8689975"/>
            <a:ext cx="2970212" cy="45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4824" tIns="47416" rIns="94824" bIns="47416" anchor="b"/>
          <a:lstStyle/>
          <a:p>
            <a:pPr marL="0" marR="0" lvl="0" indent="0" algn="r" defTabSz="94773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F1A9281-1597-4286-8723-922DEFD804BC}" type="slidenum">
              <a:rPr kumimoji="0" lang="en-GB" sz="13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Arial" pitchFamily="34" charset="0"/>
              </a:rPr>
              <a:pPr marL="0" marR="0" lvl="0" indent="0" algn="r" defTabSz="947738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GB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 pitchFamily="34" charset="0"/>
            </a:endParaRPr>
          </a:p>
        </p:txBody>
      </p:sp>
      <p:sp>
        <p:nvSpPr>
          <p:cNvPr id="5837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7588" cy="3430588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837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 lIns="94824" tIns="47416" rIns="94824" bIns="47416"/>
          <a:lstStyle/>
          <a:p>
            <a:pPr eaLnBrk="1" hangingPunct="1">
              <a:spcBef>
                <a:spcPct val="0"/>
              </a:spcBef>
            </a:pPr>
            <a:endParaRPr kumimoji="0" lang="ru-RU" noProof="1"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4880328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D0C489C-B8C8-489E-AA71-598221C264FA}" type="slidenum"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Arial" pitchFamily="34" charset="0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de-D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 pitchFamily="34" charset="0"/>
            </a:endParaRPr>
          </a:p>
        </p:txBody>
      </p:sp>
      <p:sp>
        <p:nvSpPr>
          <p:cNvPr id="58371" name="Rectangle 7"/>
          <p:cNvSpPr txBox="1">
            <a:spLocks noGrp="1" noChangeArrowheads="1"/>
          </p:cNvSpPr>
          <p:nvPr/>
        </p:nvSpPr>
        <p:spPr bwMode="auto">
          <a:xfrm>
            <a:off x="3887788" y="8689975"/>
            <a:ext cx="2970212" cy="45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4824" tIns="47416" rIns="94824" bIns="47416" anchor="b"/>
          <a:lstStyle/>
          <a:p>
            <a:pPr marL="0" marR="0" lvl="0" indent="0" algn="r" defTabSz="94773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F1A9281-1597-4286-8723-922DEFD804BC}" type="slidenum">
              <a:rPr kumimoji="0" lang="en-GB" sz="13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Arial" pitchFamily="34" charset="0"/>
              </a:rPr>
              <a:pPr marL="0" marR="0" lvl="0" indent="0" algn="r" defTabSz="947738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GB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 pitchFamily="34" charset="0"/>
            </a:endParaRPr>
          </a:p>
        </p:txBody>
      </p:sp>
      <p:sp>
        <p:nvSpPr>
          <p:cNvPr id="5837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7588" cy="3430588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837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 lIns="94824" tIns="47416" rIns="94824" bIns="47416"/>
          <a:lstStyle/>
          <a:p>
            <a:pPr eaLnBrk="1" hangingPunct="1">
              <a:spcBef>
                <a:spcPct val="0"/>
              </a:spcBef>
            </a:pPr>
            <a:endParaRPr kumimoji="0" lang="ru-RU" noProof="1"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3024637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D0C489C-B8C8-489E-AA71-598221C264FA}" type="slidenum"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Arial" pitchFamily="34" charset="0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de-D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 pitchFamily="34" charset="0"/>
            </a:endParaRPr>
          </a:p>
        </p:txBody>
      </p:sp>
      <p:sp>
        <p:nvSpPr>
          <p:cNvPr id="58371" name="Rectangle 7"/>
          <p:cNvSpPr txBox="1">
            <a:spLocks noGrp="1" noChangeArrowheads="1"/>
          </p:cNvSpPr>
          <p:nvPr/>
        </p:nvSpPr>
        <p:spPr bwMode="auto">
          <a:xfrm>
            <a:off x="3887788" y="8689975"/>
            <a:ext cx="2970212" cy="45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4824" tIns="47416" rIns="94824" bIns="47416" anchor="b"/>
          <a:lstStyle/>
          <a:p>
            <a:pPr marL="0" marR="0" lvl="0" indent="0" algn="r" defTabSz="94773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F1A9281-1597-4286-8723-922DEFD804BC}" type="slidenum">
              <a:rPr kumimoji="0" lang="en-GB" sz="13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Arial" pitchFamily="34" charset="0"/>
              </a:rPr>
              <a:pPr marL="0" marR="0" lvl="0" indent="0" algn="r" defTabSz="947738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GB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 pitchFamily="34" charset="0"/>
            </a:endParaRPr>
          </a:p>
        </p:txBody>
      </p:sp>
      <p:sp>
        <p:nvSpPr>
          <p:cNvPr id="5837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7588" cy="3430588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837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 lIns="94824" tIns="47416" rIns="94824" bIns="47416"/>
          <a:lstStyle/>
          <a:p>
            <a:pPr eaLnBrk="1" hangingPunct="1">
              <a:spcBef>
                <a:spcPct val="0"/>
              </a:spcBef>
            </a:pPr>
            <a:endParaRPr kumimoji="0" lang="ru-RU" noProof="1"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2194246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D0C489C-B8C8-489E-AA71-598221C264FA}" type="slidenum"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Arial" pitchFamily="34" charset="0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de-D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 pitchFamily="34" charset="0"/>
            </a:endParaRPr>
          </a:p>
        </p:txBody>
      </p:sp>
      <p:sp>
        <p:nvSpPr>
          <p:cNvPr id="58371" name="Rectangle 7"/>
          <p:cNvSpPr txBox="1">
            <a:spLocks noGrp="1" noChangeArrowheads="1"/>
          </p:cNvSpPr>
          <p:nvPr/>
        </p:nvSpPr>
        <p:spPr bwMode="auto">
          <a:xfrm>
            <a:off x="3887788" y="8689975"/>
            <a:ext cx="2970212" cy="45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4824" tIns="47416" rIns="94824" bIns="47416" anchor="b"/>
          <a:lstStyle/>
          <a:p>
            <a:pPr marL="0" marR="0" lvl="0" indent="0" algn="r" defTabSz="94773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F1A9281-1597-4286-8723-922DEFD804BC}" type="slidenum">
              <a:rPr kumimoji="0" lang="en-GB" sz="13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Arial" pitchFamily="34" charset="0"/>
              </a:rPr>
              <a:pPr marL="0" marR="0" lvl="0" indent="0" algn="r" defTabSz="947738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GB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 pitchFamily="34" charset="0"/>
            </a:endParaRPr>
          </a:p>
        </p:txBody>
      </p:sp>
      <p:sp>
        <p:nvSpPr>
          <p:cNvPr id="5837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7588" cy="3430588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837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 lIns="94824" tIns="47416" rIns="94824" bIns="47416"/>
          <a:lstStyle/>
          <a:p>
            <a:pPr eaLnBrk="1" hangingPunct="1">
              <a:spcBef>
                <a:spcPct val="0"/>
              </a:spcBef>
            </a:pPr>
            <a:endParaRPr kumimoji="0" lang="ru-RU" noProof="1"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044690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D0C489C-B8C8-489E-AA71-598221C264FA}" type="slidenum"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Arial" pitchFamily="34" charset="0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de-D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 pitchFamily="34" charset="0"/>
            </a:endParaRPr>
          </a:p>
        </p:txBody>
      </p:sp>
      <p:sp>
        <p:nvSpPr>
          <p:cNvPr id="58371" name="Rectangle 7"/>
          <p:cNvSpPr txBox="1">
            <a:spLocks noGrp="1" noChangeArrowheads="1"/>
          </p:cNvSpPr>
          <p:nvPr/>
        </p:nvSpPr>
        <p:spPr bwMode="auto">
          <a:xfrm>
            <a:off x="3887788" y="8689975"/>
            <a:ext cx="2970212" cy="45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4824" tIns="47416" rIns="94824" bIns="47416" anchor="b"/>
          <a:lstStyle/>
          <a:p>
            <a:pPr marL="0" marR="0" lvl="0" indent="0" algn="r" defTabSz="94773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F1A9281-1597-4286-8723-922DEFD804BC}" type="slidenum">
              <a:rPr kumimoji="0" lang="en-GB" sz="13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Arial" pitchFamily="34" charset="0"/>
              </a:rPr>
              <a:pPr marL="0" marR="0" lvl="0" indent="0" algn="r" defTabSz="947738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en-GB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 pitchFamily="34" charset="0"/>
            </a:endParaRPr>
          </a:p>
        </p:txBody>
      </p:sp>
      <p:sp>
        <p:nvSpPr>
          <p:cNvPr id="5837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7588" cy="3430588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837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 lIns="94824" tIns="47416" rIns="94824" bIns="47416"/>
          <a:lstStyle/>
          <a:p>
            <a:pPr eaLnBrk="1" hangingPunct="1">
              <a:spcBef>
                <a:spcPct val="0"/>
              </a:spcBef>
            </a:pPr>
            <a:endParaRPr kumimoji="0" lang="ru-RU" noProof="1"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5691669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D0C489C-B8C8-489E-AA71-598221C264FA}" type="slidenum"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Arial" pitchFamily="34" charset="0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de-D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 pitchFamily="34" charset="0"/>
            </a:endParaRPr>
          </a:p>
        </p:txBody>
      </p:sp>
      <p:sp>
        <p:nvSpPr>
          <p:cNvPr id="58371" name="Rectangle 7"/>
          <p:cNvSpPr txBox="1">
            <a:spLocks noGrp="1" noChangeArrowheads="1"/>
          </p:cNvSpPr>
          <p:nvPr/>
        </p:nvSpPr>
        <p:spPr bwMode="auto">
          <a:xfrm>
            <a:off x="3887788" y="8689975"/>
            <a:ext cx="2970212" cy="45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4824" tIns="47416" rIns="94824" bIns="47416" anchor="b"/>
          <a:lstStyle/>
          <a:p>
            <a:pPr marL="0" marR="0" lvl="0" indent="0" algn="r" defTabSz="94773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F1A9281-1597-4286-8723-922DEFD804BC}" type="slidenum">
              <a:rPr kumimoji="0" lang="en-GB" sz="13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Arial" pitchFamily="34" charset="0"/>
              </a:rPr>
              <a:pPr marL="0" marR="0" lvl="0" indent="0" algn="r" defTabSz="947738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en-GB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 pitchFamily="34" charset="0"/>
            </a:endParaRPr>
          </a:p>
        </p:txBody>
      </p:sp>
      <p:sp>
        <p:nvSpPr>
          <p:cNvPr id="5837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7588" cy="3430588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837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 lIns="94824" tIns="47416" rIns="94824" bIns="47416"/>
          <a:lstStyle/>
          <a:p>
            <a:pPr eaLnBrk="1" hangingPunct="1">
              <a:spcBef>
                <a:spcPct val="0"/>
              </a:spcBef>
            </a:pPr>
            <a:endParaRPr kumimoji="0" lang="ru-RU" noProof="1"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4603791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D0C489C-B8C8-489E-AA71-598221C264FA}" type="slidenum"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Arial" pitchFamily="34" charset="0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de-D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 pitchFamily="34" charset="0"/>
            </a:endParaRPr>
          </a:p>
        </p:txBody>
      </p:sp>
      <p:sp>
        <p:nvSpPr>
          <p:cNvPr id="58371" name="Rectangle 7"/>
          <p:cNvSpPr txBox="1">
            <a:spLocks noGrp="1" noChangeArrowheads="1"/>
          </p:cNvSpPr>
          <p:nvPr/>
        </p:nvSpPr>
        <p:spPr bwMode="auto">
          <a:xfrm>
            <a:off x="3887788" y="8689975"/>
            <a:ext cx="2970212" cy="45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4824" tIns="47416" rIns="94824" bIns="47416" anchor="b"/>
          <a:lstStyle/>
          <a:p>
            <a:pPr marL="0" marR="0" lvl="0" indent="0" algn="r" defTabSz="94773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F1A9281-1597-4286-8723-922DEFD804BC}" type="slidenum">
              <a:rPr kumimoji="0" lang="en-GB" sz="13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Arial" pitchFamily="34" charset="0"/>
              </a:rPr>
              <a:pPr marL="0" marR="0" lvl="0" indent="0" algn="r" defTabSz="947738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en-GB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 pitchFamily="34" charset="0"/>
            </a:endParaRPr>
          </a:p>
        </p:txBody>
      </p:sp>
      <p:sp>
        <p:nvSpPr>
          <p:cNvPr id="5837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7588" cy="3430588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837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 lIns="94824" tIns="47416" rIns="94824" bIns="47416"/>
          <a:lstStyle/>
          <a:p>
            <a:pPr eaLnBrk="1" hangingPunct="1">
              <a:spcBef>
                <a:spcPct val="0"/>
              </a:spcBef>
            </a:pPr>
            <a:endParaRPr kumimoji="0" lang="ru-RU" noProof="1"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892420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D0C489C-B8C8-489E-AA71-598221C264FA}" type="slidenum"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Arial" pitchFamily="34" charset="0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de-D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 pitchFamily="34" charset="0"/>
            </a:endParaRPr>
          </a:p>
        </p:txBody>
      </p:sp>
      <p:sp>
        <p:nvSpPr>
          <p:cNvPr id="58371" name="Rectangle 7"/>
          <p:cNvSpPr txBox="1">
            <a:spLocks noGrp="1" noChangeArrowheads="1"/>
          </p:cNvSpPr>
          <p:nvPr/>
        </p:nvSpPr>
        <p:spPr bwMode="auto">
          <a:xfrm>
            <a:off x="3887788" y="8689975"/>
            <a:ext cx="2970212" cy="45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4824" tIns="47416" rIns="94824" bIns="47416" anchor="b"/>
          <a:lstStyle/>
          <a:p>
            <a:pPr marL="0" marR="0" lvl="0" indent="0" algn="r" defTabSz="94773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F1A9281-1597-4286-8723-922DEFD804BC}" type="slidenum">
              <a:rPr kumimoji="0" lang="en-GB" sz="13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Arial" pitchFamily="34" charset="0"/>
              </a:rPr>
              <a:pPr marL="0" marR="0" lvl="0" indent="0" algn="r" defTabSz="947738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en-GB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 pitchFamily="34" charset="0"/>
            </a:endParaRPr>
          </a:p>
        </p:txBody>
      </p:sp>
      <p:sp>
        <p:nvSpPr>
          <p:cNvPr id="5837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7588" cy="3430588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837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 lIns="94824" tIns="47416" rIns="94824" bIns="47416"/>
          <a:lstStyle/>
          <a:p>
            <a:pPr eaLnBrk="1" hangingPunct="1">
              <a:spcBef>
                <a:spcPct val="0"/>
              </a:spcBef>
            </a:pPr>
            <a:endParaRPr kumimoji="0" lang="ru-RU" noProof="1"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581930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D0C489C-B8C8-489E-AA71-598221C264FA}" type="slidenum"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Arial" pitchFamily="34" charset="0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de-D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 pitchFamily="34" charset="0"/>
            </a:endParaRPr>
          </a:p>
        </p:txBody>
      </p:sp>
      <p:sp>
        <p:nvSpPr>
          <p:cNvPr id="58371" name="Rectangle 7"/>
          <p:cNvSpPr txBox="1">
            <a:spLocks noGrp="1" noChangeArrowheads="1"/>
          </p:cNvSpPr>
          <p:nvPr/>
        </p:nvSpPr>
        <p:spPr bwMode="auto">
          <a:xfrm>
            <a:off x="3887788" y="8689975"/>
            <a:ext cx="2970212" cy="45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4824" tIns="47416" rIns="94824" bIns="47416" anchor="b"/>
          <a:lstStyle/>
          <a:p>
            <a:pPr marL="0" marR="0" lvl="0" indent="0" algn="r" defTabSz="94773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F1A9281-1597-4286-8723-922DEFD804BC}" type="slidenum">
              <a:rPr kumimoji="0" lang="en-GB" sz="13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Arial" pitchFamily="34" charset="0"/>
              </a:rPr>
              <a:pPr marL="0" marR="0" lvl="0" indent="0" algn="r" defTabSz="947738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en-GB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 pitchFamily="34" charset="0"/>
            </a:endParaRPr>
          </a:p>
        </p:txBody>
      </p:sp>
      <p:sp>
        <p:nvSpPr>
          <p:cNvPr id="5837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7588" cy="3430588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837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 lIns="94824" tIns="47416" rIns="94824" bIns="47416"/>
          <a:lstStyle/>
          <a:p>
            <a:pPr eaLnBrk="1" hangingPunct="1">
              <a:spcBef>
                <a:spcPct val="0"/>
              </a:spcBef>
            </a:pPr>
            <a:endParaRPr kumimoji="0" lang="ru-RU" noProof="1"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1426987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D0C489C-B8C8-489E-AA71-598221C264FA}" type="slidenum"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Arial" pitchFamily="34" charset="0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de-D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 pitchFamily="34" charset="0"/>
            </a:endParaRPr>
          </a:p>
        </p:txBody>
      </p:sp>
      <p:sp>
        <p:nvSpPr>
          <p:cNvPr id="58371" name="Rectangle 7"/>
          <p:cNvSpPr txBox="1">
            <a:spLocks noGrp="1" noChangeArrowheads="1"/>
          </p:cNvSpPr>
          <p:nvPr/>
        </p:nvSpPr>
        <p:spPr bwMode="auto">
          <a:xfrm>
            <a:off x="3887788" y="8689975"/>
            <a:ext cx="2970212" cy="45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4824" tIns="47416" rIns="94824" bIns="47416" anchor="b"/>
          <a:lstStyle/>
          <a:p>
            <a:pPr marL="0" marR="0" lvl="0" indent="0" algn="r" defTabSz="94773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F1A9281-1597-4286-8723-922DEFD804BC}" type="slidenum">
              <a:rPr kumimoji="0" lang="en-GB" sz="13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Arial" pitchFamily="34" charset="0"/>
              </a:rPr>
              <a:pPr marL="0" marR="0" lvl="0" indent="0" algn="r" defTabSz="947738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en-GB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 pitchFamily="34" charset="0"/>
            </a:endParaRPr>
          </a:p>
        </p:txBody>
      </p:sp>
      <p:sp>
        <p:nvSpPr>
          <p:cNvPr id="5837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7588" cy="3430588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837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 lIns="94824" tIns="47416" rIns="94824" bIns="47416"/>
          <a:lstStyle/>
          <a:p>
            <a:pPr eaLnBrk="1" hangingPunct="1">
              <a:spcBef>
                <a:spcPct val="0"/>
              </a:spcBef>
            </a:pPr>
            <a:endParaRPr kumimoji="0" lang="ru-RU" noProof="1"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08829378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D0C489C-B8C8-489E-AA71-598221C264FA}" type="slidenum"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Arial" pitchFamily="34" charset="0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0" lang="de-D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 pitchFamily="34" charset="0"/>
            </a:endParaRPr>
          </a:p>
        </p:txBody>
      </p:sp>
      <p:sp>
        <p:nvSpPr>
          <p:cNvPr id="58371" name="Rectangle 7"/>
          <p:cNvSpPr txBox="1">
            <a:spLocks noGrp="1" noChangeArrowheads="1"/>
          </p:cNvSpPr>
          <p:nvPr/>
        </p:nvSpPr>
        <p:spPr bwMode="auto">
          <a:xfrm>
            <a:off x="3887788" y="8689975"/>
            <a:ext cx="2970212" cy="45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4824" tIns="47416" rIns="94824" bIns="47416" anchor="b"/>
          <a:lstStyle/>
          <a:p>
            <a:pPr marL="0" marR="0" lvl="0" indent="0" algn="r" defTabSz="94773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F1A9281-1597-4286-8723-922DEFD804BC}" type="slidenum">
              <a:rPr kumimoji="0" lang="en-GB" sz="13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Arial" pitchFamily="34" charset="0"/>
              </a:rPr>
              <a:pPr marL="0" marR="0" lvl="0" indent="0" algn="r" defTabSz="947738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0" lang="en-GB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 pitchFamily="34" charset="0"/>
            </a:endParaRPr>
          </a:p>
        </p:txBody>
      </p:sp>
      <p:sp>
        <p:nvSpPr>
          <p:cNvPr id="5837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7588" cy="3430588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837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 lIns="94824" tIns="47416" rIns="94824" bIns="47416"/>
          <a:lstStyle/>
          <a:p>
            <a:pPr eaLnBrk="1" hangingPunct="1">
              <a:spcBef>
                <a:spcPct val="0"/>
              </a:spcBef>
            </a:pPr>
            <a:endParaRPr kumimoji="0" lang="ru-RU" noProof="1"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64682338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D0C489C-B8C8-489E-AA71-598221C264FA}" type="slidenum"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Arial" pitchFamily="34" charset="0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0" lang="de-D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 pitchFamily="34" charset="0"/>
            </a:endParaRPr>
          </a:p>
        </p:txBody>
      </p:sp>
      <p:sp>
        <p:nvSpPr>
          <p:cNvPr id="58371" name="Rectangle 7"/>
          <p:cNvSpPr txBox="1">
            <a:spLocks noGrp="1" noChangeArrowheads="1"/>
          </p:cNvSpPr>
          <p:nvPr/>
        </p:nvSpPr>
        <p:spPr bwMode="auto">
          <a:xfrm>
            <a:off x="3887788" y="8689975"/>
            <a:ext cx="2970212" cy="45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4824" tIns="47416" rIns="94824" bIns="47416" anchor="b"/>
          <a:lstStyle/>
          <a:p>
            <a:pPr marL="0" marR="0" lvl="0" indent="0" algn="r" defTabSz="94773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F1A9281-1597-4286-8723-922DEFD804BC}" type="slidenum">
              <a:rPr kumimoji="0" lang="en-GB" sz="13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Arial" pitchFamily="34" charset="0"/>
              </a:rPr>
              <a:pPr marL="0" marR="0" lvl="0" indent="0" algn="r" defTabSz="947738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0" lang="en-GB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 pitchFamily="34" charset="0"/>
            </a:endParaRPr>
          </a:p>
        </p:txBody>
      </p:sp>
      <p:sp>
        <p:nvSpPr>
          <p:cNvPr id="5837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7588" cy="3430588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837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 lIns="94824" tIns="47416" rIns="94824" bIns="47416"/>
          <a:lstStyle/>
          <a:p>
            <a:pPr eaLnBrk="1" hangingPunct="1">
              <a:spcBef>
                <a:spcPct val="0"/>
              </a:spcBef>
            </a:pPr>
            <a:endParaRPr kumimoji="0" lang="ru-RU" noProof="1"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15079924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D0C489C-B8C8-489E-AA71-598221C264FA}" type="slidenum"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Arial" pitchFamily="34" charset="0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31</a:t>
            </a:fld>
            <a:endParaRPr kumimoji="0" lang="de-D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 pitchFamily="34" charset="0"/>
            </a:endParaRPr>
          </a:p>
        </p:txBody>
      </p:sp>
      <p:sp>
        <p:nvSpPr>
          <p:cNvPr id="58371" name="Rectangle 7"/>
          <p:cNvSpPr txBox="1">
            <a:spLocks noGrp="1" noChangeArrowheads="1"/>
          </p:cNvSpPr>
          <p:nvPr/>
        </p:nvSpPr>
        <p:spPr bwMode="auto">
          <a:xfrm>
            <a:off x="3887788" y="8689975"/>
            <a:ext cx="2970212" cy="45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4824" tIns="47416" rIns="94824" bIns="47416" anchor="b"/>
          <a:lstStyle/>
          <a:p>
            <a:pPr marL="0" marR="0" lvl="0" indent="0" algn="r" defTabSz="94773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F1A9281-1597-4286-8723-922DEFD804BC}" type="slidenum">
              <a:rPr kumimoji="0" lang="en-GB" sz="13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Arial" pitchFamily="34" charset="0"/>
              </a:rPr>
              <a:pPr marL="0" marR="0" lvl="0" indent="0" algn="r" defTabSz="947738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31</a:t>
            </a:fld>
            <a:endParaRPr kumimoji="0" lang="en-GB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 pitchFamily="34" charset="0"/>
            </a:endParaRPr>
          </a:p>
        </p:txBody>
      </p:sp>
      <p:sp>
        <p:nvSpPr>
          <p:cNvPr id="5837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7588" cy="3430588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837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 lIns="94824" tIns="47416" rIns="94824" bIns="47416"/>
          <a:lstStyle/>
          <a:p>
            <a:pPr eaLnBrk="1" hangingPunct="1">
              <a:spcBef>
                <a:spcPct val="0"/>
              </a:spcBef>
            </a:pPr>
            <a:endParaRPr kumimoji="0" lang="ru-RU" noProof="1"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6609652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D0C489C-B8C8-489E-AA71-598221C264FA}" type="slidenum"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Arial" pitchFamily="34" charset="0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32</a:t>
            </a:fld>
            <a:endParaRPr kumimoji="0" lang="de-D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 pitchFamily="34" charset="0"/>
            </a:endParaRPr>
          </a:p>
        </p:txBody>
      </p:sp>
      <p:sp>
        <p:nvSpPr>
          <p:cNvPr id="58371" name="Rectangle 7"/>
          <p:cNvSpPr txBox="1">
            <a:spLocks noGrp="1" noChangeArrowheads="1"/>
          </p:cNvSpPr>
          <p:nvPr/>
        </p:nvSpPr>
        <p:spPr bwMode="auto">
          <a:xfrm>
            <a:off x="3887788" y="8689975"/>
            <a:ext cx="2970212" cy="45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4824" tIns="47416" rIns="94824" bIns="47416" anchor="b"/>
          <a:lstStyle/>
          <a:p>
            <a:pPr marL="0" marR="0" lvl="0" indent="0" algn="r" defTabSz="94773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F1A9281-1597-4286-8723-922DEFD804BC}" type="slidenum">
              <a:rPr kumimoji="0" lang="en-GB" sz="13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Arial" pitchFamily="34" charset="0"/>
              </a:rPr>
              <a:pPr marL="0" marR="0" lvl="0" indent="0" algn="r" defTabSz="947738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32</a:t>
            </a:fld>
            <a:endParaRPr kumimoji="0" lang="en-GB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 pitchFamily="34" charset="0"/>
            </a:endParaRPr>
          </a:p>
        </p:txBody>
      </p:sp>
      <p:sp>
        <p:nvSpPr>
          <p:cNvPr id="5837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7588" cy="3430588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837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 lIns="94824" tIns="47416" rIns="94824" bIns="47416"/>
          <a:lstStyle/>
          <a:p>
            <a:pPr eaLnBrk="1" hangingPunct="1">
              <a:spcBef>
                <a:spcPct val="0"/>
              </a:spcBef>
            </a:pPr>
            <a:endParaRPr kumimoji="0" lang="ru-RU" noProof="1"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54252596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D0C489C-B8C8-489E-AA71-598221C264FA}" type="slidenum"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Arial" pitchFamily="34" charset="0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33</a:t>
            </a:fld>
            <a:endParaRPr kumimoji="0" lang="de-D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 pitchFamily="34" charset="0"/>
            </a:endParaRPr>
          </a:p>
        </p:txBody>
      </p:sp>
      <p:sp>
        <p:nvSpPr>
          <p:cNvPr id="58371" name="Rectangle 7"/>
          <p:cNvSpPr txBox="1">
            <a:spLocks noGrp="1" noChangeArrowheads="1"/>
          </p:cNvSpPr>
          <p:nvPr/>
        </p:nvSpPr>
        <p:spPr bwMode="auto">
          <a:xfrm>
            <a:off x="3887788" y="8689975"/>
            <a:ext cx="2970212" cy="45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4824" tIns="47416" rIns="94824" bIns="47416" anchor="b"/>
          <a:lstStyle/>
          <a:p>
            <a:pPr marL="0" marR="0" lvl="0" indent="0" algn="r" defTabSz="94773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F1A9281-1597-4286-8723-922DEFD804BC}" type="slidenum">
              <a:rPr kumimoji="0" lang="en-GB" sz="13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Arial" pitchFamily="34" charset="0"/>
              </a:rPr>
              <a:pPr marL="0" marR="0" lvl="0" indent="0" algn="r" defTabSz="947738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33</a:t>
            </a:fld>
            <a:endParaRPr kumimoji="0" lang="en-GB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 pitchFamily="34" charset="0"/>
            </a:endParaRPr>
          </a:p>
        </p:txBody>
      </p:sp>
      <p:sp>
        <p:nvSpPr>
          <p:cNvPr id="5837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7588" cy="3430588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837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 lIns="94824" tIns="47416" rIns="94824" bIns="47416"/>
          <a:lstStyle/>
          <a:p>
            <a:pPr eaLnBrk="1" hangingPunct="1">
              <a:spcBef>
                <a:spcPct val="0"/>
              </a:spcBef>
            </a:pPr>
            <a:endParaRPr kumimoji="0" lang="ru-RU" noProof="1"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9037563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D0C489C-B8C8-489E-AA71-598221C264FA}" type="slidenum"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Arial" pitchFamily="34" charset="0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34</a:t>
            </a:fld>
            <a:endParaRPr kumimoji="0" lang="de-D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 pitchFamily="34" charset="0"/>
            </a:endParaRPr>
          </a:p>
        </p:txBody>
      </p:sp>
      <p:sp>
        <p:nvSpPr>
          <p:cNvPr id="58371" name="Rectangle 7"/>
          <p:cNvSpPr txBox="1">
            <a:spLocks noGrp="1" noChangeArrowheads="1"/>
          </p:cNvSpPr>
          <p:nvPr/>
        </p:nvSpPr>
        <p:spPr bwMode="auto">
          <a:xfrm>
            <a:off x="3887788" y="8689975"/>
            <a:ext cx="2970212" cy="45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4824" tIns="47416" rIns="94824" bIns="47416" anchor="b"/>
          <a:lstStyle/>
          <a:p>
            <a:pPr marL="0" marR="0" lvl="0" indent="0" algn="r" defTabSz="94773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F1A9281-1597-4286-8723-922DEFD804BC}" type="slidenum">
              <a:rPr kumimoji="0" lang="en-GB" sz="13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Arial" pitchFamily="34" charset="0"/>
              </a:rPr>
              <a:pPr marL="0" marR="0" lvl="0" indent="0" algn="r" defTabSz="947738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34</a:t>
            </a:fld>
            <a:endParaRPr kumimoji="0" lang="en-GB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 pitchFamily="34" charset="0"/>
            </a:endParaRPr>
          </a:p>
        </p:txBody>
      </p:sp>
      <p:sp>
        <p:nvSpPr>
          <p:cNvPr id="5837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7588" cy="3430588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837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 lIns="94824" tIns="47416" rIns="94824" bIns="47416"/>
          <a:lstStyle/>
          <a:p>
            <a:pPr eaLnBrk="1" hangingPunct="1">
              <a:spcBef>
                <a:spcPct val="0"/>
              </a:spcBef>
            </a:pPr>
            <a:endParaRPr kumimoji="0" lang="ru-RU" noProof="1"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71332182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D0C489C-B8C8-489E-AA71-598221C264FA}" type="slidenum"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Arial" pitchFamily="34" charset="0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35</a:t>
            </a:fld>
            <a:endParaRPr kumimoji="0" lang="de-D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 pitchFamily="34" charset="0"/>
            </a:endParaRPr>
          </a:p>
        </p:txBody>
      </p:sp>
      <p:sp>
        <p:nvSpPr>
          <p:cNvPr id="58371" name="Rectangle 7"/>
          <p:cNvSpPr txBox="1">
            <a:spLocks noGrp="1" noChangeArrowheads="1"/>
          </p:cNvSpPr>
          <p:nvPr/>
        </p:nvSpPr>
        <p:spPr bwMode="auto">
          <a:xfrm>
            <a:off x="3887788" y="8689975"/>
            <a:ext cx="2970212" cy="45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4824" tIns="47416" rIns="94824" bIns="47416" anchor="b"/>
          <a:lstStyle/>
          <a:p>
            <a:pPr marL="0" marR="0" lvl="0" indent="0" algn="r" defTabSz="94773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F1A9281-1597-4286-8723-922DEFD804BC}" type="slidenum">
              <a:rPr kumimoji="0" lang="en-GB" sz="13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Arial" pitchFamily="34" charset="0"/>
              </a:rPr>
              <a:pPr marL="0" marR="0" lvl="0" indent="0" algn="r" defTabSz="947738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35</a:t>
            </a:fld>
            <a:endParaRPr kumimoji="0" lang="en-GB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 pitchFamily="34" charset="0"/>
            </a:endParaRPr>
          </a:p>
        </p:txBody>
      </p:sp>
      <p:sp>
        <p:nvSpPr>
          <p:cNvPr id="5837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7588" cy="3430588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837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 lIns="94824" tIns="47416" rIns="94824" bIns="47416"/>
          <a:lstStyle/>
          <a:p>
            <a:pPr eaLnBrk="1" hangingPunct="1">
              <a:spcBef>
                <a:spcPct val="0"/>
              </a:spcBef>
            </a:pPr>
            <a:endParaRPr kumimoji="0" lang="ru-RU" noProof="1"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95507124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D0C489C-B8C8-489E-AA71-598221C264FA}" type="slidenum"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Arial" pitchFamily="34" charset="0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36</a:t>
            </a:fld>
            <a:endParaRPr kumimoji="0" lang="de-D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 pitchFamily="34" charset="0"/>
            </a:endParaRPr>
          </a:p>
        </p:txBody>
      </p:sp>
      <p:sp>
        <p:nvSpPr>
          <p:cNvPr id="58371" name="Rectangle 7"/>
          <p:cNvSpPr txBox="1">
            <a:spLocks noGrp="1" noChangeArrowheads="1"/>
          </p:cNvSpPr>
          <p:nvPr/>
        </p:nvSpPr>
        <p:spPr bwMode="auto">
          <a:xfrm>
            <a:off x="3887788" y="8689975"/>
            <a:ext cx="2970212" cy="45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4824" tIns="47416" rIns="94824" bIns="47416" anchor="b"/>
          <a:lstStyle/>
          <a:p>
            <a:pPr marL="0" marR="0" lvl="0" indent="0" algn="r" defTabSz="94773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F1A9281-1597-4286-8723-922DEFD804BC}" type="slidenum">
              <a:rPr kumimoji="0" lang="en-GB" sz="13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Arial" pitchFamily="34" charset="0"/>
              </a:rPr>
              <a:pPr marL="0" marR="0" lvl="0" indent="0" algn="r" defTabSz="947738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36</a:t>
            </a:fld>
            <a:endParaRPr kumimoji="0" lang="en-GB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 pitchFamily="34" charset="0"/>
            </a:endParaRPr>
          </a:p>
        </p:txBody>
      </p:sp>
      <p:sp>
        <p:nvSpPr>
          <p:cNvPr id="5837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7588" cy="3430588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837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 lIns="94824" tIns="47416" rIns="94824" bIns="47416"/>
          <a:lstStyle/>
          <a:p>
            <a:pPr eaLnBrk="1" hangingPunct="1">
              <a:spcBef>
                <a:spcPct val="0"/>
              </a:spcBef>
            </a:pPr>
            <a:endParaRPr kumimoji="0" lang="ru-RU" noProof="1"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04870042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D0C489C-B8C8-489E-AA71-598221C264FA}" type="slidenum"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Arial" pitchFamily="34" charset="0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37</a:t>
            </a:fld>
            <a:endParaRPr kumimoji="0" lang="de-D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 pitchFamily="34" charset="0"/>
            </a:endParaRPr>
          </a:p>
        </p:txBody>
      </p:sp>
      <p:sp>
        <p:nvSpPr>
          <p:cNvPr id="58371" name="Rectangle 7"/>
          <p:cNvSpPr txBox="1">
            <a:spLocks noGrp="1" noChangeArrowheads="1"/>
          </p:cNvSpPr>
          <p:nvPr/>
        </p:nvSpPr>
        <p:spPr bwMode="auto">
          <a:xfrm>
            <a:off x="3887788" y="8689975"/>
            <a:ext cx="2970212" cy="45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4824" tIns="47416" rIns="94824" bIns="47416" anchor="b"/>
          <a:lstStyle/>
          <a:p>
            <a:pPr marL="0" marR="0" lvl="0" indent="0" algn="r" defTabSz="94773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F1A9281-1597-4286-8723-922DEFD804BC}" type="slidenum">
              <a:rPr kumimoji="0" lang="en-GB" sz="13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Arial" pitchFamily="34" charset="0"/>
              </a:rPr>
              <a:pPr marL="0" marR="0" lvl="0" indent="0" algn="r" defTabSz="947738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37</a:t>
            </a:fld>
            <a:endParaRPr kumimoji="0" lang="en-GB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 pitchFamily="34" charset="0"/>
            </a:endParaRPr>
          </a:p>
        </p:txBody>
      </p:sp>
      <p:sp>
        <p:nvSpPr>
          <p:cNvPr id="5837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7588" cy="3430588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837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 lIns="94824" tIns="47416" rIns="94824" bIns="47416"/>
          <a:lstStyle/>
          <a:p>
            <a:pPr eaLnBrk="1" hangingPunct="1">
              <a:spcBef>
                <a:spcPct val="0"/>
              </a:spcBef>
            </a:pPr>
            <a:endParaRPr kumimoji="0" lang="ru-RU" noProof="1"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6493689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/>
          <p:cNvSpPr txBox="1">
            <a:spLocks noGrp="1" noChangeArrowheads="1"/>
          </p:cNvSpPr>
          <p:nvPr/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D0C489C-B8C8-489E-AA71-598221C264FA}" type="slidenum">
              <a:rPr kumimoji="0" lang="ru-RU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Arial" pitchFamily="34" charset="0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38</a:t>
            </a:fld>
            <a:endParaRPr kumimoji="0" lang="de-D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 pitchFamily="34" charset="0"/>
            </a:endParaRPr>
          </a:p>
        </p:txBody>
      </p:sp>
      <p:sp>
        <p:nvSpPr>
          <p:cNvPr id="58371" name="Rectangle 7"/>
          <p:cNvSpPr txBox="1">
            <a:spLocks noGrp="1" noChangeArrowheads="1"/>
          </p:cNvSpPr>
          <p:nvPr/>
        </p:nvSpPr>
        <p:spPr bwMode="auto">
          <a:xfrm>
            <a:off x="3887788" y="8689975"/>
            <a:ext cx="2970212" cy="454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4824" tIns="47416" rIns="94824" bIns="47416" anchor="b"/>
          <a:lstStyle/>
          <a:p>
            <a:pPr marL="0" marR="0" lvl="0" indent="0" algn="r" defTabSz="94773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F1A9281-1597-4286-8723-922DEFD804BC}" type="slidenum">
              <a:rPr kumimoji="0" lang="en-GB" sz="13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Arial" pitchFamily="34" charset="0"/>
              </a:rPr>
              <a:pPr marL="0" marR="0" lvl="0" indent="0" algn="r" defTabSz="947738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38</a:t>
            </a:fld>
            <a:endParaRPr kumimoji="0" lang="en-GB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Arial" pitchFamily="34" charset="0"/>
            </a:endParaRPr>
          </a:p>
        </p:txBody>
      </p:sp>
      <p:sp>
        <p:nvSpPr>
          <p:cNvPr id="58372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7588" cy="3430588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837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 lIns="94824" tIns="47416" rIns="94824" bIns="47416"/>
          <a:lstStyle/>
          <a:p>
            <a:pPr eaLnBrk="1" hangingPunct="1">
              <a:spcBef>
                <a:spcPct val="0"/>
              </a:spcBef>
            </a:pPr>
            <a:endParaRPr kumimoji="0" lang="ru-RU" noProof="1"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14988847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8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0A90FD3-1104-4C0E-BD19-C04AAB04E560}" type="slidenum">
              <a:rPr kumimoji="0" lang="de-DE" alt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39</a:t>
            </a:fld>
            <a:endParaRPr kumimoji="0" lang="de-DE" altLang="ru-R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43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381000" y="685800"/>
            <a:ext cx="6097588" cy="3430588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4438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183" y="4343144"/>
            <a:ext cx="5029635" cy="4115019"/>
          </a:xfrm>
          <a:noFill/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kumimoji="0" lang="ru-RU" altLang="ru-RU" noProof="1"/>
          </a:p>
        </p:txBody>
      </p:sp>
    </p:spTree>
    <p:extLst>
      <p:ext uri="{BB962C8B-B14F-4D97-AF65-F5344CB8AC3E}">
        <p14:creationId xmlns:p14="http://schemas.microsoft.com/office/powerpoint/2010/main" val="27424536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5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 bwMode="gray">
          <a:xfrm>
            <a:off x="431800" y="238540"/>
            <a:ext cx="11329456" cy="616455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/>
            </a:lvl1pPr>
          </a:lstStyle>
          <a:p>
            <a:endParaRPr lang="de-DE" dirty="0"/>
          </a:p>
        </p:txBody>
      </p:sp>
      <p:sp>
        <p:nvSpPr>
          <p:cNvPr id="9" name="Textplatzhalter 7"/>
          <p:cNvSpPr>
            <a:spLocks noGrp="1"/>
          </p:cNvSpPr>
          <p:nvPr>
            <p:ph type="body" sz="quarter" idx="13"/>
          </p:nvPr>
        </p:nvSpPr>
        <p:spPr bwMode="gray">
          <a:xfrm>
            <a:off x="431800" y="854994"/>
            <a:ext cx="11328400" cy="336244"/>
          </a:xfrm>
        </p:spPr>
        <p:txBody>
          <a:bodyPr>
            <a:noAutofit/>
          </a:bodyPr>
          <a:lstStyle>
            <a:lvl1pPr marL="0" indent="0">
              <a:buNone/>
              <a:defRPr sz="2000"/>
            </a:lvl1pPr>
          </a:lstStyle>
          <a:p>
            <a:pPr lvl="0"/>
            <a:endParaRPr lang="de-DE" dirty="0"/>
          </a:p>
        </p:txBody>
      </p:sp>
      <p:sp>
        <p:nvSpPr>
          <p:cNvPr id="4" name="Нижний колонтитул 4"/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>
                <a:solidFill>
                  <a:prstClr val="white"/>
                </a:solidFill>
              </a:rPr>
              <a:t>МФТИ-2019</a:t>
            </a:r>
            <a:endParaRPr lang="de-DE" dirty="0">
              <a:solidFill>
                <a:prstClr val="white"/>
              </a:solidFill>
            </a:endParaRPr>
          </a:p>
        </p:txBody>
      </p:sp>
      <p:sp>
        <p:nvSpPr>
          <p:cNvPr id="5" name="Номер слайда 5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>
                <a:solidFill>
                  <a:prstClr val="black"/>
                </a:solidFill>
              </a:rPr>
              <a:t>Стр. </a:t>
            </a:r>
            <a:fld id="{4E7C34D8-C312-4D46-ABF5-8CA01CE57B16}" type="slidenum">
              <a:rPr lang="ru-RU">
                <a:solidFill>
                  <a:prstClr val="black"/>
                </a:solidFill>
              </a:rPr>
              <a:pPr>
                <a:defRPr/>
              </a:pPr>
              <a:t>‹#›</a:t>
            </a:fld>
            <a:endParaRPr lang="ru-RU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67765173"/>
      </p:ext>
    </p:extLst>
  </p:cSld>
  <p:clrMapOvr>
    <a:masterClrMapping/>
  </p:clrMapOvr>
  <p:transition spd="med"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Образец текста</a:t>
            </a:r>
          </a:p>
          <a:p>
            <a:pPr lvl="1"/>
            <a:r>
              <a:rPr lang="en-US"/>
              <a:t>Второй уровень</a:t>
            </a:r>
          </a:p>
          <a:p>
            <a:pPr lvl="2"/>
            <a:r>
              <a:rPr lang="en-US"/>
              <a:t>Третий уровень</a:t>
            </a:r>
          </a:p>
          <a:p>
            <a:pPr lvl="3"/>
            <a:r>
              <a:rPr lang="en-US"/>
              <a:t>Четвертый уровень</a:t>
            </a:r>
          </a:p>
          <a:p>
            <a:pPr lvl="4"/>
            <a:r>
              <a:rPr lang="en-US"/>
              <a:t>Пятый уровень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932663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 bwMode="gray">
          <a:xfrm>
            <a:off x="431800" y="238540"/>
            <a:ext cx="11329456" cy="616455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/>
            </a:lvl1pPr>
          </a:lstStyle>
          <a:p>
            <a:r>
              <a:rPr lang="de-DE" dirty="0"/>
              <a:t>Titelmasterformat durch Klicken bearbeiten</a:t>
            </a:r>
          </a:p>
        </p:txBody>
      </p:sp>
      <p:sp>
        <p:nvSpPr>
          <p:cNvPr id="9" name="Textplatzhalter 7"/>
          <p:cNvSpPr>
            <a:spLocks noGrp="1"/>
          </p:cNvSpPr>
          <p:nvPr>
            <p:ph type="body" sz="quarter" idx="13"/>
          </p:nvPr>
        </p:nvSpPr>
        <p:spPr bwMode="gray">
          <a:xfrm>
            <a:off x="431800" y="854994"/>
            <a:ext cx="11328400" cy="336244"/>
          </a:xfrm>
        </p:spPr>
        <p:txBody>
          <a:bodyPr>
            <a:noAutofit/>
          </a:bodyPr>
          <a:lstStyle>
            <a:lvl1pPr marL="0" indent="0">
              <a:buNone/>
              <a:defRPr sz="2000"/>
            </a:lvl1pPr>
          </a:lstStyle>
          <a:p>
            <a:pPr lvl="0"/>
            <a:r>
              <a:rPr lang="de-DE" dirty="0"/>
              <a:t>Textmasterformate durch Klicken bearbeiten</a:t>
            </a:r>
          </a:p>
        </p:txBody>
      </p:sp>
      <p:sp>
        <p:nvSpPr>
          <p:cNvPr id="4" name="Нижний колонтитул 4"/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>
                <a:solidFill>
                  <a:prstClr val="white"/>
                </a:solidFill>
              </a:rPr>
              <a:t>МФТИ-2019</a:t>
            </a:r>
            <a:endParaRPr lang="de-DE" dirty="0">
              <a:solidFill>
                <a:prstClr val="white"/>
              </a:solidFill>
            </a:endParaRPr>
          </a:p>
        </p:txBody>
      </p:sp>
      <p:sp>
        <p:nvSpPr>
          <p:cNvPr id="5" name="Номер слайда 5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>
                <a:solidFill>
                  <a:prstClr val="black"/>
                </a:solidFill>
              </a:rPr>
              <a:t>Стр. </a:t>
            </a:r>
            <a:fld id="{4E7C34D8-C312-4D46-ABF5-8CA01CE57B16}" type="slidenum">
              <a:rPr lang="ru-RU">
                <a:solidFill>
                  <a:prstClr val="black"/>
                </a:solidFill>
              </a:rPr>
              <a:pPr>
                <a:defRPr/>
              </a:pPr>
              <a:t>‹#›</a:t>
            </a:fld>
            <a:endParaRPr lang="ru-RU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25621816"/>
      </p:ext>
    </p:extLst>
  </p:cSld>
  <p:clrMapOvr>
    <a:masterClrMapping/>
  </p:clrMapOvr>
  <p:transition spd="med"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Образец текста</a:t>
            </a:r>
          </a:p>
          <a:p>
            <a:pPr lvl="1"/>
            <a:r>
              <a:rPr lang="en-US"/>
              <a:t>Второй уровень</a:t>
            </a:r>
          </a:p>
          <a:p>
            <a:pPr lvl="2"/>
            <a:r>
              <a:rPr lang="en-US"/>
              <a:t>Третий уровень</a:t>
            </a:r>
          </a:p>
          <a:p>
            <a:pPr lvl="3"/>
            <a:r>
              <a:rPr lang="en-US"/>
              <a:t>Четвертый уровень</a:t>
            </a:r>
          </a:p>
          <a:p>
            <a:pPr lvl="4"/>
            <a:r>
              <a:rPr lang="en-US"/>
              <a:t>Пятый уровень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785245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 bwMode="gray">
          <a:xfrm>
            <a:off x="431800" y="238540"/>
            <a:ext cx="11329456" cy="616455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/>
            </a:lvl1pPr>
          </a:lstStyle>
          <a:p>
            <a:r>
              <a:rPr lang="de-DE" dirty="0"/>
              <a:t>Titelmasterformat durch Klicken bearbeiten</a:t>
            </a:r>
          </a:p>
        </p:txBody>
      </p:sp>
      <p:sp>
        <p:nvSpPr>
          <p:cNvPr id="9" name="Textplatzhalter 7"/>
          <p:cNvSpPr>
            <a:spLocks noGrp="1"/>
          </p:cNvSpPr>
          <p:nvPr>
            <p:ph type="body" sz="quarter" idx="13"/>
          </p:nvPr>
        </p:nvSpPr>
        <p:spPr bwMode="gray">
          <a:xfrm>
            <a:off x="431800" y="854994"/>
            <a:ext cx="11328400" cy="336244"/>
          </a:xfrm>
        </p:spPr>
        <p:txBody>
          <a:bodyPr>
            <a:noAutofit/>
          </a:bodyPr>
          <a:lstStyle>
            <a:lvl1pPr marL="0" indent="0">
              <a:buNone/>
              <a:defRPr sz="2000"/>
            </a:lvl1pPr>
          </a:lstStyle>
          <a:p>
            <a:pPr lvl="0"/>
            <a:r>
              <a:rPr lang="de-DE" dirty="0"/>
              <a:t>Textmasterformate durch Klicken bearbeiten</a:t>
            </a:r>
          </a:p>
        </p:txBody>
      </p:sp>
      <p:sp>
        <p:nvSpPr>
          <p:cNvPr id="4" name="Нижний колонтитул 4"/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>
                <a:solidFill>
                  <a:prstClr val="white"/>
                </a:solidFill>
              </a:rPr>
              <a:t>МФТИ-2019</a:t>
            </a:r>
            <a:endParaRPr lang="de-DE" dirty="0">
              <a:solidFill>
                <a:prstClr val="white"/>
              </a:solidFill>
            </a:endParaRPr>
          </a:p>
        </p:txBody>
      </p:sp>
      <p:sp>
        <p:nvSpPr>
          <p:cNvPr id="5" name="Номер слайда 5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>
                <a:solidFill>
                  <a:prstClr val="black"/>
                </a:solidFill>
              </a:rPr>
              <a:t>Стр. </a:t>
            </a:r>
            <a:fld id="{4E7C34D8-C312-4D46-ABF5-8CA01CE57B16}" type="slidenum">
              <a:rPr lang="ru-RU">
                <a:solidFill>
                  <a:prstClr val="black"/>
                </a:solidFill>
              </a:rPr>
              <a:pPr>
                <a:defRPr/>
              </a:pPr>
              <a:t>‹#›</a:t>
            </a:fld>
            <a:endParaRPr lang="ru-RU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64687754"/>
      </p:ext>
    </p:extLst>
  </p:cSld>
  <p:clrMapOvr>
    <a:masterClrMapping/>
  </p:clrMapOvr>
  <p:transition spd="med"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Образец текста</a:t>
            </a:r>
          </a:p>
          <a:p>
            <a:pPr lvl="1"/>
            <a:r>
              <a:rPr lang="en-US"/>
              <a:t>Второй уровень</a:t>
            </a:r>
          </a:p>
          <a:p>
            <a:pPr lvl="2"/>
            <a:r>
              <a:rPr lang="en-US"/>
              <a:t>Третий уровень</a:t>
            </a:r>
          </a:p>
          <a:p>
            <a:pPr lvl="3"/>
            <a:r>
              <a:rPr lang="en-US"/>
              <a:t>Четвертый уровень</a:t>
            </a:r>
          </a:p>
          <a:p>
            <a:pPr lvl="4"/>
            <a:r>
              <a:rPr lang="en-US"/>
              <a:t>Пятый уровень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272929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 bwMode="gray">
          <a:xfrm>
            <a:off x="431800" y="238540"/>
            <a:ext cx="11329456" cy="616455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/>
            </a:lvl1pPr>
          </a:lstStyle>
          <a:p>
            <a:r>
              <a:rPr lang="de-DE" dirty="0"/>
              <a:t>Titelmasterformat durch Klicken bearbeiten</a:t>
            </a:r>
          </a:p>
        </p:txBody>
      </p:sp>
      <p:sp>
        <p:nvSpPr>
          <p:cNvPr id="9" name="Textplatzhalter 7"/>
          <p:cNvSpPr>
            <a:spLocks noGrp="1"/>
          </p:cNvSpPr>
          <p:nvPr>
            <p:ph type="body" sz="quarter" idx="13"/>
          </p:nvPr>
        </p:nvSpPr>
        <p:spPr bwMode="gray">
          <a:xfrm>
            <a:off x="431800" y="854994"/>
            <a:ext cx="11328400" cy="336244"/>
          </a:xfrm>
        </p:spPr>
        <p:txBody>
          <a:bodyPr>
            <a:noAutofit/>
          </a:bodyPr>
          <a:lstStyle>
            <a:lvl1pPr marL="0" indent="0">
              <a:buNone/>
              <a:defRPr sz="2000"/>
            </a:lvl1pPr>
          </a:lstStyle>
          <a:p>
            <a:pPr lvl="0"/>
            <a:r>
              <a:rPr lang="de-DE" dirty="0"/>
              <a:t>Textmasterformate durch Klicken bearbeiten</a:t>
            </a:r>
          </a:p>
        </p:txBody>
      </p:sp>
      <p:sp>
        <p:nvSpPr>
          <p:cNvPr id="4" name="Нижний колонтитул 4"/>
          <p:cNvSpPr>
            <a:spLocks noGrp="1"/>
          </p:cNvSpPr>
          <p:nvPr>
            <p:ph type="ftr" sz="quarter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>
                <a:solidFill>
                  <a:prstClr val="white"/>
                </a:solidFill>
              </a:rPr>
              <a:t>МФТИ-2019</a:t>
            </a:r>
            <a:endParaRPr lang="de-DE" dirty="0">
              <a:solidFill>
                <a:prstClr val="white"/>
              </a:solidFill>
            </a:endParaRPr>
          </a:p>
        </p:txBody>
      </p:sp>
      <p:sp>
        <p:nvSpPr>
          <p:cNvPr id="5" name="Номер слайда 5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>
                <a:solidFill>
                  <a:prstClr val="black"/>
                </a:solidFill>
              </a:rPr>
              <a:t>Стр. </a:t>
            </a:r>
            <a:fld id="{4E7C34D8-C312-4D46-ABF5-8CA01CE57B16}" type="slidenum">
              <a:rPr lang="ru-RU">
                <a:solidFill>
                  <a:prstClr val="black"/>
                </a:solidFill>
              </a:rPr>
              <a:pPr>
                <a:defRPr/>
              </a:pPr>
              <a:t>‹#›</a:t>
            </a:fld>
            <a:endParaRPr lang="ru-RU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11340638"/>
      </p:ext>
    </p:extLst>
  </p:cSld>
  <p:clrMapOvr>
    <a:masterClrMapping/>
  </p:clrMapOvr>
  <p:transition spd="med"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" descr="P:\JOBS ZUM BEARBEITEN\D2481_Strategietools\Grundlagen\table.png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gray">
          <a:xfrm>
            <a:off x="0" y="317500"/>
            <a:ext cx="12192000" cy="56276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el 1"/>
          <p:cNvSpPr>
            <a:spLocks noGrp="1"/>
          </p:cNvSpPr>
          <p:nvPr>
            <p:ph type="ctrTitle"/>
          </p:nvPr>
        </p:nvSpPr>
        <p:spPr bwMode="gray">
          <a:xfrm>
            <a:off x="447413" y="1998133"/>
            <a:ext cx="8290187" cy="1416050"/>
          </a:xfrm>
        </p:spPr>
        <p:txBody>
          <a:bodyPr>
            <a:no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de-DE"/>
              <a:t>Titelmasterformat durch Klicken bearbeiten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 bwMode="gray">
          <a:xfrm>
            <a:off x="436229" y="4037202"/>
            <a:ext cx="8301372" cy="1271398"/>
          </a:xfrm>
        </p:spPr>
        <p:txBody>
          <a:bodyPr>
            <a:noAutofit/>
          </a:bodyPr>
          <a:lstStyle>
            <a:lvl1pPr marL="0" indent="0" algn="l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 dirty="0"/>
              <a:t>Formatvorlage des Untertitelmasters durch Klicken bearbeiten</a:t>
            </a:r>
          </a:p>
        </p:txBody>
      </p:sp>
      <p:sp>
        <p:nvSpPr>
          <p:cNvPr id="5" name="Дата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ru-RU"/>
          </a:p>
        </p:txBody>
      </p:sp>
      <p:sp>
        <p:nvSpPr>
          <p:cNvPr id="6" name="Нижний колонтитул 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>
                <a:solidFill>
                  <a:prstClr val="white"/>
                </a:solidFill>
              </a:rPr>
              <a:t>МФТИ-2019</a:t>
            </a:r>
            <a:endParaRPr lang="de-DE" dirty="0">
              <a:solidFill>
                <a:prstClr val="white"/>
              </a:solidFill>
            </a:endParaRPr>
          </a:p>
        </p:txBody>
      </p:sp>
      <p:sp>
        <p:nvSpPr>
          <p:cNvPr id="7" name="Номер слайда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 altLang="ru-RU" dirty="0">
                <a:solidFill>
                  <a:prstClr val="black"/>
                </a:solidFill>
              </a:rPr>
              <a:t>Стр. </a:t>
            </a:r>
            <a:fld id="{2CF74CB0-F0B5-41E9-BA71-20606D10B8F1}" type="slidenum">
              <a:rPr lang="de-DE" altLang="ru-RU" smtClean="0">
                <a:solidFill>
                  <a:prstClr val="black"/>
                </a:solidFill>
              </a:rPr>
              <a:pPr>
                <a:defRPr/>
              </a:pPr>
              <a:t>‹#›</a:t>
            </a:fld>
            <a:endParaRPr lang="de-DE" altLang="ru-RU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1092280"/>
      </p:ext>
    </p:extLst>
  </p:cSld>
  <p:clrMapOvr>
    <a:masterClrMapping/>
  </p:clrMapOvr>
  <p:transition spd="med"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 bwMode="gray">
          <a:xfrm>
            <a:off x="431800" y="238540"/>
            <a:ext cx="11329456" cy="616455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/>
            </a:lvl1pPr>
          </a:lstStyle>
          <a:p>
            <a:r>
              <a:rPr lang="de-DE" dirty="0"/>
              <a:t>Titelmasterformat durch Klicken bearbeiten</a:t>
            </a:r>
          </a:p>
        </p:txBody>
      </p:sp>
      <p:sp>
        <p:nvSpPr>
          <p:cNvPr id="9" name="Textplatzhalter 7"/>
          <p:cNvSpPr>
            <a:spLocks noGrp="1"/>
          </p:cNvSpPr>
          <p:nvPr>
            <p:ph type="body" sz="quarter" idx="13"/>
          </p:nvPr>
        </p:nvSpPr>
        <p:spPr bwMode="gray">
          <a:xfrm>
            <a:off x="431800" y="854994"/>
            <a:ext cx="11328400" cy="336244"/>
          </a:xfrm>
        </p:spPr>
        <p:txBody>
          <a:bodyPr>
            <a:noAutofit/>
          </a:bodyPr>
          <a:lstStyle>
            <a:lvl1pPr marL="0" indent="0">
              <a:buNone/>
              <a:defRPr sz="2000"/>
            </a:lvl1pPr>
          </a:lstStyle>
          <a:p>
            <a:pPr lvl="0"/>
            <a:r>
              <a:rPr lang="de-DE" dirty="0"/>
              <a:t>Textmasterformate durch Klicken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ru-RU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>
                <a:solidFill>
                  <a:prstClr val="white"/>
                </a:solidFill>
              </a:rPr>
              <a:t>МФТИ-2019</a:t>
            </a:r>
            <a:endParaRPr lang="de-DE" dirty="0">
              <a:solidFill>
                <a:prstClr val="white"/>
              </a:solidFill>
            </a:endParaRP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 altLang="ru-RU">
                <a:solidFill>
                  <a:prstClr val="black"/>
                </a:solidFill>
              </a:rPr>
              <a:t>Стр. </a:t>
            </a:r>
            <a:fld id="{A4CED0C5-ED51-4CAE-B403-C2A41A79FC68}" type="slidenum">
              <a:rPr lang="de-DE" altLang="ru-RU">
                <a:solidFill>
                  <a:prstClr val="black"/>
                </a:solidFill>
              </a:rPr>
              <a:pPr>
                <a:defRPr/>
              </a:pPr>
              <a:t>‹#›</a:t>
            </a:fld>
            <a:endParaRPr lang="de-DE" altLang="ru-RU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23892463"/>
      </p:ext>
    </p:extLst>
  </p:cSld>
  <p:clrMapOvr>
    <a:masterClrMapping/>
  </p:clrMapOvr>
  <p:transition spd="med"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ru-RU"/>
          </a:p>
        </p:txBody>
      </p:sp>
      <p:sp>
        <p:nvSpPr>
          <p:cNvPr id="3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>
                <a:solidFill>
                  <a:prstClr val="white"/>
                </a:solidFill>
              </a:rPr>
              <a:t>МФТИ-2019</a:t>
            </a:r>
            <a:endParaRPr lang="de-DE">
              <a:solidFill>
                <a:prstClr val="white"/>
              </a:solidFill>
            </a:endParaRPr>
          </a:p>
        </p:txBody>
      </p:sp>
      <p:sp>
        <p:nvSpPr>
          <p:cNvPr id="4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 altLang="ru-RU">
                <a:solidFill>
                  <a:prstClr val="black"/>
                </a:solidFill>
              </a:rPr>
              <a:t>Стр. </a:t>
            </a:r>
            <a:fld id="{56F2DCAE-80BF-45C3-B74A-3BA349CF89F6}" type="slidenum">
              <a:rPr lang="de-DE" altLang="ru-RU">
                <a:solidFill>
                  <a:prstClr val="black"/>
                </a:solidFill>
              </a:rPr>
              <a:pPr>
                <a:defRPr/>
              </a:pPr>
              <a:t>‹#›</a:t>
            </a:fld>
            <a:endParaRPr lang="de-DE" altLang="ru-RU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88764914"/>
      </p:ext>
    </p:extLst>
  </p:cSld>
  <p:clrMapOvr>
    <a:masterClrMapping/>
  </p:clrMapOvr>
  <p:transition spd="med"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ru-RU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>
                <a:solidFill>
                  <a:prstClr val="white"/>
                </a:solidFill>
              </a:rPr>
              <a:t>МФТИ-2019</a:t>
            </a:r>
            <a:endParaRPr lang="de-DE">
              <a:solidFill>
                <a:prstClr val="white"/>
              </a:solidFill>
            </a:endParaRP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 altLang="ru-RU">
                <a:solidFill>
                  <a:prstClr val="black"/>
                </a:solidFill>
              </a:rPr>
              <a:t>Стр. </a:t>
            </a:r>
            <a:fld id="{A14F925C-88EF-41CE-A289-BD24C4C53697}" type="slidenum">
              <a:rPr lang="de-DE" altLang="ru-RU">
                <a:solidFill>
                  <a:prstClr val="black"/>
                </a:solidFill>
              </a:rPr>
              <a:pPr>
                <a:defRPr/>
              </a:pPr>
              <a:t>‹#›</a:t>
            </a:fld>
            <a:endParaRPr lang="de-DE" altLang="ru-RU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2739460"/>
      </p:ext>
    </p:extLst>
  </p:cSld>
  <p:clrMapOvr>
    <a:masterClrMapping/>
  </p:clrMapOvr>
  <p:transition spd="med"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азвание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Образец заголовка</a:t>
            </a:r>
            <a:endParaRPr lang="ru-RU"/>
          </a:p>
        </p:txBody>
      </p:sp>
      <p:sp>
        <p:nvSpPr>
          <p:cNvPr id="3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de-DE" altLang="ru-RU"/>
          </a:p>
        </p:txBody>
      </p:sp>
      <p:sp>
        <p:nvSpPr>
          <p:cNvPr id="4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>
                <a:solidFill>
                  <a:prstClr val="white"/>
                </a:solidFill>
              </a:rPr>
              <a:t>МФТИ-2019</a:t>
            </a:r>
            <a:endParaRPr lang="de-DE">
              <a:solidFill>
                <a:prstClr val="white"/>
              </a:solidFill>
            </a:endParaRPr>
          </a:p>
        </p:txBody>
      </p:sp>
      <p:sp>
        <p:nvSpPr>
          <p:cNvPr id="5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 altLang="ru-RU">
                <a:solidFill>
                  <a:prstClr val="black"/>
                </a:solidFill>
              </a:rPr>
              <a:t>Стр. </a:t>
            </a:r>
            <a:fld id="{A128D019-E771-49AB-93BA-BEA67AACC870}" type="slidenum">
              <a:rPr lang="de-DE" altLang="ru-RU">
                <a:solidFill>
                  <a:prstClr val="black"/>
                </a:solidFill>
              </a:rPr>
              <a:pPr>
                <a:defRPr/>
              </a:pPr>
              <a:t>‹#›</a:t>
            </a:fld>
            <a:endParaRPr lang="de-DE" altLang="ru-RU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29203548"/>
      </p:ext>
    </p:extLst>
  </p:cSld>
  <p:clrMapOvr>
    <a:masterClrMapping/>
  </p:clrMapOvr>
  <p:transition spd="med">
    <p:fade/>
  </p:transition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theme" Target="../theme/theme4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0.xml"/><Relationship Id="rId2" Type="http://schemas.openxmlformats.org/officeDocument/2006/relationships/slideLayout" Target="../slideLayouts/slideLayout9.xml"/><Relationship Id="rId1" Type="http://schemas.openxmlformats.org/officeDocument/2006/relationships/slideLayout" Target="../slideLayouts/slideLayout8.xml"/><Relationship Id="rId6" Type="http://schemas.openxmlformats.org/officeDocument/2006/relationships/theme" Target="../theme/theme5.xml"/><Relationship Id="rId5" Type="http://schemas.openxmlformats.org/officeDocument/2006/relationships/slideLayout" Target="../slideLayouts/slideLayout12.xml"/><Relationship Id="rId4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Заголовок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Образец заголовка</a:t>
            </a:r>
            <a:endParaRPr lang="ru-RU"/>
          </a:p>
        </p:txBody>
      </p:sp>
      <p:sp>
        <p:nvSpPr>
          <p:cNvPr id="7171" name="Текст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Образец текста</a:t>
            </a:r>
          </a:p>
          <a:p>
            <a:pPr lvl="1"/>
            <a:r>
              <a:rPr lang="en-US"/>
              <a:t>Второй уровень</a:t>
            </a:r>
          </a:p>
          <a:p>
            <a:pPr lvl="2"/>
            <a:r>
              <a:rPr lang="en-US"/>
              <a:t>Третий уровень</a:t>
            </a:r>
          </a:p>
          <a:p>
            <a:pPr lvl="3"/>
            <a:r>
              <a:rPr lang="en-US"/>
              <a:t>Четвертый уровень</a:t>
            </a:r>
          </a:p>
          <a:p>
            <a:pPr lvl="4"/>
            <a:r>
              <a:rPr lang="en-US"/>
              <a:t>Пятый уровень</a:t>
            </a:r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292101" y="6410326"/>
            <a:ext cx="1987551" cy="365125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60000"/>
                  <a:lumOff val="40000"/>
                </a:schemeClr>
              </a:gs>
              <a:gs pos="50000">
                <a:schemeClr val="tx2">
                  <a:lumMod val="40000"/>
                  <a:lumOff val="60000"/>
                </a:schemeClr>
              </a:gs>
              <a:gs pos="100000">
                <a:schemeClr val="tx2">
                  <a:lumMod val="20000"/>
                  <a:lumOff val="80000"/>
                </a:schemeClr>
              </a:gs>
            </a:gsLst>
            <a:lin ang="16200000" scaled="1"/>
            <a:tileRect/>
          </a:gradFill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1" sz="1600">
                <a:solidFill>
                  <a:schemeClr val="bg1"/>
                </a:solidFill>
                <a:latin typeface="Arial" panose="020B0604020202020204" pitchFamily="34" charset="0"/>
                <a:ea typeface="Arial Unicode MS" pitchFamily="34" charset="-128"/>
                <a:cs typeface="Arial" panose="020B0604020202020204" pitchFamily="34" charset="0"/>
              </a:defRPr>
            </a:lvl1pPr>
          </a:lstStyle>
          <a:p>
            <a:pPr defTabSz="457200">
              <a:defRPr/>
            </a:pPr>
            <a:r>
              <a:rPr lang="ru-RU">
                <a:solidFill>
                  <a:prstClr val="white"/>
                </a:solidFill>
              </a:rPr>
              <a:t>МФТИ-2019</a:t>
            </a:r>
            <a:endParaRPr lang="de-DE" dirty="0">
              <a:solidFill>
                <a:prstClr val="white"/>
              </a:solidFill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2470151" y="6410326"/>
            <a:ext cx="1320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>
              <a:defRPr kumimoji="0" sz="16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defTabSz="4572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ru-RU">
                <a:solidFill>
                  <a:prstClr val="black"/>
                </a:solidFill>
              </a:rPr>
              <a:t>Стр. </a:t>
            </a:r>
            <a:fld id="{827EB3EC-A0FC-4DD2-B272-B8CC7C9619E1}" type="slidenum">
              <a:rPr lang="ru-RU" smtClean="0">
                <a:solidFill>
                  <a:prstClr val="black"/>
                </a:solidFill>
              </a:rPr>
              <a:pPr defTabSz="457200"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ru-RU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667857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</p:sldLayoutIdLst>
  <p:hf sldNum="0" hdr="0" ft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kumimoji="1" sz="4400" kern="1200">
          <a:solidFill>
            <a:schemeClr val="tx1"/>
          </a:solidFill>
          <a:latin typeface="+mj-lt"/>
          <a:ea typeface="Arial" charset="0"/>
          <a:cs typeface="Arial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Arial" charset="0"/>
          <a:cs typeface="Arial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Arial" charset="0"/>
          <a:cs typeface="Arial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Arial" charset="0"/>
          <a:cs typeface="Arial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Arial" charset="0"/>
          <a:cs typeface="Arial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Arial" charset="0"/>
          <a:cs typeface="Arial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Arial" charset="0"/>
          <a:cs typeface="Arial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Arial" charset="0"/>
          <a:cs typeface="Arial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Arial" charset="0"/>
          <a:cs typeface="Arial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kumimoji="1" sz="3200" kern="1200">
          <a:solidFill>
            <a:schemeClr val="tx1"/>
          </a:solidFill>
          <a:latin typeface="+mn-lt"/>
          <a:ea typeface="Arial" charset="0"/>
          <a:cs typeface="Arial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kumimoji="1" sz="2800" kern="1200">
          <a:solidFill>
            <a:schemeClr val="tx1"/>
          </a:solidFill>
          <a:latin typeface="+mn-lt"/>
          <a:ea typeface="Arial" charset="0"/>
          <a:cs typeface="Arial" pitchFamily="34" charset="0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kumimoji="1" sz="2400" kern="1200">
          <a:solidFill>
            <a:schemeClr val="tx1"/>
          </a:solidFill>
          <a:latin typeface="+mn-lt"/>
          <a:ea typeface="Arial" charset="0"/>
          <a:cs typeface="Arial" pitchFamily="34" charset="0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kumimoji="1" sz="2000" kern="1200">
          <a:solidFill>
            <a:schemeClr val="tx1"/>
          </a:solidFill>
          <a:latin typeface="+mn-lt"/>
          <a:ea typeface="Arial" charset="0"/>
          <a:cs typeface="Arial" pitchFamily="34" charset="0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kumimoji="1" sz="2000" kern="1200">
          <a:solidFill>
            <a:schemeClr val="tx1"/>
          </a:solidFill>
          <a:latin typeface="+mn-lt"/>
          <a:ea typeface="Arial" charset="0"/>
          <a:cs typeface="Arial" pitchFamily="34" charset="0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Заголовок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Образец заголовка</a:t>
            </a:r>
            <a:endParaRPr lang="ru-RU"/>
          </a:p>
        </p:txBody>
      </p:sp>
      <p:sp>
        <p:nvSpPr>
          <p:cNvPr id="7171" name="Текст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Образец текста</a:t>
            </a:r>
          </a:p>
          <a:p>
            <a:pPr lvl="1"/>
            <a:r>
              <a:rPr lang="en-US"/>
              <a:t>Второй уровень</a:t>
            </a:r>
          </a:p>
          <a:p>
            <a:pPr lvl="2"/>
            <a:r>
              <a:rPr lang="en-US"/>
              <a:t>Третий уровень</a:t>
            </a:r>
          </a:p>
          <a:p>
            <a:pPr lvl="3"/>
            <a:r>
              <a:rPr lang="en-US"/>
              <a:t>Четвертый уровень</a:t>
            </a:r>
          </a:p>
          <a:p>
            <a:pPr lvl="4"/>
            <a:r>
              <a:rPr lang="en-US"/>
              <a:t>Пятый уровень</a:t>
            </a:r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292101" y="6410326"/>
            <a:ext cx="1987551" cy="365125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60000"/>
                  <a:lumOff val="40000"/>
                </a:schemeClr>
              </a:gs>
              <a:gs pos="50000">
                <a:schemeClr val="tx2">
                  <a:lumMod val="40000"/>
                  <a:lumOff val="60000"/>
                </a:schemeClr>
              </a:gs>
              <a:gs pos="100000">
                <a:schemeClr val="tx2">
                  <a:lumMod val="20000"/>
                  <a:lumOff val="80000"/>
                </a:schemeClr>
              </a:gs>
            </a:gsLst>
            <a:lin ang="16200000" scaled="1"/>
            <a:tileRect/>
          </a:gradFill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1" sz="1600">
                <a:solidFill>
                  <a:schemeClr val="bg1"/>
                </a:solidFill>
                <a:latin typeface="Arial" panose="020B0604020202020204" pitchFamily="34" charset="0"/>
                <a:ea typeface="Arial Unicode MS" pitchFamily="34" charset="-128"/>
                <a:cs typeface="Arial" panose="020B0604020202020204" pitchFamily="34" charset="0"/>
              </a:defRPr>
            </a:lvl1pPr>
          </a:lstStyle>
          <a:p>
            <a:pPr defTabSz="457200">
              <a:defRPr/>
            </a:pPr>
            <a:r>
              <a:rPr lang="ru-RU">
                <a:solidFill>
                  <a:prstClr val="white"/>
                </a:solidFill>
              </a:rPr>
              <a:t>МФТИ-2019</a:t>
            </a:r>
            <a:endParaRPr lang="de-DE" dirty="0">
              <a:solidFill>
                <a:prstClr val="white"/>
              </a:solidFill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2470151" y="6410326"/>
            <a:ext cx="1320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>
              <a:defRPr kumimoji="0" sz="16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defTabSz="4572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ru-RU">
                <a:solidFill>
                  <a:prstClr val="black"/>
                </a:solidFill>
              </a:rPr>
              <a:t>Стр. </a:t>
            </a:r>
            <a:fld id="{827EB3EC-A0FC-4DD2-B272-B8CC7C9619E1}" type="slidenum">
              <a:rPr lang="ru-RU" smtClean="0">
                <a:solidFill>
                  <a:prstClr val="black"/>
                </a:solidFill>
              </a:rPr>
              <a:pPr defTabSz="457200"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ru-RU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762959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3" r:id="rId1"/>
    <p:sldLayoutId id="2147483694" r:id="rId2"/>
  </p:sldLayoutIdLst>
  <p:hf sldNum="0" hdr="0" ft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kumimoji="1" sz="4400" kern="1200">
          <a:solidFill>
            <a:schemeClr val="tx1"/>
          </a:solidFill>
          <a:latin typeface="+mj-lt"/>
          <a:ea typeface="Arial" charset="0"/>
          <a:cs typeface="Arial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Arial" charset="0"/>
          <a:cs typeface="Arial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Arial" charset="0"/>
          <a:cs typeface="Arial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Arial" charset="0"/>
          <a:cs typeface="Arial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Arial" charset="0"/>
          <a:cs typeface="Arial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Arial" charset="0"/>
          <a:cs typeface="Arial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Arial" charset="0"/>
          <a:cs typeface="Arial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Arial" charset="0"/>
          <a:cs typeface="Arial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Arial" charset="0"/>
          <a:cs typeface="Arial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kumimoji="1" sz="3200" kern="1200">
          <a:solidFill>
            <a:schemeClr val="tx1"/>
          </a:solidFill>
          <a:latin typeface="+mn-lt"/>
          <a:ea typeface="Arial" charset="0"/>
          <a:cs typeface="Arial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kumimoji="1" sz="2800" kern="1200">
          <a:solidFill>
            <a:schemeClr val="tx1"/>
          </a:solidFill>
          <a:latin typeface="+mn-lt"/>
          <a:ea typeface="Arial" charset="0"/>
          <a:cs typeface="Arial" pitchFamily="34" charset="0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kumimoji="1" sz="2400" kern="1200">
          <a:solidFill>
            <a:schemeClr val="tx1"/>
          </a:solidFill>
          <a:latin typeface="+mn-lt"/>
          <a:ea typeface="Arial" charset="0"/>
          <a:cs typeface="Arial" pitchFamily="34" charset="0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kumimoji="1" sz="2000" kern="1200">
          <a:solidFill>
            <a:schemeClr val="tx1"/>
          </a:solidFill>
          <a:latin typeface="+mn-lt"/>
          <a:ea typeface="Arial" charset="0"/>
          <a:cs typeface="Arial" pitchFamily="34" charset="0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kumimoji="1" sz="2000" kern="1200">
          <a:solidFill>
            <a:schemeClr val="tx1"/>
          </a:solidFill>
          <a:latin typeface="+mn-lt"/>
          <a:ea typeface="Arial" charset="0"/>
          <a:cs typeface="Arial" pitchFamily="34" charset="0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Заголовок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Образец заголовка</a:t>
            </a:r>
            <a:endParaRPr lang="ru-RU"/>
          </a:p>
        </p:txBody>
      </p:sp>
      <p:sp>
        <p:nvSpPr>
          <p:cNvPr id="7171" name="Текст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Образец текста</a:t>
            </a:r>
          </a:p>
          <a:p>
            <a:pPr lvl="1"/>
            <a:r>
              <a:rPr lang="en-US"/>
              <a:t>Второй уровень</a:t>
            </a:r>
          </a:p>
          <a:p>
            <a:pPr lvl="2"/>
            <a:r>
              <a:rPr lang="en-US"/>
              <a:t>Третий уровень</a:t>
            </a:r>
          </a:p>
          <a:p>
            <a:pPr lvl="3"/>
            <a:r>
              <a:rPr lang="en-US"/>
              <a:t>Четвертый уровень</a:t>
            </a:r>
          </a:p>
          <a:p>
            <a:pPr lvl="4"/>
            <a:r>
              <a:rPr lang="en-US"/>
              <a:t>Пятый уровень</a:t>
            </a:r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292101" y="6410326"/>
            <a:ext cx="1987551" cy="365125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60000"/>
                  <a:lumOff val="40000"/>
                </a:schemeClr>
              </a:gs>
              <a:gs pos="50000">
                <a:schemeClr val="tx2">
                  <a:lumMod val="40000"/>
                  <a:lumOff val="60000"/>
                </a:schemeClr>
              </a:gs>
              <a:gs pos="100000">
                <a:schemeClr val="tx2">
                  <a:lumMod val="20000"/>
                  <a:lumOff val="80000"/>
                </a:schemeClr>
              </a:gs>
            </a:gsLst>
            <a:lin ang="16200000" scaled="1"/>
            <a:tileRect/>
          </a:gradFill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1" sz="1600">
                <a:solidFill>
                  <a:schemeClr val="bg1"/>
                </a:solidFill>
                <a:latin typeface="Arial" panose="020B0604020202020204" pitchFamily="34" charset="0"/>
                <a:ea typeface="Arial Unicode MS" pitchFamily="34" charset="-128"/>
                <a:cs typeface="Arial" panose="020B0604020202020204" pitchFamily="34" charset="0"/>
              </a:defRPr>
            </a:lvl1pPr>
          </a:lstStyle>
          <a:p>
            <a:pPr defTabSz="457200">
              <a:defRPr/>
            </a:pPr>
            <a:r>
              <a:rPr lang="ru-RU">
                <a:solidFill>
                  <a:prstClr val="white"/>
                </a:solidFill>
              </a:rPr>
              <a:t>МФТИ-2019</a:t>
            </a:r>
            <a:endParaRPr lang="de-DE" dirty="0">
              <a:solidFill>
                <a:prstClr val="white"/>
              </a:solidFill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2470151" y="6410326"/>
            <a:ext cx="1320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>
              <a:defRPr kumimoji="0" sz="16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defTabSz="4572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ru-RU">
                <a:solidFill>
                  <a:prstClr val="black"/>
                </a:solidFill>
              </a:rPr>
              <a:t>Стр. </a:t>
            </a:r>
            <a:fld id="{827EB3EC-A0FC-4DD2-B272-B8CC7C9619E1}" type="slidenum">
              <a:rPr lang="ru-RU" smtClean="0">
                <a:solidFill>
                  <a:prstClr val="black"/>
                </a:solidFill>
              </a:rPr>
              <a:pPr defTabSz="457200"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ru-RU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158065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  <p:sldLayoutId id="2147483697" r:id="rId2"/>
  </p:sldLayoutIdLst>
  <p:hf sldNum="0" hdr="0" ft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kumimoji="1" sz="4400" kern="1200">
          <a:solidFill>
            <a:schemeClr val="tx1"/>
          </a:solidFill>
          <a:latin typeface="+mj-lt"/>
          <a:ea typeface="Arial" charset="0"/>
          <a:cs typeface="Arial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Arial" charset="0"/>
          <a:cs typeface="Arial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Arial" charset="0"/>
          <a:cs typeface="Arial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Arial" charset="0"/>
          <a:cs typeface="Arial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Arial" charset="0"/>
          <a:cs typeface="Arial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Arial" charset="0"/>
          <a:cs typeface="Arial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Arial" charset="0"/>
          <a:cs typeface="Arial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Arial" charset="0"/>
          <a:cs typeface="Arial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Arial" charset="0"/>
          <a:cs typeface="Arial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kumimoji="1" sz="3200" kern="1200">
          <a:solidFill>
            <a:schemeClr val="tx1"/>
          </a:solidFill>
          <a:latin typeface="+mn-lt"/>
          <a:ea typeface="Arial" charset="0"/>
          <a:cs typeface="Arial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kumimoji="1" sz="2800" kern="1200">
          <a:solidFill>
            <a:schemeClr val="tx1"/>
          </a:solidFill>
          <a:latin typeface="+mn-lt"/>
          <a:ea typeface="Arial" charset="0"/>
          <a:cs typeface="Arial" pitchFamily="34" charset="0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kumimoji="1" sz="2400" kern="1200">
          <a:solidFill>
            <a:schemeClr val="tx1"/>
          </a:solidFill>
          <a:latin typeface="+mn-lt"/>
          <a:ea typeface="Arial" charset="0"/>
          <a:cs typeface="Arial" pitchFamily="34" charset="0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kumimoji="1" sz="2000" kern="1200">
          <a:solidFill>
            <a:schemeClr val="tx1"/>
          </a:solidFill>
          <a:latin typeface="+mn-lt"/>
          <a:ea typeface="Arial" charset="0"/>
          <a:cs typeface="Arial" pitchFamily="34" charset="0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kumimoji="1" sz="2000" kern="1200">
          <a:solidFill>
            <a:schemeClr val="tx1"/>
          </a:solidFill>
          <a:latin typeface="+mn-lt"/>
          <a:ea typeface="Arial" charset="0"/>
          <a:cs typeface="Arial" pitchFamily="34" charset="0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Заголовок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Образец заголовка</a:t>
            </a:r>
            <a:endParaRPr lang="ru-RU"/>
          </a:p>
        </p:txBody>
      </p:sp>
      <p:sp>
        <p:nvSpPr>
          <p:cNvPr id="7171" name="Текст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Образец текста</a:t>
            </a:r>
          </a:p>
          <a:p>
            <a:pPr lvl="1"/>
            <a:r>
              <a:rPr lang="en-US"/>
              <a:t>Второй уровень</a:t>
            </a:r>
          </a:p>
          <a:p>
            <a:pPr lvl="2"/>
            <a:r>
              <a:rPr lang="en-US"/>
              <a:t>Третий уровень</a:t>
            </a:r>
          </a:p>
          <a:p>
            <a:pPr lvl="3"/>
            <a:r>
              <a:rPr lang="en-US"/>
              <a:t>Четвертый уровень</a:t>
            </a:r>
          </a:p>
          <a:p>
            <a:pPr lvl="4"/>
            <a:r>
              <a:rPr lang="en-US"/>
              <a:t>Пятый уровень</a:t>
            </a:r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292101" y="6410326"/>
            <a:ext cx="1987551" cy="365125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60000"/>
                  <a:lumOff val="40000"/>
                </a:schemeClr>
              </a:gs>
              <a:gs pos="50000">
                <a:schemeClr val="tx2">
                  <a:lumMod val="40000"/>
                  <a:lumOff val="60000"/>
                </a:schemeClr>
              </a:gs>
              <a:gs pos="100000">
                <a:schemeClr val="tx2">
                  <a:lumMod val="20000"/>
                  <a:lumOff val="80000"/>
                </a:schemeClr>
              </a:gs>
            </a:gsLst>
            <a:lin ang="16200000" scaled="1"/>
            <a:tileRect/>
          </a:gradFill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1" sz="1600">
                <a:solidFill>
                  <a:schemeClr val="bg1"/>
                </a:solidFill>
                <a:latin typeface="Arial" panose="020B0604020202020204" pitchFamily="34" charset="0"/>
                <a:ea typeface="Arial Unicode MS" pitchFamily="34" charset="-128"/>
                <a:cs typeface="Arial" panose="020B0604020202020204" pitchFamily="34" charset="0"/>
              </a:defRPr>
            </a:lvl1pPr>
          </a:lstStyle>
          <a:p>
            <a:pPr defTabSz="457200">
              <a:defRPr/>
            </a:pPr>
            <a:r>
              <a:rPr lang="ru-RU">
                <a:solidFill>
                  <a:prstClr val="white"/>
                </a:solidFill>
              </a:rPr>
              <a:t>МФТИ-2019</a:t>
            </a:r>
            <a:endParaRPr lang="de-DE" dirty="0">
              <a:solidFill>
                <a:prstClr val="white"/>
              </a:solidFill>
            </a:endParaRP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2470151" y="6410326"/>
            <a:ext cx="1320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>
              <a:defRPr kumimoji="0" sz="160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defTabSz="457200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ru-RU">
                <a:solidFill>
                  <a:prstClr val="black"/>
                </a:solidFill>
              </a:rPr>
              <a:t>Стр. </a:t>
            </a:r>
            <a:fld id="{827EB3EC-A0FC-4DD2-B272-B8CC7C9619E1}" type="slidenum">
              <a:rPr lang="ru-RU" smtClean="0">
                <a:solidFill>
                  <a:prstClr val="black"/>
                </a:solidFill>
              </a:rPr>
              <a:pPr defTabSz="457200"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ru-RU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557640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4" r:id="rId1"/>
    <p:sldLayoutId id="2147483705" r:id="rId2"/>
  </p:sldLayoutIdLst>
  <p:hf sldNum="0" hdr="0" ft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kumimoji="1" sz="4400" kern="1200">
          <a:solidFill>
            <a:schemeClr val="tx1"/>
          </a:solidFill>
          <a:latin typeface="+mj-lt"/>
          <a:ea typeface="Arial" charset="0"/>
          <a:cs typeface="Arial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Arial" charset="0"/>
          <a:cs typeface="Arial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Arial" charset="0"/>
          <a:cs typeface="Arial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Arial" charset="0"/>
          <a:cs typeface="Arial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Arial" charset="0"/>
          <a:cs typeface="Arial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Arial" charset="0"/>
          <a:cs typeface="Arial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Arial" charset="0"/>
          <a:cs typeface="Arial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Arial" charset="0"/>
          <a:cs typeface="Arial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Calibri" charset="0"/>
          <a:ea typeface="Arial" charset="0"/>
          <a:cs typeface="Arial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kumimoji="1" sz="3200" kern="1200">
          <a:solidFill>
            <a:schemeClr val="tx1"/>
          </a:solidFill>
          <a:latin typeface="+mn-lt"/>
          <a:ea typeface="Arial" charset="0"/>
          <a:cs typeface="Arial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kumimoji="1" sz="2800" kern="1200">
          <a:solidFill>
            <a:schemeClr val="tx1"/>
          </a:solidFill>
          <a:latin typeface="+mn-lt"/>
          <a:ea typeface="Arial" charset="0"/>
          <a:cs typeface="Arial" pitchFamily="34" charset="0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kumimoji="1" sz="2400" kern="1200">
          <a:solidFill>
            <a:schemeClr val="tx1"/>
          </a:solidFill>
          <a:latin typeface="+mn-lt"/>
          <a:ea typeface="Arial" charset="0"/>
          <a:cs typeface="Arial" pitchFamily="34" charset="0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kumimoji="1" sz="2000" kern="1200">
          <a:solidFill>
            <a:schemeClr val="tx1"/>
          </a:solidFill>
          <a:latin typeface="+mn-lt"/>
          <a:ea typeface="Arial" charset="0"/>
          <a:cs typeface="Arial" pitchFamily="34" charset="0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kumimoji="1" sz="2000" kern="1200">
          <a:solidFill>
            <a:schemeClr val="tx1"/>
          </a:solidFill>
          <a:latin typeface="+mn-lt"/>
          <a:ea typeface="Arial" charset="0"/>
          <a:cs typeface="Arial" pitchFamily="34" charset="0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extplatzhalter 2"/>
          <p:cNvSpPr>
            <a:spLocks noGrp="1"/>
          </p:cNvSpPr>
          <p:nvPr>
            <p:ph type="body" idx="1"/>
          </p:nvPr>
        </p:nvSpPr>
        <p:spPr bwMode="gray">
          <a:xfrm>
            <a:off x="431800" y="1554163"/>
            <a:ext cx="11328400" cy="4248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ru-RU"/>
              <a:t>Textmasterformate durch Klicken bearbeiten</a:t>
            </a:r>
          </a:p>
          <a:p>
            <a:pPr lvl="1"/>
            <a:r>
              <a:rPr lang="de-DE" altLang="ru-RU"/>
              <a:t>Zweite Ebene</a:t>
            </a:r>
          </a:p>
          <a:p>
            <a:pPr lvl="2"/>
            <a:r>
              <a:rPr lang="de-DE" altLang="ru-RU"/>
              <a:t>Dritte Ebene</a:t>
            </a:r>
          </a:p>
        </p:txBody>
      </p:sp>
      <p:sp>
        <p:nvSpPr>
          <p:cNvPr id="1027" name="Titelplatzhalter 1"/>
          <p:cNvSpPr>
            <a:spLocks noGrp="1"/>
          </p:cNvSpPr>
          <p:nvPr>
            <p:ph type="title"/>
          </p:nvPr>
        </p:nvSpPr>
        <p:spPr bwMode="gray">
          <a:xfrm>
            <a:off x="431800" y="1"/>
            <a:ext cx="11328400" cy="10906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ru-RU"/>
              <a:t>Titelmasterformat durch Klicken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 bwMode="gray">
          <a:xfrm>
            <a:off x="4318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kumimoji="0" sz="1200" smtClean="0">
                <a:solidFill>
                  <a:srgbClr val="898989"/>
                </a:solidFill>
                <a:cs typeface="Arial" panose="020B0604020202020204" pitchFamily="34" charset="0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de-DE" altLang="ru-RU">
              <a:latin typeface="Arial" charset="0"/>
            </a:endParaRPr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 bwMode="gray">
          <a:xfrm>
            <a:off x="330201" y="6356351"/>
            <a:ext cx="1943100" cy="365125"/>
          </a:xfrm>
          <a:prstGeom prst="rect">
            <a:avLst/>
          </a:prstGeom>
          <a:gradFill>
            <a:gsLst>
              <a:gs pos="0">
                <a:srgbClr val="5F8ED9"/>
              </a:gs>
              <a:gs pos="50000">
                <a:srgbClr val="8EB4E3"/>
              </a:gs>
              <a:gs pos="100000">
                <a:srgbClr val="C6D9F1">
                  <a:alpha val="14902"/>
                </a:srgbClr>
              </a:gs>
            </a:gsLst>
            <a:lin ang="16200000" scaled="1"/>
          </a:gradFill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600" dirty="0" smtClean="0">
                <a:solidFill>
                  <a:schemeClr val="bg1"/>
                </a:solidFill>
                <a:latin typeface="Arial Unicode MS" pitchFamily="34" charset="-128"/>
                <a:ea typeface="Arial Unicode MS" pitchFamily="34" charset="-128"/>
                <a:cs typeface="Arial Unicode MS" pitchFamily="34" charset="-128"/>
              </a:defRPr>
            </a:lvl1pPr>
          </a:lstStyle>
          <a:p>
            <a:pPr>
              <a:defRPr/>
            </a:pPr>
            <a:r>
              <a:rPr lang="ru-RU">
                <a:solidFill>
                  <a:prstClr val="white"/>
                </a:solidFill>
              </a:rPr>
              <a:t>МФТИ-2019</a:t>
            </a:r>
            <a:endParaRPr lang="de-DE">
              <a:solidFill>
                <a:prstClr val="white"/>
              </a:solidFill>
            </a:endParaRP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 bwMode="gray">
          <a:xfrm>
            <a:off x="2292351" y="6356351"/>
            <a:ext cx="14859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kumimoji="0" sz="16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ru-RU" altLang="ru-RU">
                <a:solidFill>
                  <a:prstClr val="black"/>
                </a:solidFill>
              </a:rPr>
              <a:t>Стр. </a:t>
            </a:r>
            <a:fld id="{42D759B2-9E95-43EC-A219-6234572FE2A1}" type="slidenum">
              <a:rPr lang="de-DE" altLang="ru-RU">
                <a:solidFill>
                  <a:prstClr val="black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lang="de-DE" altLang="ru-RU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98516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  <p:sldLayoutId id="2147483708" r:id="rId2"/>
    <p:sldLayoutId id="2147483709" r:id="rId3"/>
    <p:sldLayoutId id="2147483710" r:id="rId4"/>
    <p:sldLayoutId id="2147483711" r:id="rId5"/>
  </p:sldLayoutIdLst>
  <p:transition spd="med">
    <p:fade/>
  </p:transition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000" b="1" kern="1200">
          <a:solidFill>
            <a:schemeClr val="tx1"/>
          </a:solidFill>
          <a:latin typeface="+mj-lt"/>
          <a:ea typeface="Arial" charset="0"/>
          <a:cs typeface="Arial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Calibri" charset="0"/>
          <a:ea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Calibri" charset="0"/>
          <a:ea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Calibri" charset="0"/>
          <a:ea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Calibri" charset="0"/>
          <a:ea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Calibri" charset="0"/>
          <a:ea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Calibri" charset="0"/>
          <a:ea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Calibri" charset="0"/>
          <a:ea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Calibri" charset="0"/>
          <a:ea typeface="Arial" charset="0"/>
          <a:cs typeface="Arial" charset="0"/>
        </a:defRPr>
      </a:lvl9pPr>
    </p:titleStyle>
    <p:bodyStyle>
      <a:lvl1pPr marL="176213" indent="-176213" algn="l" rtl="0" eaLnBrk="0" fontAlgn="base" hangingPunct="0">
        <a:spcBef>
          <a:spcPct val="20000"/>
        </a:spcBef>
        <a:spcAft>
          <a:spcPct val="0"/>
        </a:spcAft>
        <a:buFont typeface="Wingdings" pitchFamily="2" charset="2"/>
        <a:buChar char="§"/>
        <a:defRPr kumimoji="1" kern="1200">
          <a:solidFill>
            <a:schemeClr val="tx1"/>
          </a:solidFill>
          <a:latin typeface="+mn-lt"/>
          <a:ea typeface="Arial" charset="0"/>
          <a:cs typeface="Arial" charset="0"/>
        </a:defRPr>
      </a:lvl1pPr>
      <a:lvl2pPr marL="360363" indent="-184150" algn="l" rtl="0" eaLnBrk="0" fontAlgn="base" hangingPunct="0">
        <a:spcBef>
          <a:spcPct val="20000"/>
        </a:spcBef>
        <a:spcAft>
          <a:spcPct val="0"/>
        </a:spcAft>
        <a:buFont typeface="Symbol" pitchFamily="18" charset="2"/>
        <a:buChar char="-"/>
        <a:defRPr kumimoji="1" kern="12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2pPr>
      <a:lvl3pPr marL="536575" indent="-176213" algn="l" rtl="0" eaLnBrk="0" fontAlgn="base" hangingPunct="0">
        <a:spcBef>
          <a:spcPct val="20000"/>
        </a:spcBef>
        <a:spcAft>
          <a:spcPct val="0"/>
        </a:spcAft>
        <a:buFont typeface="Wingdings" pitchFamily="2" charset="2"/>
        <a:buChar char="§"/>
        <a:defRPr kumimoji="1" kern="12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3pPr>
      <a:lvl4pPr marL="720725" indent="-184150" algn="l" rtl="0" eaLnBrk="0" fontAlgn="base" hangingPunct="0">
        <a:spcBef>
          <a:spcPct val="20000"/>
        </a:spcBef>
        <a:spcAft>
          <a:spcPct val="0"/>
        </a:spcAft>
        <a:buFont typeface="Symbol" pitchFamily="18" charset="2"/>
        <a:buChar char="-"/>
        <a:defRPr kumimoji="1" kern="12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4pPr>
      <a:lvl5pPr marL="896938" indent="-176213" algn="l" rtl="0" eaLnBrk="0" fontAlgn="base" hangingPunct="0">
        <a:spcBef>
          <a:spcPct val="20000"/>
        </a:spcBef>
        <a:spcAft>
          <a:spcPct val="0"/>
        </a:spcAft>
        <a:buFont typeface="Wingdings" pitchFamily="2" charset="2"/>
        <a:buChar char="§"/>
        <a:defRPr kumimoji="1" kern="1200">
          <a:solidFill>
            <a:schemeClr val="tx1"/>
          </a:solidFill>
          <a:latin typeface="+mn-lt"/>
          <a:ea typeface="Arial" charset="0"/>
          <a:cs typeface="Arial" panose="020B0604020202020204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://www.presentationload.de/" TargetMode="Externa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7" descr="Neutral Abstract 7 V1 FB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-27384"/>
            <a:ext cx="12216680" cy="68853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0" name="Rechteck 19">
            <a:hlinkClick r:id="rId4"/>
          </p:cNvPr>
          <p:cNvSpPr/>
          <p:nvPr/>
        </p:nvSpPr>
        <p:spPr>
          <a:xfrm>
            <a:off x="9949730" y="6201967"/>
            <a:ext cx="2266950" cy="58334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>
              <a:solidFill>
                <a:prstClr val="white"/>
              </a:solidFill>
              <a:latin typeface="Calibri"/>
            </a:endParaRPr>
          </a:p>
        </p:txBody>
      </p:sp>
      <p:sp>
        <p:nvSpPr>
          <p:cNvPr id="10244" name="Прямоугольник 3"/>
          <p:cNvSpPr>
            <a:spLocks noChangeArrowheads="1"/>
          </p:cNvSpPr>
          <p:nvPr/>
        </p:nvSpPr>
        <p:spPr bwMode="auto">
          <a:xfrm>
            <a:off x="3794993" y="2128442"/>
            <a:ext cx="7518400" cy="42473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ru-RU" sz="5400" dirty="0">
                <a:solidFill>
                  <a:srgbClr val="800000"/>
                </a:solidFill>
                <a:latin typeface="Arial" pitchFamily="34" charset="0"/>
                <a:cs typeface="Arial" pitchFamily="34" charset="0"/>
              </a:rPr>
              <a:t>Сетевые и Распределенные Системы</a:t>
            </a:r>
          </a:p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br>
              <a:rPr lang="en-US" sz="5400" dirty="0">
                <a:solidFill>
                  <a:srgbClr val="800000"/>
                </a:solidFill>
                <a:latin typeface="Arial" pitchFamily="34" charset="0"/>
                <a:cs typeface="Arial" pitchFamily="34" charset="0"/>
              </a:rPr>
            </a:br>
            <a:endParaRPr lang="ru-RU" sz="5400" dirty="0">
              <a:solidFill>
                <a:srgbClr val="800000"/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8217594"/>
      </p:ext>
    </p:extLst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Название 1"/>
          <p:cNvSpPr>
            <a:spLocks noGrp="1"/>
          </p:cNvSpPr>
          <p:nvPr>
            <p:ph type="title"/>
          </p:nvPr>
        </p:nvSpPr>
        <p:spPr>
          <a:xfrm>
            <a:off x="3360340" y="238125"/>
            <a:ext cx="8496300" cy="617538"/>
          </a:xfrm>
        </p:spPr>
        <p:txBody>
          <a:bodyPr/>
          <a:lstStyle/>
          <a:p>
            <a:pPr algn="l" eaLnBrk="1" hangingPunct="1"/>
            <a:r>
              <a:rPr kumimoji="0" lang="ru-RU" sz="3600" b="1" dirty="0">
                <a:solidFill>
                  <a:srgbClr val="003794"/>
                </a:solidFill>
                <a:latin typeface="Arial" pitchFamily="34" charset="0"/>
                <a:cs typeface="Arial" pitchFamily="34" charset="0"/>
              </a:rPr>
              <a:t>Тема</a:t>
            </a:r>
            <a:r>
              <a:rPr kumimoji="0" lang="en-US" sz="3600" b="1" dirty="0">
                <a:solidFill>
                  <a:srgbClr val="003794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kumimoji="0" lang="ru-RU" sz="3600" b="1" dirty="0">
                <a:solidFill>
                  <a:srgbClr val="003794"/>
                </a:solidFill>
                <a:latin typeface="Arial" pitchFamily="34" charset="0"/>
                <a:cs typeface="Arial" pitchFamily="34" charset="0"/>
              </a:rPr>
              <a:t>1</a:t>
            </a:r>
          </a:p>
        </p:txBody>
      </p:sp>
      <p:sp>
        <p:nvSpPr>
          <p:cNvPr id="4" name="Прямоугольник 3"/>
          <p:cNvSpPr/>
          <p:nvPr/>
        </p:nvSpPr>
        <p:spPr>
          <a:xfrm>
            <a:off x="3962004" y="1069975"/>
            <a:ext cx="7054105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defTabSz="457200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/>
            </a:pPr>
            <a:endParaRPr lang="en-US" sz="4000" dirty="0">
              <a:solidFill>
                <a:srgbClr val="003794"/>
              </a:solidFill>
              <a:latin typeface="Lucida Grande CY" pitchFamily="2" charset="-52"/>
              <a:cs typeface="Arial" pitchFamily="34" charset="0"/>
            </a:endParaRPr>
          </a:p>
          <a:p>
            <a:pPr marL="1440000" defTabSz="457200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ru-RU" sz="4000" dirty="0">
                <a:solidFill>
                  <a:srgbClr val="404040"/>
                </a:solidFill>
                <a:latin typeface="Arial" pitchFamily="34" charset="0"/>
                <a:cs typeface="Arial" pitchFamily="34" charset="0"/>
              </a:rPr>
              <a:t>Сети и сетевые операционные системы</a:t>
            </a:r>
          </a:p>
        </p:txBody>
      </p:sp>
    </p:spTree>
    <p:extLst>
      <p:ext uri="{BB962C8B-B14F-4D97-AF65-F5344CB8AC3E}">
        <p14:creationId xmlns:p14="http://schemas.microsoft.com/office/powerpoint/2010/main" val="3189045855"/>
      </p:ext>
    </p:extLst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eck 39"/>
          <p:cNvSpPr>
            <a:spLocks noChangeArrowheads="1"/>
          </p:cNvSpPr>
          <p:nvPr/>
        </p:nvSpPr>
        <p:spPr bwMode="gray">
          <a:xfrm>
            <a:off x="3360340" y="1772817"/>
            <a:ext cx="8496300" cy="4467225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defTabSz="457200" fontAlgn="base">
              <a:spcBef>
                <a:spcPct val="0"/>
              </a:spcBef>
              <a:spcAft>
                <a:spcPct val="20000"/>
              </a:spcAft>
              <a:defRPr/>
            </a:pPr>
            <a:endParaRPr lang="en-US" sz="2000" noProof="1">
              <a:solidFill>
                <a:srgbClr val="1F497D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0" name="Rechteck 36"/>
          <p:cNvSpPr>
            <a:spLocks noChangeArrowheads="1"/>
          </p:cNvSpPr>
          <p:nvPr/>
        </p:nvSpPr>
        <p:spPr bwMode="gray">
          <a:xfrm>
            <a:off x="3347640" y="908720"/>
            <a:ext cx="8496300" cy="546100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algn="ctr" defTabSz="457200" fontAlgn="base">
              <a:spcBef>
                <a:spcPct val="0"/>
              </a:spcBef>
              <a:spcAft>
                <a:spcPct val="20000"/>
              </a:spcAft>
              <a:defRPr/>
            </a:pPr>
            <a:r>
              <a:rPr lang="ru-RU" sz="30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cs typeface="Arial" pitchFamily="34" charset="0"/>
              </a:rPr>
              <a:t>Литература</a:t>
            </a:r>
            <a:endParaRPr lang="ru-RU" sz="3000" b="1" noProof="1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pitchFamily="34" charset="0"/>
              <a:cs typeface="Arial" pitchFamily="34" charset="0"/>
            </a:endParaRPr>
          </a:p>
        </p:txBody>
      </p:sp>
      <p:sp>
        <p:nvSpPr>
          <p:cNvPr id="12" name="Text Box 5"/>
          <p:cNvSpPr txBox="1">
            <a:spLocks noChangeArrowheads="1"/>
          </p:cNvSpPr>
          <p:nvPr/>
        </p:nvSpPr>
        <p:spPr bwMode="auto">
          <a:xfrm>
            <a:off x="6875710" y="2420889"/>
            <a:ext cx="4752529" cy="3477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defRPr/>
            </a:pPr>
            <a:r>
              <a:rPr lang="ru-RU" sz="24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Э. Таненбаум</a:t>
            </a:r>
          </a:p>
          <a:p>
            <a:pPr>
              <a:defRPr/>
            </a:pPr>
            <a:r>
              <a:rPr lang="ru-RU" sz="24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Д. </a:t>
            </a:r>
            <a:r>
              <a:rPr lang="ru-RU" sz="2400" dirty="0" err="1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Уэзеролл</a:t>
            </a:r>
            <a:endParaRPr lang="ru-RU" sz="2400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  <a:p>
            <a:pPr>
              <a:defRPr/>
            </a:pPr>
            <a:br>
              <a:rPr lang="ru-RU" sz="24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</a:br>
            <a:r>
              <a:rPr lang="ru-RU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Компьютерные сети.</a:t>
            </a:r>
          </a:p>
          <a:p>
            <a:pPr>
              <a:defRPr/>
            </a:pPr>
            <a:r>
              <a:rPr lang="ru-RU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Пятое издание</a:t>
            </a:r>
          </a:p>
          <a:p>
            <a:pPr>
              <a:defRPr/>
            </a:pPr>
            <a:endParaRPr lang="ru-RU" sz="2400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  <a:p>
            <a:pPr>
              <a:defRPr/>
            </a:pPr>
            <a:r>
              <a:rPr lang="ru-RU" sz="24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Питер, 2016</a:t>
            </a:r>
          </a:p>
          <a:p>
            <a:pPr>
              <a:defRPr/>
            </a:pPr>
            <a:endParaRPr lang="en-US" sz="2000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  <a:p>
            <a:pPr>
              <a:defRPr/>
            </a:pPr>
            <a:endParaRPr lang="en-US" sz="2400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75B506F6-E3DE-4C86-8C55-B3C73CC6797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07790" y="1944000"/>
            <a:ext cx="2782770" cy="3924000"/>
          </a:xfrm>
          <a:prstGeom prst="rect">
            <a:avLst/>
          </a:prstGeom>
        </p:spPr>
      </p:pic>
      <p:sp>
        <p:nvSpPr>
          <p:cNvPr id="11" name="_h1">
            <a:extLst>
              <a:ext uri="{FF2B5EF4-FFF2-40B4-BE49-F238E27FC236}">
                <a16:creationId xmlns:a16="http://schemas.microsoft.com/office/drawing/2014/main" id="{ED7CC6E9-4AF5-407B-A43F-E5632D7B0511}"/>
              </a:ext>
            </a:extLst>
          </p:cNvPr>
          <p:cNvSpPr txBox="1">
            <a:spLocks noChangeArrowheads="1"/>
          </p:cNvSpPr>
          <p:nvPr/>
        </p:nvSpPr>
        <p:spPr bwMode="gray">
          <a:xfrm>
            <a:off x="3216002" y="238125"/>
            <a:ext cx="8496300" cy="6175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kumimoji="1" sz="4400" kern="1200">
                <a:solidFill>
                  <a:schemeClr val="tx1"/>
                </a:solidFill>
                <a:latin typeface="+mj-lt"/>
                <a:ea typeface="Arial" charset="0"/>
                <a:cs typeface="Arial" charset="0"/>
              </a:defRPr>
            </a:lvl1pPr>
            <a:lvl2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2pPr>
            <a:lvl3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3pPr>
            <a:lvl4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4pPr>
            <a:lvl5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5pPr>
            <a:lvl6pPr marL="457200"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6pPr>
            <a:lvl7pPr marL="914400"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7pPr>
            <a:lvl8pPr marL="1371600"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8pPr>
            <a:lvl9pPr marL="1828800"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9pPr>
          </a:lstStyle>
          <a:p>
            <a:pPr eaLnBrk="1" hangingPunct="1"/>
            <a:r>
              <a:rPr kumimoji="0" lang="ru-RU" sz="3600" b="1" noProof="1">
                <a:solidFill>
                  <a:srgbClr val="003794"/>
                </a:solidFill>
                <a:latin typeface="Arial" pitchFamily="34" charset="0"/>
                <a:cs typeface="Arial" pitchFamily="34" charset="0"/>
              </a:rPr>
              <a:t>Сети и сетевые ОС </a:t>
            </a:r>
          </a:p>
        </p:txBody>
      </p:sp>
    </p:spTree>
    <p:extLst>
      <p:ext uri="{BB962C8B-B14F-4D97-AF65-F5344CB8AC3E}">
        <p14:creationId xmlns:p14="http://schemas.microsoft.com/office/powerpoint/2010/main" val="3245163256"/>
      </p:ext>
    </p:extLst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eck 39"/>
          <p:cNvSpPr>
            <a:spLocks noChangeArrowheads="1"/>
          </p:cNvSpPr>
          <p:nvPr/>
        </p:nvSpPr>
        <p:spPr bwMode="gray">
          <a:xfrm>
            <a:off x="3372396" y="1772817"/>
            <a:ext cx="8496300" cy="4467225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defTabSz="457200" fontAlgn="base">
              <a:spcBef>
                <a:spcPct val="0"/>
              </a:spcBef>
              <a:spcAft>
                <a:spcPct val="20000"/>
              </a:spcAft>
              <a:defRPr/>
            </a:pPr>
            <a:endParaRPr lang="en-US" sz="2000" noProof="1">
              <a:solidFill>
                <a:srgbClr val="1F497D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0" name="Rechteck 36"/>
          <p:cNvSpPr>
            <a:spLocks noChangeArrowheads="1"/>
          </p:cNvSpPr>
          <p:nvPr/>
        </p:nvSpPr>
        <p:spPr bwMode="gray">
          <a:xfrm>
            <a:off x="3359696" y="908720"/>
            <a:ext cx="8496300" cy="546100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algn="ctr" defTabSz="457200" fontAlgn="base">
              <a:spcBef>
                <a:spcPct val="0"/>
              </a:spcBef>
              <a:spcAft>
                <a:spcPct val="20000"/>
              </a:spcAft>
              <a:defRPr/>
            </a:pPr>
            <a:r>
              <a:rPr lang="ru-RU" sz="30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  <a:cs typeface="Arial" pitchFamily="34" charset="0"/>
              </a:rPr>
              <a:t>Литература</a:t>
            </a:r>
            <a:endParaRPr lang="ru-RU" sz="3000" b="1" noProof="1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Arial" pitchFamily="34" charset="0"/>
              <a:cs typeface="Arial" pitchFamily="34" charset="0"/>
            </a:endParaRPr>
          </a:p>
        </p:txBody>
      </p:sp>
      <p:sp>
        <p:nvSpPr>
          <p:cNvPr id="12" name="Text Box 5"/>
          <p:cNvSpPr txBox="1">
            <a:spLocks noChangeArrowheads="1"/>
          </p:cNvSpPr>
          <p:nvPr/>
        </p:nvSpPr>
        <p:spPr bwMode="auto">
          <a:xfrm>
            <a:off x="6599734" y="2052048"/>
            <a:ext cx="5268962" cy="38164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defRPr/>
            </a:pPr>
            <a:r>
              <a:rPr lang="ru-RU" sz="24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У.Р. </a:t>
            </a:r>
            <a:r>
              <a:rPr lang="ru-RU" sz="2400" dirty="0" err="1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Стивенс</a:t>
            </a:r>
            <a:r>
              <a:rPr lang="ru-RU" sz="24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,</a:t>
            </a:r>
          </a:p>
          <a:p>
            <a:pPr>
              <a:defRPr/>
            </a:pPr>
            <a:r>
              <a:rPr lang="ru-RU" sz="24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Б. </a:t>
            </a:r>
            <a:r>
              <a:rPr lang="ru-RU" sz="2400" dirty="0" err="1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Феннер</a:t>
            </a:r>
            <a:r>
              <a:rPr lang="ru-RU" sz="24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, Э.М. </a:t>
            </a:r>
            <a:r>
              <a:rPr lang="ru-RU" sz="2400" dirty="0" err="1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Рудофф</a:t>
            </a:r>
            <a:endParaRPr lang="ru-RU" sz="2400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  <a:p>
            <a:pPr>
              <a:defRPr/>
            </a:pPr>
            <a:br>
              <a:rPr lang="ru-RU" sz="24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</a:br>
            <a:r>
              <a:rPr lang="en-US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UNIX</a:t>
            </a:r>
            <a:endParaRPr lang="ru-RU" sz="2800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  <a:p>
            <a:pPr>
              <a:defRPr/>
            </a:pPr>
            <a:r>
              <a:rPr lang="ru-RU" sz="26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Разработка сетевых приложений</a:t>
            </a:r>
          </a:p>
          <a:p>
            <a:pPr>
              <a:defRPr/>
            </a:pPr>
            <a:r>
              <a:rPr lang="ru-RU" sz="24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3-е издание</a:t>
            </a:r>
          </a:p>
          <a:p>
            <a:pPr>
              <a:defRPr/>
            </a:pPr>
            <a:endParaRPr lang="ru-RU" sz="2400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  <a:p>
            <a:pPr>
              <a:defRPr/>
            </a:pPr>
            <a:r>
              <a:rPr lang="ru-RU" sz="24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Питер, 2007</a:t>
            </a:r>
          </a:p>
          <a:p>
            <a:pPr>
              <a:defRPr/>
            </a:pPr>
            <a:endParaRPr lang="en-US" sz="2000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  <a:p>
            <a:pPr>
              <a:defRPr/>
            </a:pPr>
            <a:endParaRPr lang="en-US" sz="2400" dirty="0">
              <a:solidFill>
                <a:prstClr val="black"/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B8DE9693-84F8-40BE-B0B3-E6CCB980D33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19846" y="1944000"/>
            <a:ext cx="2616000" cy="3924000"/>
          </a:xfrm>
          <a:prstGeom prst="rect">
            <a:avLst/>
          </a:prstGeom>
        </p:spPr>
      </p:pic>
      <p:sp>
        <p:nvSpPr>
          <p:cNvPr id="11" name="_h1">
            <a:extLst>
              <a:ext uri="{FF2B5EF4-FFF2-40B4-BE49-F238E27FC236}">
                <a16:creationId xmlns:a16="http://schemas.microsoft.com/office/drawing/2014/main" id="{5713D592-0645-49FA-8850-ADA2F04F63FC}"/>
              </a:ext>
            </a:extLst>
          </p:cNvPr>
          <p:cNvSpPr txBox="1">
            <a:spLocks noChangeArrowheads="1"/>
          </p:cNvSpPr>
          <p:nvPr/>
        </p:nvSpPr>
        <p:spPr bwMode="gray">
          <a:xfrm>
            <a:off x="3216002" y="238125"/>
            <a:ext cx="8496300" cy="6175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kumimoji="1" sz="4400" kern="1200">
                <a:solidFill>
                  <a:schemeClr val="tx1"/>
                </a:solidFill>
                <a:latin typeface="+mj-lt"/>
                <a:ea typeface="Arial" charset="0"/>
                <a:cs typeface="Arial" charset="0"/>
              </a:defRPr>
            </a:lvl1pPr>
            <a:lvl2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2pPr>
            <a:lvl3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3pPr>
            <a:lvl4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4pPr>
            <a:lvl5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5pPr>
            <a:lvl6pPr marL="457200"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6pPr>
            <a:lvl7pPr marL="914400"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7pPr>
            <a:lvl8pPr marL="1371600"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8pPr>
            <a:lvl9pPr marL="1828800" algn="ctr" defTabSz="457200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9pPr>
          </a:lstStyle>
          <a:p>
            <a:pPr eaLnBrk="1" hangingPunct="1"/>
            <a:r>
              <a:rPr kumimoji="0" lang="ru-RU" sz="3600" b="1" noProof="1">
                <a:solidFill>
                  <a:srgbClr val="003794"/>
                </a:solidFill>
                <a:latin typeface="Arial" pitchFamily="34" charset="0"/>
                <a:cs typeface="Arial" pitchFamily="34" charset="0"/>
              </a:rPr>
              <a:t>Сети и сетевые ОС </a:t>
            </a:r>
          </a:p>
        </p:txBody>
      </p:sp>
    </p:spTree>
    <p:extLst>
      <p:ext uri="{BB962C8B-B14F-4D97-AF65-F5344CB8AC3E}">
        <p14:creationId xmlns:p14="http://schemas.microsoft.com/office/powerpoint/2010/main" val="2845287786"/>
      </p:ext>
    </p:extLst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_h1"/>
          <p:cNvSpPr>
            <a:spLocks noGrp="1" noChangeArrowheads="1"/>
          </p:cNvSpPr>
          <p:nvPr>
            <p:ph type="title" idx="4294967295"/>
          </p:nvPr>
        </p:nvSpPr>
        <p:spPr bwMode="gray">
          <a:xfrm>
            <a:off x="3216002" y="238125"/>
            <a:ext cx="8496300" cy="617538"/>
          </a:xfrm>
        </p:spPr>
        <p:txBody>
          <a:bodyPr/>
          <a:lstStyle/>
          <a:p>
            <a:pPr eaLnBrk="1" hangingPunct="1"/>
            <a:r>
              <a:rPr kumimoji="0" lang="ru-RU" sz="3600" b="1" noProof="1">
                <a:solidFill>
                  <a:srgbClr val="003794"/>
                </a:solidFill>
                <a:latin typeface="Arial" pitchFamily="34" charset="0"/>
                <a:cs typeface="Arial" pitchFamily="34" charset="0"/>
              </a:rPr>
              <a:t>Сети и сетевые ОС </a:t>
            </a:r>
          </a:p>
        </p:txBody>
      </p:sp>
      <p:sp>
        <p:nvSpPr>
          <p:cNvPr id="12" name="Rechteck 39"/>
          <p:cNvSpPr>
            <a:spLocks noChangeArrowheads="1"/>
          </p:cNvSpPr>
          <p:nvPr/>
        </p:nvSpPr>
        <p:spPr bwMode="gray">
          <a:xfrm>
            <a:off x="3216324" y="2492896"/>
            <a:ext cx="8496300" cy="3096344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prstClr val="black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Совместное использование ресурсов (как физических, так и информационных)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prstClr val="black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Ускорение вычислений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prstClr val="black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Повышение надежности работы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Общение пользователей</a:t>
            </a:r>
          </a:p>
        </p:txBody>
      </p:sp>
      <p:sp>
        <p:nvSpPr>
          <p:cNvPr id="14" name="Rechteck 36"/>
          <p:cNvSpPr>
            <a:spLocks noChangeArrowheads="1"/>
          </p:cNvSpPr>
          <p:nvPr/>
        </p:nvSpPr>
        <p:spPr bwMode="gray">
          <a:xfrm>
            <a:off x="3071664" y="908720"/>
            <a:ext cx="8784976" cy="546100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ct val="200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000" b="1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itchFamily="34" charset="0"/>
                <a:ea typeface="+mn-ea"/>
                <a:cs typeface="+mn-cs"/>
              </a:rPr>
              <a:t>Для чего компьютеры объединяют в сети?</a:t>
            </a:r>
          </a:p>
        </p:txBody>
      </p:sp>
    </p:spTree>
    <p:extLst>
      <p:ext uri="{BB962C8B-B14F-4D97-AF65-F5344CB8AC3E}">
        <p14:creationId xmlns:p14="http://schemas.microsoft.com/office/powerpoint/2010/main" val="1363922255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_h1"/>
          <p:cNvSpPr>
            <a:spLocks noGrp="1" noChangeArrowheads="1"/>
          </p:cNvSpPr>
          <p:nvPr>
            <p:ph type="title" idx="4294967295"/>
          </p:nvPr>
        </p:nvSpPr>
        <p:spPr bwMode="gray">
          <a:xfrm>
            <a:off x="3216002" y="238125"/>
            <a:ext cx="8496300" cy="617538"/>
          </a:xfrm>
        </p:spPr>
        <p:txBody>
          <a:bodyPr/>
          <a:lstStyle/>
          <a:p>
            <a:pPr eaLnBrk="1" hangingPunct="1"/>
            <a:r>
              <a:rPr kumimoji="0" lang="ru-RU" sz="3600" b="1" noProof="1">
                <a:solidFill>
                  <a:srgbClr val="003794"/>
                </a:solidFill>
                <a:latin typeface="Arial" pitchFamily="34" charset="0"/>
                <a:cs typeface="Arial" pitchFamily="34" charset="0"/>
              </a:rPr>
              <a:t>Сети и сетевые ОС </a:t>
            </a:r>
          </a:p>
        </p:txBody>
      </p:sp>
      <p:sp>
        <p:nvSpPr>
          <p:cNvPr id="12" name="Rechteck 39"/>
          <p:cNvSpPr>
            <a:spLocks noChangeArrowheads="1"/>
          </p:cNvSpPr>
          <p:nvPr/>
        </p:nvSpPr>
        <p:spPr bwMode="gray">
          <a:xfrm>
            <a:off x="3216324" y="1628800"/>
            <a:ext cx="8496300" cy="4896544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Tx/>
              <a:buFont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Сетевые ОС</a:t>
            </a:r>
          </a:p>
          <a:p>
            <a:pPr marL="800100" marR="0" lvl="1" indent="-34290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prstClr val="black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Пользователь должен знать, что компьютер находится в сети, где находятся удаленные ресурсы и как до них добраться</a:t>
            </a:r>
          </a:p>
          <a:p>
            <a:pPr marL="800100" marR="0" lvl="1" indent="-34290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prstClr val="black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От автономной операционной системы отличается наличием дополнительной сетевой части </a:t>
            </a:r>
          </a:p>
          <a:p>
            <a:pPr marL="457200" marR="0" lvl="1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Tx/>
              <a:buFontTx/>
              <a:buNone/>
              <a:tabLst/>
              <a:defRPr/>
            </a:pP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Tx/>
              <a:buFont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Распределенные ОС</a:t>
            </a:r>
          </a:p>
          <a:p>
            <a:pPr marL="800100" marR="0" lvl="1" indent="-34290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prstClr val="black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itchFamily="34" charset="0"/>
              </a:rPr>
              <a:t>Пользователь работает как в автономной операционной системе</a:t>
            </a:r>
          </a:p>
          <a:p>
            <a:pPr marL="800100" marR="0" lvl="1" indent="-342900" algn="l" defTabSz="91440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prstClr val="black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itchFamily="34" charset="0"/>
              </a:rPr>
              <a:t>Операционная система сильно отличается от автономных ОС и функционирует (условно) на всех компьютерах сети</a:t>
            </a:r>
          </a:p>
        </p:txBody>
      </p:sp>
      <p:sp>
        <p:nvSpPr>
          <p:cNvPr id="14" name="Rechteck 36"/>
          <p:cNvSpPr>
            <a:spLocks noChangeArrowheads="1"/>
          </p:cNvSpPr>
          <p:nvPr/>
        </p:nvSpPr>
        <p:spPr bwMode="gray">
          <a:xfrm>
            <a:off x="3071664" y="908720"/>
            <a:ext cx="8784976" cy="546100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ct val="200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000" b="1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itchFamily="34" charset="0"/>
                <a:ea typeface="+mn-ea"/>
                <a:cs typeface="+mn-cs"/>
              </a:rPr>
              <a:t>Сетевые и распределенные </a:t>
            </a:r>
            <a:r>
              <a:rPr lang="ru-RU" sz="3000" b="1" noProof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pitchFamily="34" charset="0"/>
              </a:rPr>
              <a:t>ОС</a:t>
            </a:r>
            <a:endParaRPr kumimoji="0" lang="ru-RU" sz="3000" b="1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1059283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_h1"/>
          <p:cNvSpPr>
            <a:spLocks noGrp="1" noChangeArrowheads="1"/>
          </p:cNvSpPr>
          <p:nvPr>
            <p:ph type="title" idx="4294967295"/>
          </p:nvPr>
        </p:nvSpPr>
        <p:spPr bwMode="gray">
          <a:xfrm>
            <a:off x="3216002" y="238125"/>
            <a:ext cx="8496300" cy="617538"/>
          </a:xfrm>
        </p:spPr>
        <p:txBody>
          <a:bodyPr/>
          <a:lstStyle/>
          <a:p>
            <a:pPr eaLnBrk="1" hangingPunct="1"/>
            <a:r>
              <a:rPr kumimoji="0" lang="ru-RU" sz="3600" b="1" noProof="1">
                <a:solidFill>
                  <a:srgbClr val="003794"/>
                </a:solidFill>
                <a:latin typeface="Arial" pitchFamily="34" charset="0"/>
                <a:cs typeface="Arial" pitchFamily="34" charset="0"/>
              </a:rPr>
              <a:t>Сети и сетевые ОС </a:t>
            </a:r>
          </a:p>
        </p:txBody>
      </p:sp>
      <p:sp>
        <p:nvSpPr>
          <p:cNvPr id="12" name="Rechteck 39"/>
          <p:cNvSpPr>
            <a:spLocks noChangeArrowheads="1"/>
          </p:cNvSpPr>
          <p:nvPr/>
        </p:nvSpPr>
        <p:spPr bwMode="gray">
          <a:xfrm>
            <a:off x="3216324" y="2060848"/>
            <a:ext cx="8496300" cy="4248472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prstClr val="black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В основе взаимодействия локальных процессов лежит использование разделяемой памяти, а в основе взаимодействия удаленных процессов – передача сообщений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prstClr val="black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Информация между удаленными процессами зачастую передается через процессы-посредники, обитающие на компьютерах, отличных от компьютеров получателя и отправителя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4" name="Rechteck 36"/>
          <p:cNvSpPr>
            <a:spLocks noChangeArrowheads="1"/>
          </p:cNvSpPr>
          <p:nvPr/>
        </p:nvSpPr>
        <p:spPr bwMode="gray">
          <a:xfrm>
            <a:off x="3071664" y="908720"/>
            <a:ext cx="8784976" cy="936104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ct val="200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000" b="1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itchFamily="34" charset="0"/>
                <a:ea typeface="+mn-ea"/>
                <a:cs typeface="+mn-cs"/>
              </a:rPr>
              <a:t>Особенности взаимодействия удаленных процессов</a:t>
            </a:r>
          </a:p>
        </p:txBody>
      </p:sp>
    </p:spTree>
    <p:extLst>
      <p:ext uri="{BB962C8B-B14F-4D97-AF65-F5344CB8AC3E}">
        <p14:creationId xmlns:p14="http://schemas.microsoft.com/office/powerpoint/2010/main" val="575588805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_h1"/>
          <p:cNvSpPr>
            <a:spLocks noGrp="1" noChangeArrowheads="1"/>
          </p:cNvSpPr>
          <p:nvPr>
            <p:ph type="title" idx="4294967295"/>
          </p:nvPr>
        </p:nvSpPr>
        <p:spPr bwMode="gray">
          <a:xfrm>
            <a:off x="3216002" y="238125"/>
            <a:ext cx="8496300" cy="617538"/>
          </a:xfrm>
        </p:spPr>
        <p:txBody>
          <a:bodyPr/>
          <a:lstStyle/>
          <a:p>
            <a:pPr eaLnBrk="1" hangingPunct="1"/>
            <a:r>
              <a:rPr kumimoji="0" lang="ru-RU" sz="3600" b="1" noProof="1">
                <a:solidFill>
                  <a:srgbClr val="003794"/>
                </a:solidFill>
                <a:latin typeface="Arial" pitchFamily="34" charset="0"/>
                <a:cs typeface="Arial" pitchFamily="34" charset="0"/>
              </a:rPr>
              <a:t>Сети и сетевые ОС </a:t>
            </a:r>
          </a:p>
        </p:txBody>
      </p:sp>
      <p:sp>
        <p:nvSpPr>
          <p:cNvPr id="12" name="Rechteck 39"/>
          <p:cNvSpPr>
            <a:spLocks noChangeArrowheads="1"/>
          </p:cNvSpPr>
          <p:nvPr/>
        </p:nvSpPr>
        <p:spPr bwMode="gray">
          <a:xfrm>
            <a:off x="3216324" y="2060848"/>
            <a:ext cx="8496300" cy="4248472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prstClr val="black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Удаленное взаимодействие должно строиться исходя из первоначального предположения о ненадежности связи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prstClr val="black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Адреса взаимодействующих процессов должны быть уникальны в рамках всей сети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prstClr val="black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Необходимо обеспечить взаимоисключения процессов при обращении к линии связи между компьютерами</a:t>
            </a:r>
          </a:p>
        </p:txBody>
      </p:sp>
      <p:sp>
        <p:nvSpPr>
          <p:cNvPr id="14" name="Rechteck 36"/>
          <p:cNvSpPr>
            <a:spLocks noChangeArrowheads="1"/>
          </p:cNvSpPr>
          <p:nvPr/>
        </p:nvSpPr>
        <p:spPr bwMode="gray">
          <a:xfrm>
            <a:off x="3071664" y="908720"/>
            <a:ext cx="8784976" cy="936104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ct val="200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000" b="1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itchFamily="34" charset="0"/>
                <a:ea typeface="+mn-ea"/>
                <a:cs typeface="+mn-cs"/>
              </a:rPr>
              <a:t>Особенности взаимодействия удаленных процессов</a:t>
            </a:r>
          </a:p>
        </p:txBody>
      </p:sp>
    </p:spTree>
    <p:extLst>
      <p:ext uri="{BB962C8B-B14F-4D97-AF65-F5344CB8AC3E}">
        <p14:creationId xmlns:p14="http://schemas.microsoft.com/office/powerpoint/2010/main" val="1800359628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_h1"/>
          <p:cNvSpPr>
            <a:spLocks noGrp="1" noChangeArrowheads="1"/>
          </p:cNvSpPr>
          <p:nvPr>
            <p:ph type="title" idx="4294967295"/>
          </p:nvPr>
        </p:nvSpPr>
        <p:spPr bwMode="gray">
          <a:xfrm>
            <a:off x="3216002" y="238125"/>
            <a:ext cx="8496300" cy="617538"/>
          </a:xfrm>
        </p:spPr>
        <p:txBody>
          <a:bodyPr/>
          <a:lstStyle/>
          <a:p>
            <a:pPr eaLnBrk="1" hangingPunct="1"/>
            <a:r>
              <a:rPr kumimoji="0" lang="ru-RU" sz="3600" b="1" noProof="1">
                <a:solidFill>
                  <a:srgbClr val="003794"/>
                </a:solidFill>
                <a:latin typeface="Arial" pitchFamily="34" charset="0"/>
                <a:cs typeface="Arial" pitchFamily="34" charset="0"/>
              </a:rPr>
              <a:t>Сети и сетевые ОС </a:t>
            </a:r>
          </a:p>
        </p:txBody>
      </p:sp>
      <p:sp>
        <p:nvSpPr>
          <p:cNvPr id="12" name="Rechteck 39"/>
          <p:cNvSpPr>
            <a:spLocks noChangeArrowheads="1"/>
          </p:cNvSpPr>
          <p:nvPr/>
        </p:nvSpPr>
        <p:spPr bwMode="gray">
          <a:xfrm>
            <a:off x="3186409" y="1700808"/>
            <a:ext cx="8496300" cy="4248472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marL="342900" marR="0" lvl="0" indent="-342900" algn="l" defTabSz="914400" rtl="0" eaLnBrk="1" fontAlgn="auto" latinLnBrk="0" hangingPunct="1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prstClr val="black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Как прокладывать физические линии связи?</a:t>
            </a:r>
          </a:p>
          <a:p>
            <a:pPr marL="342900" marR="0" lvl="0" indent="-342900" algn="l" defTabSz="914400" rtl="0" eaLnBrk="1" fontAlgn="auto" latinLnBrk="0" hangingPunct="1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prstClr val="black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Как исключить возникновение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race condition 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при их использовании?</a:t>
            </a:r>
          </a:p>
          <a:p>
            <a:pPr marL="342900" marR="0" lvl="0" indent="-342900" algn="l" defTabSz="914400" rtl="0" eaLnBrk="1" fontAlgn="auto" latinLnBrk="0" hangingPunct="1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prstClr val="black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Какие виды интерфейсов могут быть предоставлены пользователю?</a:t>
            </a:r>
          </a:p>
          <a:p>
            <a:pPr marL="342900" marR="0" lvl="0" indent="-342900" algn="l" defTabSz="914400" rtl="0" eaLnBrk="1" fontAlgn="auto" latinLnBrk="0" hangingPunct="1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prstClr val="black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Как организована адресация удаленных процессов?</a:t>
            </a:r>
          </a:p>
          <a:p>
            <a:pPr marL="342900" marR="0" lvl="0" indent="-342900" algn="l" defTabSz="914400" rtl="0" eaLnBrk="1" fontAlgn="auto" latinLnBrk="0" hangingPunct="1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Clr>
                <a:prstClr val="black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Как информация передается от отправителя к получателю через узлы посредники?</a:t>
            </a:r>
          </a:p>
        </p:txBody>
      </p:sp>
      <p:sp>
        <p:nvSpPr>
          <p:cNvPr id="14" name="Rechteck 36"/>
          <p:cNvSpPr>
            <a:spLocks noChangeArrowheads="1"/>
          </p:cNvSpPr>
          <p:nvPr/>
        </p:nvSpPr>
        <p:spPr bwMode="gray">
          <a:xfrm>
            <a:off x="3071664" y="908720"/>
            <a:ext cx="8784976" cy="504056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ct val="200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000" b="1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itchFamily="34" charset="0"/>
                <a:ea typeface="+mn-ea"/>
                <a:cs typeface="+mn-cs"/>
              </a:rPr>
              <a:t>Логическая организация связи</a:t>
            </a:r>
          </a:p>
        </p:txBody>
      </p:sp>
    </p:spTree>
    <p:extLst>
      <p:ext uri="{BB962C8B-B14F-4D97-AF65-F5344CB8AC3E}">
        <p14:creationId xmlns:p14="http://schemas.microsoft.com/office/powerpoint/2010/main" val="2760463210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_h1"/>
          <p:cNvSpPr>
            <a:spLocks noGrp="1" noChangeArrowheads="1"/>
          </p:cNvSpPr>
          <p:nvPr>
            <p:ph type="title" idx="4294967295"/>
          </p:nvPr>
        </p:nvSpPr>
        <p:spPr bwMode="gray">
          <a:xfrm>
            <a:off x="3216002" y="238125"/>
            <a:ext cx="8496300" cy="617538"/>
          </a:xfrm>
        </p:spPr>
        <p:txBody>
          <a:bodyPr/>
          <a:lstStyle/>
          <a:p>
            <a:pPr eaLnBrk="1" hangingPunct="1"/>
            <a:r>
              <a:rPr kumimoji="0" lang="ru-RU" sz="3600" b="1" noProof="1">
                <a:solidFill>
                  <a:srgbClr val="003794"/>
                </a:solidFill>
                <a:latin typeface="Arial" pitchFamily="34" charset="0"/>
                <a:cs typeface="Arial" pitchFamily="34" charset="0"/>
              </a:rPr>
              <a:t>Сети и сетевые ОС </a:t>
            </a:r>
          </a:p>
        </p:txBody>
      </p:sp>
      <p:sp>
        <p:nvSpPr>
          <p:cNvPr id="12" name="Rechteck 39"/>
          <p:cNvSpPr>
            <a:spLocks noChangeArrowheads="1"/>
          </p:cNvSpPr>
          <p:nvPr/>
        </p:nvSpPr>
        <p:spPr bwMode="gray">
          <a:xfrm>
            <a:off x="3186409" y="1628800"/>
            <a:ext cx="8496300" cy="2664296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Tx/>
              <a:buFontTx/>
              <a:buNone/>
              <a:tabLst/>
              <a:defRPr/>
            </a:pPr>
            <a:r>
              <a:rPr kumimoji="0" lang="ru-RU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Для обмена почтовыми сообщениями между людьми соответствующие службы связи должны договориться о: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prstClr val="black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Виде почтовых сообщений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Содержании служебной информации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Формате представления служебной информации</a:t>
            </a:r>
          </a:p>
        </p:txBody>
      </p:sp>
      <p:sp>
        <p:nvSpPr>
          <p:cNvPr id="14" name="Rechteck 36"/>
          <p:cNvSpPr>
            <a:spLocks noChangeArrowheads="1"/>
          </p:cNvSpPr>
          <p:nvPr/>
        </p:nvSpPr>
        <p:spPr bwMode="gray">
          <a:xfrm>
            <a:off x="3071664" y="908720"/>
            <a:ext cx="8784976" cy="504056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ct val="200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000" b="1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itchFamily="34" charset="0"/>
                <a:ea typeface="+mn-ea"/>
                <a:cs typeface="+mn-cs"/>
              </a:rPr>
              <a:t>Понятие протокола</a:t>
            </a:r>
          </a:p>
        </p:txBody>
      </p:sp>
      <p:sp>
        <p:nvSpPr>
          <p:cNvPr id="5" name="Rechteck 39"/>
          <p:cNvSpPr>
            <a:spLocks noChangeArrowheads="1"/>
          </p:cNvSpPr>
          <p:nvPr/>
        </p:nvSpPr>
        <p:spPr bwMode="gray">
          <a:xfrm>
            <a:off x="3216002" y="4509120"/>
            <a:ext cx="8496300" cy="2232248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prstClr val="black"/>
              </a:buClr>
              <a:buSzTx/>
              <a:buFontTx/>
              <a:buNone/>
              <a:tabLst/>
              <a:defRPr/>
            </a:pPr>
            <a:r>
              <a:rPr kumimoji="0" lang="ru-RU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Для взаимодействия удаленных процессов сетевые части операционных систем также должны руководствоваться определенными соглашениями (поддерживать определенные протоколы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)</a:t>
            </a:r>
            <a:endParaRPr kumimoji="0" lang="ru-RU" sz="2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93234307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_h1"/>
          <p:cNvSpPr>
            <a:spLocks noGrp="1" noChangeArrowheads="1"/>
          </p:cNvSpPr>
          <p:nvPr>
            <p:ph type="title" idx="4294967295"/>
          </p:nvPr>
        </p:nvSpPr>
        <p:spPr bwMode="gray">
          <a:xfrm>
            <a:off x="3216002" y="238125"/>
            <a:ext cx="8496300" cy="617538"/>
          </a:xfrm>
        </p:spPr>
        <p:txBody>
          <a:bodyPr/>
          <a:lstStyle/>
          <a:p>
            <a:pPr eaLnBrk="1" hangingPunct="1"/>
            <a:r>
              <a:rPr kumimoji="0" lang="ru-RU" sz="3600" b="1" noProof="1">
                <a:solidFill>
                  <a:srgbClr val="003794"/>
                </a:solidFill>
                <a:latin typeface="Arial" pitchFamily="34" charset="0"/>
                <a:cs typeface="Arial" pitchFamily="34" charset="0"/>
              </a:rPr>
              <a:t>Сети и сетевые ОС </a:t>
            </a:r>
          </a:p>
        </p:txBody>
      </p:sp>
      <p:sp>
        <p:nvSpPr>
          <p:cNvPr id="12" name="Rechteck 39"/>
          <p:cNvSpPr>
            <a:spLocks noChangeArrowheads="1"/>
          </p:cNvSpPr>
          <p:nvPr/>
        </p:nvSpPr>
        <p:spPr bwMode="gray">
          <a:xfrm>
            <a:off x="3216002" y="1844824"/>
            <a:ext cx="8496300" cy="4680520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Tx/>
              <a:buFontTx/>
              <a:buNone/>
              <a:tabLst/>
              <a:defRPr/>
            </a:pP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4" name="Rechteck 36"/>
          <p:cNvSpPr>
            <a:spLocks noChangeArrowheads="1"/>
          </p:cNvSpPr>
          <p:nvPr/>
        </p:nvSpPr>
        <p:spPr bwMode="gray">
          <a:xfrm>
            <a:off x="3071664" y="908720"/>
            <a:ext cx="8784976" cy="504056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ct val="200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000" b="1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itchFamily="34" charset="0"/>
                <a:ea typeface="+mn-ea"/>
                <a:cs typeface="+mn-cs"/>
              </a:rPr>
              <a:t>Многоуровневая модель</a:t>
            </a:r>
          </a:p>
        </p:txBody>
      </p:sp>
      <p:sp>
        <p:nvSpPr>
          <p:cNvPr id="6" name="AutoShape 7"/>
          <p:cNvSpPr>
            <a:spLocks noChangeArrowheads="1"/>
          </p:cNvSpPr>
          <p:nvPr/>
        </p:nvSpPr>
        <p:spPr bwMode="auto">
          <a:xfrm>
            <a:off x="5663928" y="2564905"/>
            <a:ext cx="4284663" cy="576651"/>
          </a:xfrm>
          <a:prstGeom prst="roundRect">
            <a:avLst>
              <a:gd name="adj" fmla="val 16667"/>
            </a:avLst>
          </a:prstGeom>
          <a:solidFill>
            <a:schemeClr val="tx2"/>
          </a:solidFill>
          <a:ln w="9525">
            <a:solidFill>
              <a:schemeClr val="folHlink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Интерфейс пользователя</a:t>
            </a:r>
          </a:p>
        </p:txBody>
      </p:sp>
      <p:sp>
        <p:nvSpPr>
          <p:cNvPr id="7" name="AutoShape 11"/>
          <p:cNvSpPr>
            <a:spLocks noChangeArrowheads="1"/>
          </p:cNvSpPr>
          <p:nvPr/>
        </p:nvSpPr>
        <p:spPr bwMode="auto">
          <a:xfrm>
            <a:off x="5663928" y="4688705"/>
            <a:ext cx="4284663" cy="576000"/>
          </a:xfrm>
          <a:prstGeom prst="roundRect">
            <a:avLst>
              <a:gd name="adj" fmla="val 16667"/>
            </a:avLst>
          </a:prstGeom>
          <a:solidFill>
            <a:schemeClr val="tx2"/>
          </a:solidFill>
          <a:ln w="9525">
            <a:solidFill>
              <a:schemeClr val="folHlink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Hardware</a:t>
            </a: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8" name="Text Box 19"/>
          <p:cNvSpPr txBox="1">
            <a:spLocks noChangeArrowheads="1"/>
          </p:cNvSpPr>
          <p:nvPr/>
        </p:nvSpPr>
        <p:spPr bwMode="auto">
          <a:xfrm flipV="1">
            <a:off x="4763815" y="2661064"/>
            <a:ext cx="3238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N</a:t>
            </a: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9" name="Line 25"/>
          <p:cNvSpPr>
            <a:spLocks noChangeShapeType="1"/>
          </p:cNvSpPr>
          <p:nvPr/>
        </p:nvSpPr>
        <p:spPr bwMode="auto">
          <a:xfrm>
            <a:off x="7788002" y="3248844"/>
            <a:ext cx="0" cy="431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10" name="Line 26"/>
          <p:cNvSpPr>
            <a:spLocks noChangeShapeType="1"/>
          </p:cNvSpPr>
          <p:nvPr/>
        </p:nvSpPr>
        <p:spPr bwMode="auto">
          <a:xfrm>
            <a:off x="7788002" y="4112444"/>
            <a:ext cx="0" cy="431800"/>
          </a:xfrm>
          <a:prstGeom prst="line">
            <a:avLst/>
          </a:prstGeom>
          <a:noFill/>
          <a:ln w="222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11" name="Rectangle 27"/>
          <p:cNvSpPr>
            <a:spLocks noChangeArrowheads="1"/>
          </p:cNvSpPr>
          <p:nvPr/>
        </p:nvSpPr>
        <p:spPr bwMode="auto">
          <a:xfrm>
            <a:off x="7684986" y="3800167"/>
            <a:ext cx="216000" cy="216000"/>
          </a:xfrm>
          <a:prstGeom prst="rect">
            <a:avLst/>
          </a:prstGeom>
          <a:solidFill>
            <a:schemeClr val="tx2"/>
          </a:solidFill>
          <a:ln w="9525">
            <a:solidFill>
              <a:schemeClr val="folHlink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13" name="Rectangle 28"/>
          <p:cNvSpPr>
            <a:spLocks noChangeArrowheads="1"/>
          </p:cNvSpPr>
          <p:nvPr/>
        </p:nvSpPr>
        <p:spPr bwMode="auto">
          <a:xfrm>
            <a:off x="8189811" y="3800167"/>
            <a:ext cx="216000" cy="216000"/>
          </a:xfrm>
          <a:prstGeom prst="rect">
            <a:avLst/>
          </a:prstGeom>
          <a:solidFill>
            <a:schemeClr val="tx2"/>
          </a:solidFill>
          <a:ln w="9525">
            <a:solidFill>
              <a:schemeClr val="folHlink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15" name="Rectangle 29"/>
          <p:cNvSpPr>
            <a:spLocks noChangeArrowheads="1"/>
          </p:cNvSpPr>
          <p:nvPr/>
        </p:nvSpPr>
        <p:spPr bwMode="auto">
          <a:xfrm>
            <a:off x="7145236" y="3800167"/>
            <a:ext cx="216000" cy="216000"/>
          </a:xfrm>
          <a:prstGeom prst="rect">
            <a:avLst/>
          </a:prstGeom>
          <a:solidFill>
            <a:schemeClr val="tx2"/>
          </a:solidFill>
          <a:ln w="9525">
            <a:solidFill>
              <a:schemeClr val="folHlink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16" name="Text Box 30"/>
          <p:cNvSpPr txBox="1">
            <a:spLocks noChangeArrowheads="1"/>
          </p:cNvSpPr>
          <p:nvPr/>
        </p:nvSpPr>
        <p:spPr bwMode="auto">
          <a:xfrm flipV="1">
            <a:off x="4727302" y="4815419"/>
            <a:ext cx="3238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1821138396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6" grpId="0" animBg="1"/>
      <p:bldP spid="7" grpId="0" animBg="1"/>
      <p:bldP spid="8" grpId="0"/>
      <p:bldP spid="11" grpId="0" animBg="1"/>
      <p:bldP spid="13" grpId="0" animBg="1"/>
      <p:bldP spid="15" grpId="0" animBg="1"/>
      <p:bldP spid="16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_h1"/>
          <p:cNvSpPr>
            <a:spLocks noGrp="1" noChangeArrowheads="1"/>
          </p:cNvSpPr>
          <p:nvPr>
            <p:ph type="title" idx="4294967295"/>
          </p:nvPr>
        </p:nvSpPr>
        <p:spPr bwMode="gray">
          <a:xfrm>
            <a:off x="3216002" y="238125"/>
            <a:ext cx="8496300" cy="617538"/>
          </a:xfrm>
        </p:spPr>
        <p:txBody>
          <a:bodyPr/>
          <a:lstStyle/>
          <a:p>
            <a:pPr eaLnBrk="1" hangingPunct="1"/>
            <a:r>
              <a:rPr kumimoji="0" lang="ru-RU" sz="3600" b="1" noProof="1">
                <a:solidFill>
                  <a:srgbClr val="003794"/>
                </a:solidFill>
                <a:latin typeface="Arial" pitchFamily="34" charset="0"/>
                <a:cs typeface="Arial" pitchFamily="34" charset="0"/>
              </a:rPr>
              <a:t>Сети и сетевые ОС </a:t>
            </a:r>
          </a:p>
        </p:txBody>
      </p:sp>
      <p:sp>
        <p:nvSpPr>
          <p:cNvPr id="12" name="Rechteck 39"/>
          <p:cNvSpPr>
            <a:spLocks noChangeArrowheads="1"/>
          </p:cNvSpPr>
          <p:nvPr/>
        </p:nvSpPr>
        <p:spPr bwMode="gray">
          <a:xfrm>
            <a:off x="3216002" y="1844824"/>
            <a:ext cx="8496300" cy="4536504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Tx/>
              <a:buFontTx/>
              <a:buNone/>
              <a:tabLst/>
              <a:defRPr/>
            </a:pP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4" name="Rechteck 36"/>
          <p:cNvSpPr>
            <a:spLocks noChangeArrowheads="1"/>
          </p:cNvSpPr>
          <p:nvPr/>
        </p:nvSpPr>
        <p:spPr bwMode="gray">
          <a:xfrm>
            <a:off x="3071664" y="908720"/>
            <a:ext cx="8784976" cy="504056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ct val="200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000" b="1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itchFamily="34" charset="0"/>
                <a:ea typeface="+mn-ea"/>
                <a:cs typeface="+mn-cs"/>
              </a:rPr>
              <a:t>Многоуровневая модель</a:t>
            </a:r>
          </a:p>
        </p:txBody>
      </p:sp>
      <p:sp>
        <p:nvSpPr>
          <p:cNvPr id="17" name="Rectangle 12"/>
          <p:cNvSpPr>
            <a:spLocks noChangeArrowheads="1"/>
          </p:cNvSpPr>
          <p:nvPr/>
        </p:nvSpPr>
        <p:spPr bwMode="auto">
          <a:xfrm>
            <a:off x="3792265" y="2091556"/>
            <a:ext cx="1871662" cy="4318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руководитель</a:t>
            </a:r>
          </a:p>
        </p:txBody>
      </p:sp>
      <p:sp>
        <p:nvSpPr>
          <p:cNvPr id="18" name="Rectangle 13"/>
          <p:cNvSpPr>
            <a:spLocks noChangeArrowheads="1"/>
          </p:cNvSpPr>
          <p:nvPr/>
        </p:nvSpPr>
        <p:spPr bwMode="auto">
          <a:xfrm>
            <a:off x="3792265" y="2883719"/>
            <a:ext cx="1871662" cy="4318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секретарь</a:t>
            </a:r>
          </a:p>
        </p:txBody>
      </p:sp>
      <p:sp>
        <p:nvSpPr>
          <p:cNvPr id="19" name="Rectangle 14"/>
          <p:cNvSpPr>
            <a:spLocks noChangeArrowheads="1"/>
          </p:cNvSpPr>
          <p:nvPr/>
        </p:nvSpPr>
        <p:spPr bwMode="auto">
          <a:xfrm>
            <a:off x="3792265" y="3675881"/>
            <a:ext cx="1871662" cy="4318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канцелярия</a:t>
            </a:r>
          </a:p>
        </p:txBody>
      </p:sp>
      <p:sp>
        <p:nvSpPr>
          <p:cNvPr id="20" name="Rectangle 15"/>
          <p:cNvSpPr>
            <a:spLocks noChangeArrowheads="1"/>
          </p:cNvSpPr>
          <p:nvPr/>
        </p:nvSpPr>
        <p:spPr bwMode="auto">
          <a:xfrm>
            <a:off x="3792265" y="4466456"/>
            <a:ext cx="1871662" cy="4318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почта</a:t>
            </a:r>
          </a:p>
        </p:txBody>
      </p:sp>
      <p:sp>
        <p:nvSpPr>
          <p:cNvPr id="21" name="Rectangle 16"/>
          <p:cNvSpPr>
            <a:spLocks noChangeArrowheads="1"/>
          </p:cNvSpPr>
          <p:nvPr/>
        </p:nvSpPr>
        <p:spPr bwMode="auto">
          <a:xfrm>
            <a:off x="3792265" y="5258619"/>
            <a:ext cx="1871662" cy="4318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доставка</a:t>
            </a:r>
          </a:p>
        </p:txBody>
      </p:sp>
      <p:sp>
        <p:nvSpPr>
          <p:cNvPr id="22" name="Line 17"/>
          <p:cNvSpPr>
            <a:spLocks noChangeShapeType="1"/>
          </p:cNvSpPr>
          <p:nvPr/>
        </p:nvSpPr>
        <p:spPr bwMode="auto">
          <a:xfrm>
            <a:off x="4727302" y="2523357"/>
            <a:ext cx="0" cy="36036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stealth" w="med" len="med"/>
          </a:ln>
          <a:effectLst/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23" name="Line 18"/>
          <p:cNvSpPr>
            <a:spLocks noChangeShapeType="1"/>
          </p:cNvSpPr>
          <p:nvPr/>
        </p:nvSpPr>
        <p:spPr bwMode="auto">
          <a:xfrm>
            <a:off x="4727302" y="3315519"/>
            <a:ext cx="0" cy="36036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stealth" w="med" len="med"/>
          </a:ln>
          <a:effectLst/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24" name="Line 19"/>
          <p:cNvSpPr>
            <a:spLocks noChangeShapeType="1"/>
          </p:cNvSpPr>
          <p:nvPr/>
        </p:nvSpPr>
        <p:spPr bwMode="auto">
          <a:xfrm>
            <a:off x="4727302" y="4106094"/>
            <a:ext cx="0" cy="36036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stealth" w="med" len="med"/>
          </a:ln>
          <a:effectLst/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25" name="Line 20"/>
          <p:cNvSpPr>
            <a:spLocks noChangeShapeType="1"/>
          </p:cNvSpPr>
          <p:nvPr/>
        </p:nvSpPr>
        <p:spPr bwMode="auto">
          <a:xfrm>
            <a:off x="4727302" y="4898257"/>
            <a:ext cx="0" cy="36036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stealth" w="med" len="med"/>
          </a:ln>
          <a:effectLst/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26" name="Rectangle 21"/>
          <p:cNvSpPr>
            <a:spLocks noChangeArrowheads="1"/>
          </p:cNvSpPr>
          <p:nvPr/>
        </p:nvSpPr>
        <p:spPr bwMode="auto">
          <a:xfrm>
            <a:off x="9192940" y="2091556"/>
            <a:ext cx="1871662" cy="4318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руководитель</a:t>
            </a:r>
          </a:p>
        </p:txBody>
      </p:sp>
      <p:sp>
        <p:nvSpPr>
          <p:cNvPr id="27" name="Rectangle 22"/>
          <p:cNvSpPr>
            <a:spLocks noChangeArrowheads="1"/>
          </p:cNvSpPr>
          <p:nvPr/>
        </p:nvSpPr>
        <p:spPr bwMode="auto">
          <a:xfrm>
            <a:off x="9192940" y="2883719"/>
            <a:ext cx="1871662" cy="4318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секретарь</a:t>
            </a:r>
          </a:p>
        </p:txBody>
      </p:sp>
      <p:sp>
        <p:nvSpPr>
          <p:cNvPr id="28" name="Rectangle 23"/>
          <p:cNvSpPr>
            <a:spLocks noChangeArrowheads="1"/>
          </p:cNvSpPr>
          <p:nvPr/>
        </p:nvSpPr>
        <p:spPr bwMode="auto">
          <a:xfrm>
            <a:off x="9192940" y="3675881"/>
            <a:ext cx="1871662" cy="4318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канцелярия</a:t>
            </a:r>
          </a:p>
        </p:txBody>
      </p:sp>
      <p:sp>
        <p:nvSpPr>
          <p:cNvPr id="29" name="Rectangle 24"/>
          <p:cNvSpPr>
            <a:spLocks noChangeArrowheads="1"/>
          </p:cNvSpPr>
          <p:nvPr/>
        </p:nvSpPr>
        <p:spPr bwMode="auto">
          <a:xfrm>
            <a:off x="9192940" y="4466456"/>
            <a:ext cx="1871662" cy="4318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почта</a:t>
            </a:r>
          </a:p>
        </p:txBody>
      </p:sp>
      <p:sp>
        <p:nvSpPr>
          <p:cNvPr id="30" name="Rectangle 25"/>
          <p:cNvSpPr>
            <a:spLocks noChangeArrowheads="1"/>
          </p:cNvSpPr>
          <p:nvPr/>
        </p:nvSpPr>
        <p:spPr bwMode="auto">
          <a:xfrm>
            <a:off x="9192940" y="5258619"/>
            <a:ext cx="1871662" cy="4318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доставка</a:t>
            </a:r>
          </a:p>
        </p:txBody>
      </p:sp>
      <p:sp>
        <p:nvSpPr>
          <p:cNvPr id="31" name="Line 26"/>
          <p:cNvSpPr>
            <a:spLocks noChangeShapeType="1"/>
          </p:cNvSpPr>
          <p:nvPr/>
        </p:nvSpPr>
        <p:spPr bwMode="auto">
          <a:xfrm rot="10800000">
            <a:off x="10127977" y="2523357"/>
            <a:ext cx="0" cy="36036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stealth" w="med" len="med"/>
          </a:ln>
          <a:effectLst/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32" name="Line 27"/>
          <p:cNvSpPr>
            <a:spLocks noChangeShapeType="1"/>
          </p:cNvSpPr>
          <p:nvPr/>
        </p:nvSpPr>
        <p:spPr bwMode="auto">
          <a:xfrm rot="10800000">
            <a:off x="10127977" y="3315519"/>
            <a:ext cx="0" cy="36036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stealth" w="med" len="med"/>
          </a:ln>
          <a:effectLst/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33" name="Line 28"/>
          <p:cNvSpPr>
            <a:spLocks noChangeShapeType="1"/>
          </p:cNvSpPr>
          <p:nvPr/>
        </p:nvSpPr>
        <p:spPr bwMode="auto">
          <a:xfrm rot="10800000">
            <a:off x="10127977" y="4106094"/>
            <a:ext cx="0" cy="36036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stealth" w="med" len="med"/>
          </a:ln>
          <a:effectLst/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34" name="Line 29"/>
          <p:cNvSpPr>
            <a:spLocks noChangeShapeType="1"/>
          </p:cNvSpPr>
          <p:nvPr/>
        </p:nvSpPr>
        <p:spPr bwMode="auto">
          <a:xfrm rot="10800000">
            <a:off x="10127977" y="4898257"/>
            <a:ext cx="0" cy="36036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stealth" w="med" len="med"/>
          </a:ln>
          <a:effectLst/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35" name="Text Box 30"/>
          <p:cNvSpPr txBox="1">
            <a:spLocks noChangeArrowheads="1"/>
          </p:cNvSpPr>
          <p:nvPr/>
        </p:nvSpPr>
        <p:spPr bwMode="auto">
          <a:xfrm>
            <a:off x="5736383" y="2126481"/>
            <a:ext cx="1620837" cy="36933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Текст</a:t>
            </a:r>
          </a:p>
        </p:txBody>
      </p:sp>
      <p:sp>
        <p:nvSpPr>
          <p:cNvPr id="36" name="Text Box 31"/>
          <p:cNvSpPr txBox="1">
            <a:spLocks noChangeArrowheads="1"/>
          </p:cNvSpPr>
          <p:nvPr/>
        </p:nvSpPr>
        <p:spPr bwMode="auto">
          <a:xfrm>
            <a:off x="5736383" y="2810695"/>
            <a:ext cx="1620837" cy="646331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Копия,</a:t>
            </a:r>
            <a:br>
              <a: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</a:br>
            <a:r>
              <a: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адрес</a:t>
            </a:r>
          </a:p>
        </p:txBody>
      </p:sp>
      <p:sp>
        <p:nvSpPr>
          <p:cNvPr id="37" name="Text Box 32"/>
          <p:cNvSpPr txBox="1">
            <a:spLocks noChangeArrowheads="1"/>
          </p:cNvSpPr>
          <p:nvPr/>
        </p:nvSpPr>
        <p:spPr bwMode="auto">
          <a:xfrm>
            <a:off x="5771308" y="3566345"/>
            <a:ext cx="1620837" cy="646331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Рег. номер,</a:t>
            </a:r>
            <a:br>
              <a: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</a:br>
            <a:r>
              <a: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упаковка</a:t>
            </a:r>
          </a:p>
        </p:txBody>
      </p:sp>
      <p:sp>
        <p:nvSpPr>
          <p:cNvPr id="38" name="Text Box 33"/>
          <p:cNvSpPr txBox="1">
            <a:spLocks noChangeArrowheads="1"/>
          </p:cNvSpPr>
          <p:nvPr/>
        </p:nvSpPr>
        <p:spPr bwMode="auto">
          <a:xfrm>
            <a:off x="5771308" y="4395020"/>
            <a:ext cx="1620837" cy="646331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Служебные пометки</a:t>
            </a:r>
          </a:p>
        </p:txBody>
      </p:sp>
      <p:sp>
        <p:nvSpPr>
          <p:cNvPr id="39" name="Line 34"/>
          <p:cNvSpPr>
            <a:spLocks noChangeShapeType="1"/>
          </p:cNvSpPr>
          <p:nvPr/>
        </p:nvSpPr>
        <p:spPr bwMode="auto">
          <a:xfrm>
            <a:off x="5663928" y="5476106"/>
            <a:ext cx="3529013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stealth" w="med" len="med"/>
          </a:ln>
          <a:effectLst/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40" name="Line 36"/>
          <p:cNvSpPr>
            <a:spLocks noChangeShapeType="1"/>
          </p:cNvSpPr>
          <p:nvPr/>
        </p:nvSpPr>
        <p:spPr bwMode="auto">
          <a:xfrm>
            <a:off x="5663928" y="4683944"/>
            <a:ext cx="3529013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 type="stealth" w="med" len="med"/>
          </a:ln>
          <a:effectLst/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41" name="Line 37"/>
          <p:cNvSpPr>
            <a:spLocks noChangeShapeType="1"/>
          </p:cNvSpPr>
          <p:nvPr/>
        </p:nvSpPr>
        <p:spPr bwMode="auto">
          <a:xfrm>
            <a:off x="5663928" y="3891781"/>
            <a:ext cx="3529013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 type="stealth" w="med" len="med"/>
          </a:ln>
          <a:effectLst/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42" name="Line 38"/>
          <p:cNvSpPr>
            <a:spLocks noChangeShapeType="1"/>
          </p:cNvSpPr>
          <p:nvPr/>
        </p:nvSpPr>
        <p:spPr bwMode="auto">
          <a:xfrm>
            <a:off x="5663928" y="3099619"/>
            <a:ext cx="3529013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 type="stealth" w="med" len="med"/>
          </a:ln>
          <a:effectLst/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43" name="Line 39"/>
          <p:cNvSpPr>
            <a:spLocks noChangeShapeType="1"/>
          </p:cNvSpPr>
          <p:nvPr/>
        </p:nvSpPr>
        <p:spPr bwMode="auto">
          <a:xfrm>
            <a:off x="5663928" y="2307456"/>
            <a:ext cx="3529013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dash"/>
            <a:round/>
            <a:headEnd/>
            <a:tailEnd type="stealth" w="med" len="med"/>
          </a:ln>
          <a:effectLst/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58561887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5" grpId="0"/>
      <p:bldP spid="36" grpId="0"/>
      <p:bldP spid="37" grpId="0"/>
      <p:bldP spid="38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_h1"/>
          <p:cNvSpPr>
            <a:spLocks noGrp="1" noChangeArrowheads="1"/>
          </p:cNvSpPr>
          <p:nvPr>
            <p:ph type="title" idx="4294967295"/>
          </p:nvPr>
        </p:nvSpPr>
        <p:spPr bwMode="gray">
          <a:xfrm>
            <a:off x="3216002" y="238125"/>
            <a:ext cx="8496300" cy="617538"/>
          </a:xfrm>
        </p:spPr>
        <p:txBody>
          <a:bodyPr/>
          <a:lstStyle/>
          <a:p>
            <a:pPr eaLnBrk="1" hangingPunct="1"/>
            <a:r>
              <a:rPr kumimoji="0" lang="ru-RU" sz="3600" b="1" noProof="1">
                <a:solidFill>
                  <a:srgbClr val="003794"/>
                </a:solidFill>
                <a:latin typeface="Arial" pitchFamily="34" charset="0"/>
                <a:cs typeface="Arial" pitchFamily="34" charset="0"/>
              </a:rPr>
              <a:t>Сети и сетевые ОС </a:t>
            </a:r>
          </a:p>
        </p:txBody>
      </p:sp>
      <p:sp>
        <p:nvSpPr>
          <p:cNvPr id="12" name="Rechteck 39"/>
          <p:cNvSpPr>
            <a:spLocks noChangeArrowheads="1"/>
          </p:cNvSpPr>
          <p:nvPr/>
        </p:nvSpPr>
        <p:spPr bwMode="gray">
          <a:xfrm>
            <a:off x="3216152" y="1556792"/>
            <a:ext cx="8496300" cy="2448272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Формальный перечень правил, определяющих последовательность и формат сообщений, которыми обмениваются сетевые компоненты вычислительных систем, лежащие на одном уровне называется </a:t>
            </a: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сетевым протоколом</a:t>
            </a:r>
          </a:p>
        </p:txBody>
      </p:sp>
      <p:sp>
        <p:nvSpPr>
          <p:cNvPr id="14" name="Rechteck 36"/>
          <p:cNvSpPr>
            <a:spLocks noChangeArrowheads="1"/>
          </p:cNvSpPr>
          <p:nvPr/>
        </p:nvSpPr>
        <p:spPr bwMode="gray">
          <a:xfrm>
            <a:off x="3071664" y="908720"/>
            <a:ext cx="8784976" cy="504056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ct val="200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000" b="1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itchFamily="34" charset="0"/>
                <a:ea typeface="+mn-ea"/>
                <a:cs typeface="+mn-cs"/>
              </a:rPr>
              <a:t>Многоуровневая модель</a:t>
            </a:r>
          </a:p>
        </p:txBody>
      </p:sp>
      <p:sp>
        <p:nvSpPr>
          <p:cNvPr id="5" name="Rechteck 39"/>
          <p:cNvSpPr>
            <a:spLocks noChangeArrowheads="1"/>
          </p:cNvSpPr>
          <p:nvPr/>
        </p:nvSpPr>
        <p:spPr bwMode="gray">
          <a:xfrm>
            <a:off x="3216324" y="4221088"/>
            <a:ext cx="8496300" cy="2016224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Вся совокупность вертикальных и горизонтальных протоколов (интерфейсов и сетевых протоколов) называется </a:t>
            </a: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семейством протоколов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 или </a:t>
            </a: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стеком протоколов</a:t>
            </a:r>
          </a:p>
        </p:txBody>
      </p:sp>
    </p:spTree>
    <p:extLst>
      <p:ext uri="{BB962C8B-B14F-4D97-AF65-F5344CB8AC3E}">
        <p14:creationId xmlns:p14="http://schemas.microsoft.com/office/powerpoint/2010/main" val="4217510696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_h1"/>
          <p:cNvSpPr>
            <a:spLocks noGrp="1" noChangeArrowheads="1"/>
          </p:cNvSpPr>
          <p:nvPr>
            <p:ph type="title" idx="4294967295"/>
          </p:nvPr>
        </p:nvSpPr>
        <p:spPr bwMode="gray">
          <a:xfrm>
            <a:off x="3216002" y="238125"/>
            <a:ext cx="8496300" cy="617538"/>
          </a:xfrm>
        </p:spPr>
        <p:txBody>
          <a:bodyPr/>
          <a:lstStyle/>
          <a:p>
            <a:pPr eaLnBrk="1" hangingPunct="1"/>
            <a:r>
              <a:rPr kumimoji="0" lang="ru-RU" sz="3600" b="1" noProof="1">
                <a:solidFill>
                  <a:srgbClr val="003794"/>
                </a:solidFill>
                <a:latin typeface="Arial" pitchFamily="34" charset="0"/>
                <a:cs typeface="Arial" pitchFamily="34" charset="0"/>
              </a:rPr>
              <a:t>Сети и сетевые ОС </a:t>
            </a:r>
          </a:p>
        </p:txBody>
      </p:sp>
      <p:sp>
        <p:nvSpPr>
          <p:cNvPr id="12" name="Rechteck 39"/>
          <p:cNvSpPr>
            <a:spLocks noChangeArrowheads="1"/>
          </p:cNvSpPr>
          <p:nvPr/>
        </p:nvSpPr>
        <p:spPr bwMode="gray">
          <a:xfrm>
            <a:off x="3231338" y="1556792"/>
            <a:ext cx="8496300" cy="4968552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Tx/>
              <a:buFontTx/>
              <a:buNone/>
              <a:tabLst/>
              <a:defRPr/>
            </a:pP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4" name="Rectangle 3"/>
          <p:cNvSpPr>
            <a:spLocks noChangeArrowheads="1"/>
          </p:cNvSpPr>
          <p:nvPr/>
        </p:nvSpPr>
        <p:spPr bwMode="auto">
          <a:xfrm>
            <a:off x="3792265" y="3141520"/>
            <a:ext cx="1871662" cy="43180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сеансовый</a:t>
            </a:r>
          </a:p>
        </p:txBody>
      </p:sp>
      <p:sp>
        <p:nvSpPr>
          <p:cNvPr id="45" name="Rectangle 4"/>
          <p:cNvSpPr>
            <a:spLocks noChangeArrowheads="1"/>
          </p:cNvSpPr>
          <p:nvPr/>
        </p:nvSpPr>
        <p:spPr bwMode="auto">
          <a:xfrm>
            <a:off x="3792265" y="3825520"/>
            <a:ext cx="1871662" cy="43180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транспортный</a:t>
            </a:r>
          </a:p>
        </p:txBody>
      </p:sp>
      <p:sp>
        <p:nvSpPr>
          <p:cNvPr id="46" name="Rectangle 5"/>
          <p:cNvSpPr>
            <a:spLocks noChangeArrowheads="1"/>
          </p:cNvSpPr>
          <p:nvPr/>
        </p:nvSpPr>
        <p:spPr bwMode="auto">
          <a:xfrm>
            <a:off x="3792265" y="4509520"/>
            <a:ext cx="1871662" cy="43180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сетевой</a:t>
            </a:r>
          </a:p>
        </p:txBody>
      </p:sp>
      <p:sp>
        <p:nvSpPr>
          <p:cNvPr id="47" name="Rectangle 6"/>
          <p:cNvSpPr>
            <a:spLocks noChangeArrowheads="1"/>
          </p:cNvSpPr>
          <p:nvPr/>
        </p:nvSpPr>
        <p:spPr bwMode="auto">
          <a:xfrm>
            <a:off x="3792265" y="5193520"/>
            <a:ext cx="1871662" cy="43180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канальный</a:t>
            </a:r>
          </a:p>
        </p:txBody>
      </p:sp>
      <p:sp>
        <p:nvSpPr>
          <p:cNvPr id="48" name="Rectangle 7"/>
          <p:cNvSpPr>
            <a:spLocks noChangeArrowheads="1"/>
          </p:cNvSpPr>
          <p:nvPr/>
        </p:nvSpPr>
        <p:spPr bwMode="auto">
          <a:xfrm>
            <a:off x="3792265" y="5877520"/>
            <a:ext cx="1871662" cy="43180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физический</a:t>
            </a:r>
          </a:p>
        </p:txBody>
      </p:sp>
      <p:sp>
        <p:nvSpPr>
          <p:cNvPr id="53" name="Rectangle 12"/>
          <p:cNvSpPr>
            <a:spLocks noChangeArrowheads="1"/>
          </p:cNvSpPr>
          <p:nvPr/>
        </p:nvSpPr>
        <p:spPr bwMode="auto">
          <a:xfrm>
            <a:off x="9192940" y="3141520"/>
            <a:ext cx="1871662" cy="43180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сеансовый</a:t>
            </a:r>
          </a:p>
        </p:txBody>
      </p:sp>
      <p:sp>
        <p:nvSpPr>
          <p:cNvPr id="54" name="Rectangle 13"/>
          <p:cNvSpPr>
            <a:spLocks noChangeArrowheads="1"/>
          </p:cNvSpPr>
          <p:nvPr/>
        </p:nvSpPr>
        <p:spPr bwMode="auto">
          <a:xfrm>
            <a:off x="9192940" y="3825520"/>
            <a:ext cx="1871662" cy="43180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транспортный</a:t>
            </a:r>
          </a:p>
        </p:txBody>
      </p:sp>
      <p:sp>
        <p:nvSpPr>
          <p:cNvPr id="55" name="Rectangle 14"/>
          <p:cNvSpPr>
            <a:spLocks noChangeArrowheads="1"/>
          </p:cNvSpPr>
          <p:nvPr/>
        </p:nvSpPr>
        <p:spPr bwMode="auto">
          <a:xfrm>
            <a:off x="9192940" y="4509520"/>
            <a:ext cx="1871662" cy="43180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сетевой</a:t>
            </a:r>
          </a:p>
        </p:txBody>
      </p:sp>
      <p:sp>
        <p:nvSpPr>
          <p:cNvPr id="56" name="Rectangle 15"/>
          <p:cNvSpPr>
            <a:spLocks noChangeArrowheads="1"/>
          </p:cNvSpPr>
          <p:nvPr/>
        </p:nvSpPr>
        <p:spPr bwMode="auto">
          <a:xfrm>
            <a:off x="9192940" y="5193520"/>
            <a:ext cx="1871662" cy="43180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канальный</a:t>
            </a:r>
          </a:p>
        </p:txBody>
      </p:sp>
      <p:sp>
        <p:nvSpPr>
          <p:cNvPr id="57" name="Rectangle 16"/>
          <p:cNvSpPr>
            <a:spLocks noChangeArrowheads="1"/>
          </p:cNvSpPr>
          <p:nvPr/>
        </p:nvSpPr>
        <p:spPr bwMode="auto">
          <a:xfrm>
            <a:off x="9192940" y="5877520"/>
            <a:ext cx="1871662" cy="43180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физический</a:t>
            </a:r>
          </a:p>
        </p:txBody>
      </p:sp>
      <p:sp>
        <p:nvSpPr>
          <p:cNvPr id="67" name="Rectangle 40"/>
          <p:cNvSpPr>
            <a:spLocks noChangeArrowheads="1"/>
          </p:cNvSpPr>
          <p:nvPr/>
        </p:nvSpPr>
        <p:spPr bwMode="auto">
          <a:xfrm>
            <a:off x="3792153" y="1774320"/>
            <a:ext cx="1871663" cy="43180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приложений</a:t>
            </a:r>
          </a:p>
        </p:txBody>
      </p:sp>
      <p:sp>
        <p:nvSpPr>
          <p:cNvPr id="68" name="Rectangle 41"/>
          <p:cNvSpPr>
            <a:spLocks noChangeArrowheads="1"/>
          </p:cNvSpPr>
          <p:nvPr/>
        </p:nvSpPr>
        <p:spPr bwMode="auto">
          <a:xfrm>
            <a:off x="3792153" y="2457520"/>
            <a:ext cx="1871663" cy="43180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представления</a:t>
            </a:r>
          </a:p>
        </p:txBody>
      </p:sp>
      <p:sp>
        <p:nvSpPr>
          <p:cNvPr id="71" name="Rectangle 44"/>
          <p:cNvSpPr>
            <a:spLocks noChangeArrowheads="1"/>
          </p:cNvSpPr>
          <p:nvPr/>
        </p:nvSpPr>
        <p:spPr bwMode="auto">
          <a:xfrm>
            <a:off x="9192890" y="1774320"/>
            <a:ext cx="1871663" cy="43180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приложений</a:t>
            </a:r>
          </a:p>
        </p:txBody>
      </p:sp>
      <p:sp>
        <p:nvSpPr>
          <p:cNvPr id="72" name="Rectangle 45"/>
          <p:cNvSpPr>
            <a:spLocks noChangeArrowheads="1"/>
          </p:cNvSpPr>
          <p:nvPr/>
        </p:nvSpPr>
        <p:spPr bwMode="auto">
          <a:xfrm>
            <a:off x="9192890" y="2459128"/>
            <a:ext cx="1871663" cy="43180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представления</a:t>
            </a:r>
          </a:p>
        </p:txBody>
      </p:sp>
      <p:sp>
        <p:nvSpPr>
          <p:cNvPr id="77" name="Text Box 50"/>
          <p:cNvSpPr txBox="1">
            <a:spLocks noChangeArrowheads="1"/>
          </p:cNvSpPr>
          <p:nvPr/>
        </p:nvSpPr>
        <p:spPr bwMode="auto">
          <a:xfrm>
            <a:off x="3216003" y="5915512"/>
            <a:ext cx="468313" cy="36933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1</a:t>
            </a: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78" name="Text Box 51"/>
          <p:cNvSpPr txBox="1">
            <a:spLocks noChangeArrowheads="1"/>
          </p:cNvSpPr>
          <p:nvPr/>
        </p:nvSpPr>
        <p:spPr bwMode="auto">
          <a:xfrm>
            <a:off x="3250928" y="5195432"/>
            <a:ext cx="468313" cy="36933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2</a:t>
            </a: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79" name="Text Box 52"/>
          <p:cNvSpPr txBox="1">
            <a:spLocks noChangeArrowheads="1"/>
          </p:cNvSpPr>
          <p:nvPr/>
        </p:nvSpPr>
        <p:spPr bwMode="auto">
          <a:xfrm>
            <a:off x="3250928" y="4547360"/>
            <a:ext cx="468313" cy="36933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3</a:t>
            </a: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80" name="Text Box 53"/>
          <p:cNvSpPr txBox="1">
            <a:spLocks noChangeArrowheads="1"/>
          </p:cNvSpPr>
          <p:nvPr/>
        </p:nvSpPr>
        <p:spPr bwMode="auto">
          <a:xfrm>
            <a:off x="3250928" y="3827280"/>
            <a:ext cx="468313" cy="36933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4</a:t>
            </a: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81" name="Text Box 54"/>
          <p:cNvSpPr txBox="1">
            <a:spLocks noChangeArrowheads="1"/>
          </p:cNvSpPr>
          <p:nvPr/>
        </p:nvSpPr>
        <p:spPr bwMode="auto">
          <a:xfrm>
            <a:off x="3250928" y="3177520"/>
            <a:ext cx="468313" cy="36933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5</a:t>
            </a: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82" name="Text Box 55"/>
          <p:cNvSpPr txBox="1">
            <a:spLocks noChangeArrowheads="1"/>
          </p:cNvSpPr>
          <p:nvPr/>
        </p:nvSpPr>
        <p:spPr bwMode="auto">
          <a:xfrm>
            <a:off x="3216003" y="2493520"/>
            <a:ext cx="468313" cy="36933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6</a:t>
            </a: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83" name="Text Box 56"/>
          <p:cNvSpPr txBox="1">
            <a:spLocks noChangeArrowheads="1"/>
          </p:cNvSpPr>
          <p:nvPr/>
        </p:nvSpPr>
        <p:spPr bwMode="auto">
          <a:xfrm>
            <a:off x="3216003" y="1810833"/>
            <a:ext cx="468313" cy="36933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7</a:t>
            </a: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84" name="Text Box 57"/>
          <p:cNvSpPr txBox="1">
            <a:spLocks noChangeArrowheads="1"/>
          </p:cNvSpPr>
          <p:nvPr/>
        </p:nvSpPr>
        <p:spPr bwMode="auto">
          <a:xfrm>
            <a:off x="11101115" y="5913520"/>
            <a:ext cx="468312" cy="36933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1</a:t>
            </a: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85" name="Text Box 58"/>
          <p:cNvSpPr txBox="1">
            <a:spLocks noChangeArrowheads="1"/>
          </p:cNvSpPr>
          <p:nvPr/>
        </p:nvSpPr>
        <p:spPr bwMode="auto">
          <a:xfrm>
            <a:off x="11136040" y="5229520"/>
            <a:ext cx="468312" cy="36933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2</a:t>
            </a: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86" name="Text Box 59"/>
          <p:cNvSpPr txBox="1">
            <a:spLocks noChangeArrowheads="1"/>
          </p:cNvSpPr>
          <p:nvPr/>
        </p:nvSpPr>
        <p:spPr bwMode="auto">
          <a:xfrm>
            <a:off x="11136040" y="4545520"/>
            <a:ext cx="468312" cy="36933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3</a:t>
            </a: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87" name="Text Box 60"/>
          <p:cNvSpPr txBox="1">
            <a:spLocks noChangeArrowheads="1"/>
          </p:cNvSpPr>
          <p:nvPr/>
        </p:nvSpPr>
        <p:spPr bwMode="auto">
          <a:xfrm>
            <a:off x="11136040" y="3861520"/>
            <a:ext cx="468312" cy="36933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4</a:t>
            </a: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88" name="Text Box 61"/>
          <p:cNvSpPr txBox="1">
            <a:spLocks noChangeArrowheads="1"/>
          </p:cNvSpPr>
          <p:nvPr/>
        </p:nvSpPr>
        <p:spPr bwMode="auto">
          <a:xfrm>
            <a:off x="11136040" y="3177520"/>
            <a:ext cx="468312" cy="36933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5</a:t>
            </a: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89" name="Text Box 62"/>
          <p:cNvSpPr txBox="1">
            <a:spLocks noChangeArrowheads="1"/>
          </p:cNvSpPr>
          <p:nvPr/>
        </p:nvSpPr>
        <p:spPr bwMode="auto">
          <a:xfrm>
            <a:off x="11130631" y="2493520"/>
            <a:ext cx="438797" cy="36933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6</a:t>
            </a: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90" name="Text Box 63"/>
          <p:cNvSpPr txBox="1">
            <a:spLocks noChangeArrowheads="1"/>
          </p:cNvSpPr>
          <p:nvPr/>
        </p:nvSpPr>
        <p:spPr bwMode="auto">
          <a:xfrm>
            <a:off x="11101115" y="1810833"/>
            <a:ext cx="468312" cy="36933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7</a:t>
            </a: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91" name="Text Box 64"/>
          <p:cNvSpPr txBox="1">
            <a:spLocks noChangeArrowheads="1"/>
          </p:cNvSpPr>
          <p:nvPr/>
        </p:nvSpPr>
        <p:spPr bwMode="auto">
          <a:xfrm>
            <a:off x="4972066" y="5759632"/>
            <a:ext cx="2808288" cy="30777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Компьютер 1</a:t>
            </a:r>
          </a:p>
        </p:txBody>
      </p:sp>
      <p:sp>
        <p:nvSpPr>
          <p:cNvPr id="92" name="Text Box 65"/>
          <p:cNvSpPr txBox="1">
            <a:spLocks noChangeArrowheads="1"/>
          </p:cNvSpPr>
          <p:nvPr/>
        </p:nvSpPr>
        <p:spPr bwMode="auto">
          <a:xfrm>
            <a:off x="7074781" y="5759632"/>
            <a:ext cx="2808288" cy="307777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Компьютер 2</a:t>
            </a:r>
          </a:p>
        </p:txBody>
      </p:sp>
      <p:cxnSp>
        <p:nvCxnSpPr>
          <p:cNvPr id="7" name="Прямая со стрелкой 6"/>
          <p:cNvCxnSpPr>
            <a:stCxn id="67" idx="2"/>
            <a:endCxn id="68" idx="0"/>
          </p:cNvCxnSpPr>
          <p:nvPr/>
        </p:nvCxnSpPr>
        <p:spPr>
          <a:xfrm>
            <a:off x="4727984" y="2206120"/>
            <a:ext cx="0" cy="251400"/>
          </a:xfrm>
          <a:prstGeom prst="straightConnector1">
            <a:avLst/>
          </a:prstGeom>
          <a:ln w="12700">
            <a:solidFill>
              <a:schemeClr val="tx1"/>
            </a:solidFill>
            <a:headEnd type="stealth"/>
            <a:tailEnd type="stealt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Прямая со стрелкой 8"/>
          <p:cNvCxnSpPr>
            <a:cxnSpLocks/>
            <a:stCxn id="71" idx="2"/>
            <a:endCxn id="72" idx="0"/>
          </p:cNvCxnSpPr>
          <p:nvPr/>
        </p:nvCxnSpPr>
        <p:spPr>
          <a:xfrm>
            <a:off x="10128721" y="2206120"/>
            <a:ext cx="0" cy="253008"/>
          </a:xfrm>
          <a:prstGeom prst="straightConnector1">
            <a:avLst/>
          </a:prstGeom>
          <a:ln w="12700">
            <a:solidFill>
              <a:schemeClr val="tx1"/>
            </a:solidFill>
            <a:headEnd type="stealth"/>
            <a:tailEnd type="stealt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Прямая со стрелкой 13"/>
          <p:cNvCxnSpPr>
            <a:cxnSpLocks/>
            <a:stCxn id="68" idx="3"/>
            <a:endCxn id="72" idx="1"/>
          </p:cNvCxnSpPr>
          <p:nvPr/>
        </p:nvCxnSpPr>
        <p:spPr>
          <a:xfrm>
            <a:off x="5663815" y="2673420"/>
            <a:ext cx="3529074" cy="1608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headEnd type="stealth"/>
            <a:tailEnd type="stealt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Прямая со стрелкой 18"/>
          <p:cNvCxnSpPr>
            <a:stCxn id="48" idx="3"/>
            <a:endCxn id="57" idx="1"/>
          </p:cNvCxnSpPr>
          <p:nvPr/>
        </p:nvCxnSpPr>
        <p:spPr>
          <a:xfrm>
            <a:off x="5663928" y="6093420"/>
            <a:ext cx="3529013" cy="0"/>
          </a:xfrm>
          <a:prstGeom prst="straightConnector1">
            <a:avLst/>
          </a:prstGeom>
          <a:ln w="12700">
            <a:solidFill>
              <a:schemeClr val="tx1"/>
            </a:solidFill>
            <a:headEnd type="stealth"/>
            <a:tailEnd type="stealt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Прямая со стрелкой 20"/>
          <p:cNvCxnSpPr>
            <a:stCxn id="47" idx="2"/>
            <a:endCxn id="48" idx="0"/>
          </p:cNvCxnSpPr>
          <p:nvPr/>
        </p:nvCxnSpPr>
        <p:spPr>
          <a:xfrm>
            <a:off x="4728096" y="5625320"/>
            <a:ext cx="0" cy="252200"/>
          </a:xfrm>
          <a:prstGeom prst="straightConnector1">
            <a:avLst/>
          </a:prstGeom>
          <a:ln w="12700">
            <a:solidFill>
              <a:schemeClr val="tx1"/>
            </a:solidFill>
            <a:headEnd type="stealth"/>
            <a:tailEnd type="stealt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Прямая со стрелкой 22"/>
          <p:cNvCxnSpPr>
            <a:stCxn id="46" idx="2"/>
            <a:endCxn id="47" idx="0"/>
          </p:cNvCxnSpPr>
          <p:nvPr/>
        </p:nvCxnSpPr>
        <p:spPr>
          <a:xfrm>
            <a:off x="4728096" y="4941320"/>
            <a:ext cx="0" cy="252200"/>
          </a:xfrm>
          <a:prstGeom prst="straightConnector1">
            <a:avLst/>
          </a:prstGeom>
          <a:ln w="12700">
            <a:solidFill>
              <a:schemeClr val="tx1"/>
            </a:solidFill>
            <a:headEnd type="stealth"/>
            <a:tailEnd type="stealt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Прямая со стрелкой 24"/>
          <p:cNvCxnSpPr>
            <a:stCxn id="45" idx="2"/>
            <a:endCxn id="46" idx="0"/>
          </p:cNvCxnSpPr>
          <p:nvPr/>
        </p:nvCxnSpPr>
        <p:spPr>
          <a:xfrm>
            <a:off x="4728096" y="4257320"/>
            <a:ext cx="0" cy="252200"/>
          </a:xfrm>
          <a:prstGeom prst="straightConnector1">
            <a:avLst/>
          </a:prstGeom>
          <a:ln w="12700">
            <a:solidFill>
              <a:schemeClr val="tx1"/>
            </a:solidFill>
            <a:headEnd type="stealth"/>
            <a:tailEnd type="stealt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Прямая со стрелкой 26"/>
          <p:cNvCxnSpPr>
            <a:stCxn id="44" idx="2"/>
            <a:endCxn id="45" idx="0"/>
          </p:cNvCxnSpPr>
          <p:nvPr/>
        </p:nvCxnSpPr>
        <p:spPr>
          <a:xfrm>
            <a:off x="4728096" y="3573320"/>
            <a:ext cx="0" cy="252200"/>
          </a:xfrm>
          <a:prstGeom prst="straightConnector1">
            <a:avLst/>
          </a:prstGeom>
          <a:ln w="12700">
            <a:solidFill>
              <a:schemeClr val="tx1"/>
            </a:solidFill>
            <a:headEnd type="stealth"/>
            <a:tailEnd type="stealt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Прямая со стрелкой 28"/>
          <p:cNvCxnSpPr>
            <a:stCxn id="68" idx="2"/>
            <a:endCxn id="44" idx="0"/>
          </p:cNvCxnSpPr>
          <p:nvPr/>
        </p:nvCxnSpPr>
        <p:spPr>
          <a:xfrm>
            <a:off x="4727984" y="2889320"/>
            <a:ext cx="112" cy="252200"/>
          </a:xfrm>
          <a:prstGeom prst="straightConnector1">
            <a:avLst/>
          </a:prstGeom>
          <a:ln w="12700">
            <a:solidFill>
              <a:schemeClr val="tx1"/>
            </a:solidFill>
            <a:headEnd type="stealth"/>
            <a:tailEnd type="stealt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Прямая со стрелкой 30"/>
          <p:cNvCxnSpPr>
            <a:stCxn id="72" idx="2"/>
            <a:endCxn id="53" idx="0"/>
          </p:cNvCxnSpPr>
          <p:nvPr/>
        </p:nvCxnSpPr>
        <p:spPr>
          <a:xfrm>
            <a:off x="10128721" y="2890928"/>
            <a:ext cx="50" cy="250592"/>
          </a:xfrm>
          <a:prstGeom prst="straightConnector1">
            <a:avLst/>
          </a:prstGeom>
          <a:ln w="12700">
            <a:solidFill>
              <a:schemeClr val="tx1"/>
            </a:solidFill>
            <a:headEnd type="stealth"/>
            <a:tailEnd type="stealt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Прямая со стрелкой 32"/>
          <p:cNvCxnSpPr>
            <a:stCxn id="53" idx="2"/>
            <a:endCxn id="54" idx="0"/>
          </p:cNvCxnSpPr>
          <p:nvPr/>
        </p:nvCxnSpPr>
        <p:spPr>
          <a:xfrm>
            <a:off x="10128771" y="3573320"/>
            <a:ext cx="0" cy="252200"/>
          </a:xfrm>
          <a:prstGeom prst="straightConnector1">
            <a:avLst/>
          </a:prstGeom>
          <a:ln w="12700">
            <a:solidFill>
              <a:schemeClr val="tx1"/>
            </a:solidFill>
            <a:headEnd type="stealth"/>
            <a:tailEnd type="stealt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Прямая со стрелкой 34"/>
          <p:cNvCxnSpPr>
            <a:cxnSpLocks/>
            <a:stCxn id="54" idx="2"/>
            <a:endCxn id="55" idx="0"/>
          </p:cNvCxnSpPr>
          <p:nvPr/>
        </p:nvCxnSpPr>
        <p:spPr>
          <a:xfrm>
            <a:off x="10128771" y="4257320"/>
            <a:ext cx="0" cy="252200"/>
          </a:xfrm>
          <a:prstGeom prst="straightConnector1">
            <a:avLst/>
          </a:prstGeom>
          <a:ln w="12700">
            <a:solidFill>
              <a:schemeClr val="tx1"/>
            </a:solidFill>
            <a:headEnd type="stealth"/>
            <a:tailEnd type="stealt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Прямая со стрелкой 37"/>
          <p:cNvCxnSpPr>
            <a:stCxn id="55" idx="2"/>
            <a:endCxn id="56" idx="0"/>
          </p:cNvCxnSpPr>
          <p:nvPr/>
        </p:nvCxnSpPr>
        <p:spPr>
          <a:xfrm>
            <a:off x="10128771" y="4941320"/>
            <a:ext cx="0" cy="252200"/>
          </a:xfrm>
          <a:prstGeom prst="straightConnector1">
            <a:avLst/>
          </a:prstGeom>
          <a:ln w="12700">
            <a:solidFill>
              <a:schemeClr val="tx1"/>
            </a:solidFill>
            <a:headEnd type="stealth"/>
            <a:tailEnd type="stealt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Прямая со стрелкой 39"/>
          <p:cNvCxnSpPr>
            <a:stCxn id="56" idx="2"/>
            <a:endCxn id="57" idx="0"/>
          </p:cNvCxnSpPr>
          <p:nvPr/>
        </p:nvCxnSpPr>
        <p:spPr>
          <a:xfrm>
            <a:off x="10128771" y="5625320"/>
            <a:ext cx="0" cy="252200"/>
          </a:xfrm>
          <a:prstGeom prst="straightConnector1">
            <a:avLst/>
          </a:prstGeom>
          <a:ln w="12700">
            <a:solidFill>
              <a:schemeClr val="tx1"/>
            </a:solidFill>
            <a:headEnd type="stealth"/>
            <a:tailEnd type="stealt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Прямая со стрелкой 41"/>
          <p:cNvCxnSpPr>
            <a:cxnSpLocks/>
            <a:stCxn id="47" idx="3"/>
            <a:endCxn id="56" idx="1"/>
          </p:cNvCxnSpPr>
          <p:nvPr/>
        </p:nvCxnSpPr>
        <p:spPr>
          <a:xfrm>
            <a:off x="5663928" y="5409420"/>
            <a:ext cx="3529013" cy="0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headEnd type="stealth"/>
            <a:tailEnd type="stealt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Прямая со стрелкой 93"/>
          <p:cNvCxnSpPr>
            <a:stCxn id="46" idx="3"/>
            <a:endCxn id="55" idx="1"/>
          </p:cNvCxnSpPr>
          <p:nvPr/>
        </p:nvCxnSpPr>
        <p:spPr>
          <a:xfrm>
            <a:off x="5663928" y="4725420"/>
            <a:ext cx="3529013" cy="0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headEnd type="stealth"/>
            <a:tailEnd type="stealt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480" name="Прямая со стрелкой 20479"/>
          <p:cNvCxnSpPr>
            <a:cxnSpLocks/>
            <a:stCxn id="45" idx="3"/>
            <a:endCxn id="54" idx="1"/>
          </p:cNvCxnSpPr>
          <p:nvPr/>
        </p:nvCxnSpPr>
        <p:spPr>
          <a:xfrm>
            <a:off x="5663928" y="4041420"/>
            <a:ext cx="3529013" cy="0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headEnd type="stealth"/>
            <a:tailEnd type="stealt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484" name="Прямая со стрелкой 20483"/>
          <p:cNvCxnSpPr>
            <a:cxnSpLocks/>
            <a:stCxn id="44" idx="3"/>
            <a:endCxn id="53" idx="1"/>
          </p:cNvCxnSpPr>
          <p:nvPr/>
        </p:nvCxnSpPr>
        <p:spPr>
          <a:xfrm>
            <a:off x="5663928" y="3357420"/>
            <a:ext cx="3529013" cy="0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headEnd type="stealth"/>
            <a:tailEnd type="stealt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490" name="Прямая со стрелкой 20489"/>
          <p:cNvCxnSpPr>
            <a:stCxn id="67" idx="3"/>
            <a:endCxn id="71" idx="1"/>
          </p:cNvCxnSpPr>
          <p:nvPr/>
        </p:nvCxnSpPr>
        <p:spPr>
          <a:xfrm>
            <a:off x="5663815" y="1990220"/>
            <a:ext cx="3529074" cy="0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headEnd type="stealth"/>
            <a:tailEnd type="stealt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9" name="Rechteck 36"/>
          <p:cNvSpPr>
            <a:spLocks noChangeArrowheads="1"/>
          </p:cNvSpPr>
          <p:nvPr/>
        </p:nvSpPr>
        <p:spPr bwMode="gray">
          <a:xfrm>
            <a:off x="3071664" y="908720"/>
            <a:ext cx="8784976" cy="504056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ct val="200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000" b="1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itchFamily="34" charset="0"/>
                <a:ea typeface="+mn-ea"/>
                <a:cs typeface="+mn-cs"/>
              </a:rPr>
              <a:t>Модель </a:t>
            </a:r>
            <a:r>
              <a:rPr kumimoji="0" lang="en-US" sz="3000" b="1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itchFamily="34" charset="0"/>
                <a:ea typeface="+mn-ea"/>
                <a:cs typeface="+mn-cs"/>
              </a:rPr>
              <a:t>OSI/ISO</a:t>
            </a:r>
            <a:endParaRPr kumimoji="0" lang="ru-RU" sz="3000" b="1" i="0" u="none" strike="noStrike" kern="1200" cap="none" spc="0" normalizeH="0" baseline="0" noProof="1">
              <a:ln>
                <a:noFill/>
              </a:ln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uLnTx/>
              <a:uFillTx/>
              <a:latin typeface="Arial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03468352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53" grpId="0" animBg="1"/>
      <p:bldP spid="54" grpId="0" animBg="1"/>
      <p:bldP spid="55" grpId="0" animBg="1"/>
      <p:bldP spid="56" grpId="0" animBg="1"/>
      <p:bldP spid="57" grpId="0" animBg="1"/>
      <p:bldP spid="67" grpId="0" animBg="1"/>
      <p:bldP spid="68" grpId="0" animBg="1"/>
      <p:bldP spid="71" grpId="0" animBg="1"/>
      <p:bldP spid="72" grpId="0" animBg="1"/>
      <p:bldP spid="77" grpId="0"/>
      <p:bldP spid="78" grpId="0"/>
      <p:bldP spid="79" grpId="0"/>
      <p:bldP spid="80" grpId="0"/>
      <p:bldP spid="81" grpId="0"/>
      <p:bldP spid="82" grpId="0"/>
      <p:bldP spid="83" grpId="0"/>
      <p:bldP spid="84" grpId="0"/>
      <p:bldP spid="85" grpId="0"/>
      <p:bldP spid="86" grpId="0"/>
      <p:bldP spid="87" grpId="0"/>
      <p:bldP spid="88" grpId="0"/>
      <p:bldP spid="89" grpId="0"/>
      <p:bldP spid="90" grpId="0"/>
      <p:bldP spid="91" grpId="0"/>
      <p:bldP spid="92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_h1"/>
          <p:cNvSpPr>
            <a:spLocks noGrp="1" noChangeArrowheads="1"/>
          </p:cNvSpPr>
          <p:nvPr>
            <p:ph type="title" idx="4294967295"/>
          </p:nvPr>
        </p:nvSpPr>
        <p:spPr bwMode="gray">
          <a:xfrm>
            <a:off x="3216002" y="238125"/>
            <a:ext cx="8496300" cy="617538"/>
          </a:xfrm>
        </p:spPr>
        <p:txBody>
          <a:bodyPr/>
          <a:lstStyle/>
          <a:p>
            <a:pPr eaLnBrk="1" hangingPunct="1"/>
            <a:r>
              <a:rPr kumimoji="0" lang="ru-RU" sz="3600" b="1" noProof="1">
                <a:solidFill>
                  <a:srgbClr val="003794"/>
                </a:solidFill>
                <a:latin typeface="Arial" pitchFamily="34" charset="0"/>
                <a:cs typeface="Arial" pitchFamily="34" charset="0"/>
              </a:rPr>
              <a:t>Сети и сетевые ОС </a:t>
            </a:r>
          </a:p>
        </p:txBody>
      </p:sp>
      <p:sp>
        <p:nvSpPr>
          <p:cNvPr id="12" name="Rechteck 39"/>
          <p:cNvSpPr>
            <a:spLocks noChangeArrowheads="1"/>
          </p:cNvSpPr>
          <p:nvPr/>
        </p:nvSpPr>
        <p:spPr bwMode="gray">
          <a:xfrm>
            <a:off x="3216002" y="2060849"/>
            <a:ext cx="8496300" cy="3600425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Tx/>
              <a:buFontTx/>
              <a:buNone/>
              <a:tabLst/>
              <a:defRPr/>
            </a:pP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4" name="Rechteck 36"/>
          <p:cNvSpPr>
            <a:spLocks noChangeArrowheads="1"/>
          </p:cNvSpPr>
          <p:nvPr/>
        </p:nvSpPr>
        <p:spPr bwMode="gray">
          <a:xfrm>
            <a:off x="3071664" y="908720"/>
            <a:ext cx="8784976" cy="504056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ct val="200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000" b="1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itchFamily="34" charset="0"/>
                <a:ea typeface="+mn-ea"/>
                <a:cs typeface="+mn-cs"/>
              </a:rPr>
              <a:t>Одноуровневая адресация</a:t>
            </a:r>
          </a:p>
        </p:txBody>
      </p:sp>
      <p:sp>
        <p:nvSpPr>
          <p:cNvPr id="44" name="Rectangle 36"/>
          <p:cNvSpPr>
            <a:spLocks noGrp="1" noRot="1" noChangeArrowheads="1"/>
          </p:cNvSpPr>
          <p:nvPr>
            <p:ph type="body" idx="4294967295"/>
          </p:nvPr>
        </p:nvSpPr>
        <p:spPr>
          <a:xfrm>
            <a:off x="3193777" y="2108449"/>
            <a:ext cx="8540750" cy="3552825"/>
          </a:xfrm>
          <a:prstGeom prst="rect">
            <a:avLst/>
          </a:prstGeom>
        </p:spPr>
        <p:txBody>
          <a:bodyPr/>
          <a:lstStyle/>
          <a:p>
            <a:pPr eaLnBrk="1" hangingPunct="1">
              <a:buClr>
                <a:schemeClr val="tx1"/>
              </a:buClr>
              <a:defRPr/>
            </a:pPr>
            <a:r>
              <a:rPr lang="ru-RU" sz="2800" dirty="0">
                <a:latin typeface="Arial" panose="020B0604020202020204" pitchFamily="34" charset="0"/>
                <a:cs typeface="Arial" panose="020B0604020202020204" pitchFamily="34" charset="0"/>
              </a:rPr>
              <a:t>Процесс запрашивает свою ОС о возможности использовать адрес</a:t>
            </a:r>
          </a:p>
          <a:p>
            <a:pPr eaLnBrk="1" hangingPunct="1">
              <a:buClr>
                <a:schemeClr val="tx1"/>
              </a:buClr>
              <a:defRPr/>
            </a:pPr>
            <a:r>
              <a:rPr lang="ru-RU" sz="2800" dirty="0">
                <a:latin typeface="Arial" panose="020B0604020202020204" pitchFamily="34" charset="0"/>
                <a:cs typeface="Arial" panose="020B0604020202020204" pitchFamily="34" charset="0"/>
              </a:rPr>
              <a:t>ОС опрашивает все другие ОС о возможности присвоения адреса</a:t>
            </a:r>
          </a:p>
          <a:p>
            <a:pPr eaLnBrk="1" hangingPunct="1">
              <a:buClr>
                <a:schemeClr val="tx1"/>
              </a:buClr>
              <a:defRPr/>
            </a:pPr>
            <a:r>
              <a:rPr lang="ru-RU" sz="2800" dirty="0">
                <a:latin typeface="Arial" panose="020B0604020202020204" pitchFamily="34" charset="0"/>
                <a:cs typeface="Arial" panose="020B0604020202020204" pitchFamily="34" charset="0"/>
              </a:rPr>
              <a:t>После сбора всех ответов ОС принимает решение</a:t>
            </a:r>
          </a:p>
          <a:p>
            <a:pPr eaLnBrk="1" hangingPunct="1">
              <a:buClr>
                <a:schemeClr val="tx1"/>
              </a:buClr>
              <a:defRPr/>
            </a:pPr>
            <a:r>
              <a:rPr lang="ru-RU" sz="2800" dirty="0">
                <a:latin typeface="Arial" panose="020B0604020202020204" pitchFamily="34" charset="0"/>
                <a:cs typeface="Arial" panose="020B0604020202020204" pitchFamily="34" charset="0"/>
              </a:rPr>
              <a:t>ОС извещает процесс о принятом решении</a:t>
            </a:r>
          </a:p>
        </p:txBody>
      </p:sp>
    </p:spTree>
    <p:extLst>
      <p:ext uri="{BB962C8B-B14F-4D97-AF65-F5344CB8AC3E}">
        <p14:creationId xmlns:p14="http://schemas.microsoft.com/office/powerpoint/2010/main" val="4240932815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_h1"/>
          <p:cNvSpPr>
            <a:spLocks noGrp="1" noChangeArrowheads="1"/>
          </p:cNvSpPr>
          <p:nvPr>
            <p:ph type="title" idx="4294967295"/>
          </p:nvPr>
        </p:nvSpPr>
        <p:spPr bwMode="gray">
          <a:xfrm>
            <a:off x="3216002" y="238125"/>
            <a:ext cx="8496300" cy="617538"/>
          </a:xfrm>
        </p:spPr>
        <p:txBody>
          <a:bodyPr/>
          <a:lstStyle/>
          <a:p>
            <a:pPr eaLnBrk="1" hangingPunct="1"/>
            <a:r>
              <a:rPr kumimoji="0" lang="ru-RU" sz="3600" b="1" noProof="1">
                <a:solidFill>
                  <a:srgbClr val="003794"/>
                </a:solidFill>
                <a:latin typeface="Arial" pitchFamily="34" charset="0"/>
                <a:cs typeface="Arial" pitchFamily="34" charset="0"/>
              </a:rPr>
              <a:t>Сети и сетевые ОС </a:t>
            </a:r>
          </a:p>
        </p:txBody>
      </p:sp>
      <p:sp>
        <p:nvSpPr>
          <p:cNvPr id="12" name="Rechteck 39"/>
          <p:cNvSpPr>
            <a:spLocks noChangeArrowheads="1"/>
          </p:cNvSpPr>
          <p:nvPr/>
        </p:nvSpPr>
        <p:spPr bwMode="gray">
          <a:xfrm>
            <a:off x="3216002" y="2132857"/>
            <a:ext cx="8496300" cy="4487018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Tx/>
              <a:buFontTx/>
              <a:buNone/>
              <a:tabLst/>
              <a:defRPr/>
            </a:pP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4" name="Rechteck 36"/>
          <p:cNvSpPr>
            <a:spLocks noChangeArrowheads="1"/>
          </p:cNvSpPr>
          <p:nvPr/>
        </p:nvSpPr>
        <p:spPr bwMode="gray">
          <a:xfrm>
            <a:off x="3071664" y="908720"/>
            <a:ext cx="8784976" cy="1008112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ct val="200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000" b="1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itchFamily="34" charset="0"/>
                <a:ea typeface="+mn-ea"/>
                <a:cs typeface="+mn-cs"/>
              </a:rPr>
              <a:t>Двухуровневая адресация –</a:t>
            </a:r>
            <a:br>
              <a:rPr kumimoji="0" lang="ru-RU" sz="3000" b="1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itchFamily="34" charset="0"/>
                <a:ea typeface="+mn-ea"/>
                <a:cs typeface="+mn-cs"/>
              </a:rPr>
            </a:br>
            <a:r>
              <a:rPr kumimoji="0" lang="ru-RU" sz="3000" b="1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itchFamily="34" charset="0"/>
                <a:ea typeface="+mn-ea"/>
                <a:cs typeface="+mn-cs"/>
              </a:rPr>
              <a:t>удаленные адреса</a:t>
            </a:r>
          </a:p>
        </p:txBody>
      </p:sp>
      <p:sp>
        <p:nvSpPr>
          <p:cNvPr id="6" name="Rectangle 3"/>
          <p:cNvSpPr>
            <a:spLocks noGrp="1" noRot="1" noChangeArrowheads="1"/>
          </p:cNvSpPr>
          <p:nvPr>
            <p:ph type="body" idx="4294967295"/>
          </p:nvPr>
        </p:nvSpPr>
        <p:spPr>
          <a:xfrm>
            <a:off x="3193777" y="2369740"/>
            <a:ext cx="8540750" cy="889000"/>
          </a:xfrm>
          <a:prstGeom prst="rect">
            <a:avLst/>
          </a:prstGeom>
        </p:spPr>
        <p:txBody>
          <a:bodyPr/>
          <a:lstStyle/>
          <a:p>
            <a:pPr eaLnBrk="1" hangingPunct="1">
              <a:lnSpc>
                <a:spcPct val="90000"/>
              </a:lnSpc>
              <a:buClr>
                <a:schemeClr val="tx1"/>
              </a:buClr>
              <a:defRPr/>
            </a:pP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Проблема уникальности адресов</a:t>
            </a:r>
          </a:p>
          <a:p>
            <a:pPr eaLnBrk="1" hangingPunct="1">
              <a:lnSpc>
                <a:spcPct val="90000"/>
              </a:lnSpc>
              <a:buClr>
                <a:schemeClr val="tx1"/>
              </a:buClr>
              <a:defRPr/>
            </a:pP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Проблема разрешения адресов</a:t>
            </a:r>
            <a:endParaRPr lang="ru-RU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 Box 4"/>
          <p:cNvSpPr txBox="1">
            <a:spLocks noChangeArrowheads="1"/>
          </p:cNvSpPr>
          <p:nvPr/>
        </p:nvSpPr>
        <p:spPr bwMode="auto">
          <a:xfrm>
            <a:off x="4673328" y="3279800"/>
            <a:ext cx="5580063" cy="51911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Централизованный подход </a:t>
            </a:r>
          </a:p>
        </p:txBody>
      </p:sp>
      <p:sp>
        <p:nvSpPr>
          <p:cNvPr id="8" name="Rectangle 5"/>
          <p:cNvSpPr>
            <a:spLocks noRot="1" noChangeArrowheads="1"/>
          </p:cNvSpPr>
          <p:nvPr/>
        </p:nvSpPr>
        <p:spPr bwMode="auto">
          <a:xfrm>
            <a:off x="3250927" y="3870920"/>
            <a:ext cx="8540750" cy="2438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marR="0" lvl="0" indent="-342900" algn="l" defTabSz="914400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>
                <a:prstClr val="black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Информация о всех символьных и числовых адресах хранится в специальном файле </a:t>
            </a:r>
          </a:p>
          <a:p>
            <a:pPr marL="342900" marR="0" lvl="0" indent="-342900" algn="l" defTabSz="914400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>
                <a:prstClr val="black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Изменения вносятся в файл только администратором сети на специальном компьютере</a:t>
            </a:r>
          </a:p>
          <a:p>
            <a:pPr marL="342900" marR="0" lvl="0" indent="-342900" algn="l" defTabSz="914400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>
                <a:prstClr val="black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Файл с изменениями рассылается на все компьютеры сети</a:t>
            </a:r>
          </a:p>
        </p:txBody>
      </p:sp>
    </p:spTree>
    <p:extLst>
      <p:ext uri="{BB962C8B-B14F-4D97-AF65-F5344CB8AC3E}">
        <p14:creationId xmlns:p14="http://schemas.microsoft.com/office/powerpoint/2010/main" val="1318149180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6" grpId="0" build="p"/>
      <p:bldP spid="7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_h1"/>
          <p:cNvSpPr>
            <a:spLocks noGrp="1" noChangeArrowheads="1"/>
          </p:cNvSpPr>
          <p:nvPr>
            <p:ph type="title" idx="4294967295"/>
          </p:nvPr>
        </p:nvSpPr>
        <p:spPr bwMode="gray">
          <a:xfrm>
            <a:off x="3216002" y="238125"/>
            <a:ext cx="8496300" cy="617538"/>
          </a:xfrm>
        </p:spPr>
        <p:txBody>
          <a:bodyPr/>
          <a:lstStyle/>
          <a:p>
            <a:pPr eaLnBrk="1" hangingPunct="1"/>
            <a:r>
              <a:rPr kumimoji="0" lang="ru-RU" sz="3600" b="1" noProof="1">
                <a:solidFill>
                  <a:srgbClr val="003794"/>
                </a:solidFill>
                <a:latin typeface="Arial" pitchFamily="34" charset="0"/>
                <a:cs typeface="Arial" pitchFamily="34" charset="0"/>
              </a:rPr>
              <a:t>Сети и сетевые ОС </a:t>
            </a:r>
          </a:p>
        </p:txBody>
      </p:sp>
      <p:sp>
        <p:nvSpPr>
          <p:cNvPr id="12" name="Rechteck 39"/>
          <p:cNvSpPr>
            <a:spLocks noChangeArrowheads="1"/>
          </p:cNvSpPr>
          <p:nvPr/>
        </p:nvSpPr>
        <p:spPr bwMode="gray">
          <a:xfrm>
            <a:off x="3216002" y="2132858"/>
            <a:ext cx="8496300" cy="4104455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Tx/>
              <a:buFontTx/>
              <a:buNone/>
              <a:tabLst/>
              <a:defRPr/>
            </a:pP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4" name="Rechteck 36"/>
          <p:cNvSpPr>
            <a:spLocks noChangeArrowheads="1"/>
          </p:cNvSpPr>
          <p:nvPr/>
        </p:nvSpPr>
        <p:spPr bwMode="gray">
          <a:xfrm>
            <a:off x="3071664" y="908720"/>
            <a:ext cx="8784976" cy="1008112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ct val="200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000" b="1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itchFamily="34" charset="0"/>
                <a:ea typeface="+mn-ea"/>
                <a:cs typeface="+mn-cs"/>
              </a:rPr>
              <a:t>Двухуровневая адресация –</a:t>
            </a:r>
            <a:br>
              <a:rPr kumimoji="0" lang="ru-RU" sz="3000" b="1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itchFamily="34" charset="0"/>
                <a:ea typeface="+mn-ea"/>
                <a:cs typeface="+mn-cs"/>
              </a:rPr>
            </a:br>
            <a:r>
              <a:rPr kumimoji="0" lang="ru-RU" sz="3000" b="1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itchFamily="34" charset="0"/>
                <a:ea typeface="+mn-ea"/>
                <a:cs typeface="+mn-cs"/>
              </a:rPr>
              <a:t>удаленные адреса</a:t>
            </a:r>
          </a:p>
        </p:txBody>
      </p:sp>
      <p:sp>
        <p:nvSpPr>
          <p:cNvPr id="9" name="Oval 21"/>
          <p:cNvSpPr>
            <a:spLocks noChangeArrowheads="1"/>
          </p:cNvSpPr>
          <p:nvPr/>
        </p:nvSpPr>
        <p:spPr bwMode="auto">
          <a:xfrm>
            <a:off x="3449366" y="2816053"/>
            <a:ext cx="8029575" cy="3132137"/>
          </a:xfrm>
          <a:prstGeom prst="ellipse">
            <a:avLst/>
          </a:prstGeom>
          <a:solidFill>
            <a:schemeClr val="tx1">
              <a:alpha val="10001"/>
            </a:schemeClr>
          </a:solidFill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10" name="Oval 32"/>
          <p:cNvSpPr>
            <a:spLocks noChangeArrowheads="1"/>
          </p:cNvSpPr>
          <p:nvPr/>
        </p:nvSpPr>
        <p:spPr bwMode="auto">
          <a:xfrm>
            <a:off x="3863702" y="3608214"/>
            <a:ext cx="1042988" cy="720725"/>
          </a:xfrm>
          <a:prstGeom prst="ellipse">
            <a:avLst/>
          </a:prstGeom>
          <a:solidFill>
            <a:schemeClr val="tx1">
              <a:alpha val="10001"/>
            </a:schemeClr>
          </a:solidFill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11" name="Oval 30"/>
          <p:cNvSpPr>
            <a:spLocks noChangeArrowheads="1"/>
          </p:cNvSpPr>
          <p:nvPr/>
        </p:nvSpPr>
        <p:spPr bwMode="auto">
          <a:xfrm>
            <a:off x="8759552" y="3212927"/>
            <a:ext cx="2160588" cy="2303462"/>
          </a:xfrm>
          <a:prstGeom prst="ellipse">
            <a:avLst/>
          </a:prstGeom>
          <a:solidFill>
            <a:schemeClr val="tx1">
              <a:alpha val="10001"/>
            </a:schemeClr>
          </a:solidFill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13" name="Text Box 4"/>
          <p:cNvSpPr txBox="1">
            <a:spLocks noChangeArrowheads="1"/>
          </p:cNvSpPr>
          <p:nvPr/>
        </p:nvSpPr>
        <p:spPr bwMode="auto">
          <a:xfrm>
            <a:off x="3287440" y="2204865"/>
            <a:ext cx="8316912" cy="51911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Распределенный подход (на примере 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DNS)</a:t>
            </a:r>
            <a:endParaRPr kumimoji="0" lang="ru-RU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15" name="Rectangle 6"/>
          <p:cNvSpPr>
            <a:spLocks noChangeArrowheads="1"/>
          </p:cNvSpPr>
          <p:nvPr/>
        </p:nvSpPr>
        <p:spPr bwMode="auto">
          <a:xfrm>
            <a:off x="4547915" y="3824114"/>
            <a:ext cx="107950" cy="10795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16" name="Rectangle 7"/>
          <p:cNvSpPr>
            <a:spLocks noChangeArrowheads="1"/>
          </p:cNvSpPr>
          <p:nvPr/>
        </p:nvSpPr>
        <p:spPr bwMode="auto">
          <a:xfrm>
            <a:off x="5014640" y="4005089"/>
            <a:ext cx="107950" cy="10795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17" name="Rectangle 8"/>
          <p:cNvSpPr>
            <a:spLocks noChangeArrowheads="1"/>
          </p:cNvSpPr>
          <p:nvPr/>
        </p:nvSpPr>
        <p:spPr bwMode="auto">
          <a:xfrm>
            <a:off x="5879827" y="4184477"/>
            <a:ext cx="107950" cy="10795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18" name="Rectangle 9"/>
          <p:cNvSpPr>
            <a:spLocks noChangeArrowheads="1"/>
          </p:cNvSpPr>
          <p:nvPr/>
        </p:nvSpPr>
        <p:spPr bwMode="auto">
          <a:xfrm>
            <a:off x="6059215" y="4832177"/>
            <a:ext cx="107950" cy="10795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19" name="Rectangle 10"/>
          <p:cNvSpPr>
            <a:spLocks noChangeArrowheads="1"/>
          </p:cNvSpPr>
          <p:nvPr/>
        </p:nvSpPr>
        <p:spPr bwMode="auto">
          <a:xfrm>
            <a:off x="5303565" y="5011564"/>
            <a:ext cx="107950" cy="10795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20" name="Rectangle 11"/>
          <p:cNvSpPr>
            <a:spLocks noChangeArrowheads="1"/>
          </p:cNvSpPr>
          <p:nvPr/>
        </p:nvSpPr>
        <p:spPr bwMode="auto">
          <a:xfrm>
            <a:off x="6743427" y="5190952"/>
            <a:ext cx="107950" cy="10795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21" name="Rectangle 12"/>
          <p:cNvSpPr>
            <a:spLocks noChangeArrowheads="1"/>
          </p:cNvSpPr>
          <p:nvPr/>
        </p:nvSpPr>
        <p:spPr bwMode="auto">
          <a:xfrm>
            <a:off x="6922815" y="4328939"/>
            <a:ext cx="107950" cy="10795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22" name="Rectangle 13"/>
          <p:cNvSpPr>
            <a:spLocks noChangeArrowheads="1"/>
          </p:cNvSpPr>
          <p:nvPr/>
        </p:nvSpPr>
        <p:spPr bwMode="auto">
          <a:xfrm>
            <a:off x="6384652" y="3681239"/>
            <a:ext cx="107950" cy="10795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23" name="Rectangle 14"/>
          <p:cNvSpPr>
            <a:spLocks noChangeArrowheads="1"/>
          </p:cNvSpPr>
          <p:nvPr/>
        </p:nvSpPr>
        <p:spPr bwMode="auto">
          <a:xfrm>
            <a:off x="7861027" y="3860627"/>
            <a:ext cx="107950" cy="10795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24" name="Rectangle 15"/>
          <p:cNvSpPr>
            <a:spLocks noChangeArrowheads="1"/>
          </p:cNvSpPr>
          <p:nvPr/>
        </p:nvSpPr>
        <p:spPr bwMode="auto">
          <a:xfrm>
            <a:off x="8040415" y="4760739"/>
            <a:ext cx="107950" cy="10795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25" name="Rectangle 16"/>
          <p:cNvSpPr>
            <a:spLocks noChangeArrowheads="1"/>
          </p:cNvSpPr>
          <p:nvPr/>
        </p:nvSpPr>
        <p:spPr bwMode="auto">
          <a:xfrm>
            <a:off x="9300890" y="4940127"/>
            <a:ext cx="107950" cy="10795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26" name="Rectangle 17"/>
          <p:cNvSpPr>
            <a:spLocks noChangeArrowheads="1"/>
          </p:cNvSpPr>
          <p:nvPr/>
        </p:nvSpPr>
        <p:spPr bwMode="auto">
          <a:xfrm>
            <a:off x="9480277" y="4436889"/>
            <a:ext cx="107950" cy="10795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27" name="Rectangle 18"/>
          <p:cNvSpPr>
            <a:spLocks noChangeArrowheads="1"/>
          </p:cNvSpPr>
          <p:nvPr/>
        </p:nvSpPr>
        <p:spPr bwMode="auto">
          <a:xfrm>
            <a:off x="9659665" y="3644727"/>
            <a:ext cx="107950" cy="10795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28" name="Rectangle 19"/>
          <p:cNvSpPr>
            <a:spLocks noChangeArrowheads="1"/>
          </p:cNvSpPr>
          <p:nvPr/>
        </p:nvSpPr>
        <p:spPr bwMode="auto">
          <a:xfrm>
            <a:off x="10343877" y="4365452"/>
            <a:ext cx="107950" cy="10795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29" name="Rectangle 20"/>
          <p:cNvSpPr>
            <a:spLocks noChangeArrowheads="1"/>
          </p:cNvSpPr>
          <p:nvPr/>
        </p:nvSpPr>
        <p:spPr bwMode="auto">
          <a:xfrm>
            <a:off x="10451827" y="5013152"/>
            <a:ext cx="107950" cy="10795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30" name="Text Box 22"/>
          <p:cNvSpPr txBox="1">
            <a:spLocks noChangeArrowheads="1"/>
          </p:cNvSpPr>
          <p:nvPr/>
        </p:nvSpPr>
        <p:spPr bwMode="auto">
          <a:xfrm>
            <a:off x="3719240" y="4508327"/>
            <a:ext cx="1116012" cy="40011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Ранг 0</a:t>
            </a:r>
          </a:p>
        </p:txBody>
      </p:sp>
      <p:sp>
        <p:nvSpPr>
          <p:cNvPr id="31" name="Oval 23"/>
          <p:cNvSpPr>
            <a:spLocks noChangeArrowheads="1"/>
          </p:cNvSpPr>
          <p:nvPr/>
        </p:nvSpPr>
        <p:spPr bwMode="auto">
          <a:xfrm>
            <a:off x="4800327" y="3357389"/>
            <a:ext cx="2376488" cy="2413000"/>
          </a:xfrm>
          <a:prstGeom prst="ellipse">
            <a:avLst/>
          </a:prstGeom>
          <a:solidFill>
            <a:schemeClr val="tx1">
              <a:alpha val="10001"/>
            </a:schemeClr>
          </a:solidFill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32" name="Text Box 25"/>
          <p:cNvSpPr txBox="1">
            <a:spLocks noChangeArrowheads="1"/>
          </p:cNvSpPr>
          <p:nvPr/>
        </p:nvSpPr>
        <p:spPr bwMode="auto">
          <a:xfrm>
            <a:off x="5412036" y="5301208"/>
            <a:ext cx="1116012" cy="40011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Ранг 1</a:t>
            </a:r>
          </a:p>
        </p:txBody>
      </p:sp>
      <p:sp>
        <p:nvSpPr>
          <p:cNvPr id="33" name="Oval 26"/>
          <p:cNvSpPr>
            <a:spLocks noChangeArrowheads="1"/>
          </p:cNvSpPr>
          <p:nvPr/>
        </p:nvSpPr>
        <p:spPr bwMode="auto">
          <a:xfrm>
            <a:off x="7608615" y="3573290"/>
            <a:ext cx="792162" cy="1871663"/>
          </a:xfrm>
          <a:prstGeom prst="ellipse">
            <a:avLst/>
          </a:prstGeom>
          <a:solidFill>
            <a:schemeClr val="tx1">
              <a:alpha val="10001"/>
            </a:schemeClr>
          </a:solidFill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34" name="Text Box 28"/>
          <p:cNvSpPr txBox="1">
            <a:spLocks noChangeArrowheads="1"/>
          </p:cNvSpPr>
          <p:nvPr/>
        </p:nvSpPr>
        <p:spPr bwMode="auto">
          <a:xfrm>
            <a:off x="7464153" y="4257502"/>
            <a:ext cx="1116013" cy="40011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Ранг 1</a:t>
            </a:r>
          </a:p>
        </p:txBody>
      </p:sp>
      <p:sp>
        <p:nvSpPr>
          <p:cNvPr id="35" name="Text Box 31"/>
          <p:cNvSpPr txBox="1">
            <a:spLocks noChangeArrowheads="1"/>
          </p:cNvSpPr>
          <p:nvPr/>
        </p:nvSpPr>
        <p:spPr bwMode="auto">
          <a:xfrm>
            <a:off x="8769871" y="3750265"/>
            <a:ext cx="1116012" cy="40011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Ранг 1</a:t>
            </a:r>
          </a:p>
        </p:txBody>
      </p:sp>
      <p:sp>
        <p:nvSpPr>
          <p:cNvPr id="36" name="Text Box 33"/>
          <p:cNvSpPr txBox="1">
            <a:spLocks noChangeArrowheads="1"/>
          </p:cNvSpPr>
          <p:nvPr/>
        </p:nvSpPr>
        <p:spPr bwMode="auto">
          <a:xfrm>
            <a:off x="3808934" y="3859009"/>
            <a:ext cx="1116013" cy="40011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Ранг 1</a:t>
            </a:r>
          </a:p>
        </p:txBody>
      </p:sp>
      <p:sp>
        <p:nvSpPr>
          <p:cNvPr id="37" name="Oval 34"/>
          <p:cNvSpPr>
            <a:spLocks noChangeArrowheads="1"/>
          </p:cNvSpPr>
          <p:nvPr/>
        </p:nvSpPr>
        <p:spPr bwMode="auto">
          <a:xfrm>
            <a:off x="7895952" y="4652789"/>
            <a:ext cx="323850" cy="287338"/>
          </a:xfrm>
          <a:prstGeom prst="ellipse">
            <a:avLst/>
          </a:prstGeom>
          <a:solidFill>
            <a:schemeClr val="tx1">
              <a:alpha val="10001"/>
            </a:schemeClr>
          </a:solidFill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38" name="Oval 35"/>
          <p:cNvSpPr>
            <a:spLocks noChangeArrowheads="1"/>
          </p:cNvSpPr>
          <p:nvPr/>
        </p:nvSpPr>
        <p:spPr bwMode="auto">
          <a:xfrm>
            <a:off x="7788002" y="3789189"/>
            <a:ext cx="323850" cy="287338"/>
          </a:xfrm>
          <a:prstGeom prst="ellipse">
            <a:avLst/>
          </a:prstGeom>
          <a:solidFill>
            <a:schemeClr val="tx1">
              <a:alpha val="10001"/>
            </a:schemeClr>
          </a:solidFill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39" name="Oval 36"/>
          <p:cNvSpPr>
            <a:spLocks noChangeArrowheads="1"/>
          </p:cNvSpPr>
          <p:nvPr/>
        </p:nvSpPr>
        <p:spPr bwMode="auto">
          <a:xfrm>
            <a:off x="4979715" y="3932064"/>
            <a:ext cx="323850" cy="287338"/>
          </a:xfrm>
          <a:prstGeom prst="ellipse">
            <a:avLst/>
          </a:prstGeom>
          <a:solidFill>
            <a:schemeClr val="tx1">
              <a:alpha val="10001"/>
            </a:schemeClr>
          </a:solidFill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40" name="Oval 37"/>
          <p:cNvSpPr>
            <a:spLocks noChangeArrowheads="1"/>
          </p:cNvSpPr>
          <p:nvPr/>
        </p:nvSpPr>
        <p:spPr bwMode="auto">
          <a:xfrm>
            <a:off x="6779940" y="4220989"/>
            <a:ext cx="323850" cy="287338"/>
          </a:xfrm>
          <a:prstGeom prst="ellipse">
            <a:avLst/>
          </a:prstGeom>
          <a:solidFill>
            <a:schemeClr val="tx1">
              <a:alpha val="10001"/>
            </a:schemeClr>
          </a:solidFill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41" name="Oval 38"/>
          <p:cNvSpPr>
            <a:spLocks noChangeArrowheads="1"/>
          </p:cNvSpPr>
          <p:nvPr/>
        </p:nvSpPr>
        <p:spPr bwMode="auto">
          <a:xfrm>
            <a:off x="6276702" y="3573289"/>
            <a:ext cx="323850" cy="287338"/>
          </a:xfrm>
          <a:prstGeom prst="ellipse">
            <a:avLst/>
          </a:prstGeom>
          <a:solidFill>
            <a:schemeClr val="tx1">
              <a:alpha val="10001"/>
            </a:schemeClr>
          </a:solidFill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42" name="Oval 39"/>
          <p:cNvSpPr>
            <a:spLocks noChangeArrowheads="1"/>
          </p:cNvSpPr>
          <p:nvPr/>
        </p:nvSpPr>
        <p:spPr bwMode="auto">
          <a:xfrm>
            <a:off x="6564040" y="5086178"/>
            <a:ext cx="323850" cy="287337"/>
          </a:xfrm>
          <a:prstGeom prst="ellipse">
            <a:avLst/>
          </a:prstGeom>
          <a:solidFill>
            <a:schemeClr val="tx1">
              <a:alpha val="10001"/>
            </a:schemeClr>
          </a:solidFill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43" name="Oval 40"/>
          <p:cNvSpPr>
            <a:spLocks noChangeArrowheads="1"/>
          </p:cNvSpPr>
          <p:nvPr/>
        </p:nvSpPr>
        <p:spPr bwMode="auto">
          <a:xfrm>
            <a:off x="5195615" y="4905203"/>
            <a:ext cx="323850" cy="287337"/>
          </a:xfrm>
          <a:prstGeom prst="ellipse">
            <a:avLst/>
          </a:prstGeom>
          <a:solidFill>
            <a:schemeClr val="tx1">
              <a:alpha val="10001"/>
            </a:schemeClr>
          </a:solidFill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45" name="Oval 41"/>
          <p:cNvSpPr>
            <a:spLocks noChangeArrowheads="1"/>
          </p:cNvSpPr>
          <p:nvPr/>
        </p:nvSpPr>
        <p:spPr bwMode="auto">
          <a:xfrm>
            <a:off x="5952852" y="4760739"/>
            <a:ext cx="323850" cy="287338"/>
          </a:xfrm>
          <a:prstGeom prst="ellipse">
            <a:avLst/>
          </a:prstGeom>
          <a:solidFill>
            <a:schemeClr val="tx1">
              <a:alpha val="10001"/>
            </a:schemeClr>
          </a:solidFill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46" name="Oval 42"/>
          <p:cNvSpPr>
            <a:spLocks noChangeArrowheads="1"/>
          </p:cNvSpPr>
          <p:nvPr/>
        </p:nvSpPr>
        <p:spPr bwMode="auto">
          <a:xfrm>
            <a:off x="5771877" y="4113039"/>
            <a:ext cx="323850" cy="287338"/>
          </a:xfrm>
          <a:prstGeom prst="ellipse">
            <a:avLst/>
          </a:prstGeom>
          <a:solidFill>
            <a:schemeClr val="tx1">
              <a:alpha val="10001"/>
            </a:schemeClr>
          </a:solidFill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47" name="Oval 43"/>
          <p:cNvSpPr>
            <a:spLocks noChangeArrowheads="1"/>
          </p:cNvSpPr>
          <p:nvPr/>
        </p:nvSpPr>
        <p:spPr bwMode="auto">
          <a:xfrm>
            <a:off x="9227865" y="4833764"/>
            <a:ext cx="323850" cy="287338"/>
          </a:xfrm>
          <a:prstGeom prst="ellipse">
            <a:avLst/>
          </a:prstGeom>
          <a:solidFill>
            <a:schemeClr val="tx1">
              <a:alpha val="10001"/>
            </a:schemeClr>
          </a:solidFill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48" name="Oval 44"/>
          <p:cNvSpPr>
            <a:spLocks noChangeArrowheads="1"/>
          </p:cNvSpPr>
          <p:nvPr/>
        </p:nvSpPr>
        <p:spPr bwMode="auto">
          <a:xfrm>
            <a:off x="10308952" y="4905203"/>
            <a:ext cx="323850" cy="287337"/>
          </a:xfrm>
          <a:prstGeom prst="ellipse">
            <a:avLst/>
          </a:prstGeom>
          <a:solidFill>
            <a:schemeClr val="tx1">
              <a:alpha val="10001"/>
            </a:schemeClr>
          </a:solidFill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49" name="Oval 45"/>
          <p:cNvSpPr>
            <a:spLocks noChangeArrowheads="1"/>
          </p:cNvSpPr>
          <p:nvPr/>
        </p:nvSpPr>
        <p:spPr bwMode="auto">
          <a:xfrm>
            <a:off x="10272440" y="4257503"/>
            <a:ext cx="323850" cy="287337"/>
          </a:xfrm>
          <a:prstGeom prst="ellipse">
            <a:avLst/>
          </a:prstGeom>
          <a:solidFill>
            <a:schemeClr val="tx1">
              <a:alpha val="10001"/>
            </a:schemeClr>
          </a:solidFill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50" name="Oval 46"/>
          <p:cNvSpPr>
            <a:spLocks noChangeArrowheads="1"/>
          </p:cNvSpPr>
          <p:nvPr/>
        </p:nvSpPr>
        <p:spPr bwMode="auto">
          <a:xfrm>
            <a:off x="9516790" y="3536778"/>
            <a:ext cx="323850" cy="287337"/>
          </a:xfrm>
          <a:prstGeom prst="ellipse">
            <a:avLst/>
          </a:prstGeom>
          <a:solidFill>
            <a:schemeClr val="tx1">
              <a:alpha val="10001"/>
            </a:schemeClr>
          </a:solidFill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51" name="Oval 47"/>
          <p:cNvSpPr>
            <a:spLocks noChangeArrowheads="1"/>
          </p:cNvSpPr>
          <p:nvPr/>
        </p:nvSpPr>
        <p:spPr bwMode="auto">
          <a:xfrm>
            <a:off x="9372327" y="4328939"/>
            <a:ext cx="323850" cy="287338"/>
          </a:xfrm>
          <a:prstGeom prst="ellipse">
            <a:avLst/>
          </a:prstGeom>
          <a:solidFill>
            <a:schemeClr val="tx1">
              <a:alpha val="10001"/>
            </a:schemeClr>
          </a:solidFill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52" name="Oval 48"/>
          <p:cNvSpPr>
            <a:spLocks noChangeArrowheads="1"/>
          </p:cNvSpPr>
          <p:nvPr/>
        </p:nvSpPr>
        <p:spPr bwMode="auto">
          <a:xfrm>
            <a:off x="5627416" y="3968578"/>
            <a:ext cx="828675" cy="1296987"/>
          </a:xfrm>
          <a:prstGeom prst="ellipse">
            <a:avLst/>
          </a:prstGeom>
          <a:solidFill>
            <a:schemeClr val="tx1">
              <a:alpha val="9000"/>
            </a:schemeClr>
          </a:solidFill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53" name="Oval 49"/>
          <p:cNvSpPr>
            <a:spLocks noChangeArrowheads="1"/>
          </p:cNvSpPr>
          <p:nvPr/>
        </p:nvSpPr>
        <p:spPr bwMode="auto">
          <a:xfrm>
            <a:off x="9264377" y="4076527"/>
            <a:ext cx="1512888" cy="792162"/>
          </a:xfrm>
          <a:prstGeom prst="ellipse">
            <a:avLst/>
          </a:prstGeom>
          <a:solidFill>
            <a:schemeClr val="tx1">
              <a:alpha val="10001"/>
            </a:schemeClr>
          </a:solidFill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82502412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9" grpId="0" animBg="1"/>
      <p:bldP spid="10" grpId="0" animBg="1"/>
      <p:bldP spid="11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/>
      <p:bldP spid="31" grpId="0" animBg="1"/>
      <p:bldP spid="32" grpId="0"/>
      <p:bldP spid="33" grpId="0" animBg="1"/>
      <p:bldP spid="34" grpId="0"/>
      <p:bldP spid="35" grpId="0"/>
      <p:bldP spid="36" grpId="0"/>
      <p:bldP spid="36" grpId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52" grpId="0" animBg="1"/>
      <p:bldP spid="53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_h1"/>
          <p:cNvSpPr>
            <a:spLocks noGrp="1" noChangeArrowheads="1"/>
          </p:cNvSpPr>
          <p:nvPr>
            <p:ph type="title" idx="4294967295"/>
          </p:nvPr>
        </p:nvSpPr>
        <p:spPr bwMode="gray">
          <a:xfrm>
            <a:off x="3216002" y="238125"/>
            <a:ext cx="8496300" cy="617538"/>
          </a:xfrm>
        </p:spPr>
        <p:txBody>
          <a:bodyPr/>
          <a:lstStyle/>
          <a:p>
            <a:pPr eaLnBrk="1" hangingPunct="1"/>
            <a:r>
              <a:rPr kumimoji="0" lang="ru-RU" sz="3600" b="1" noProof="1">
                <a:solidFill>
                  <a:srgbClr val="003794"/>
                </a:solidFill>
                <a:latin typeface="Arial" pitchFamily="34" charset="0"/>
                <a:cs typeface="Arial" pitchFamily="34" charset="0"/>
              </a:rPr>
              <a:t>Сети и сетевые ОС </a:t>
            </a:r>
          </a:p>
        </p:txBody>
      </p:sp>
      <p:sp>
        <p:nvSpPr>
          <p:cNvPr id="12" name="Rechteck 39"/>
          <p:cNvSpPr>
            <a:spLocks noChangeArrowheads="1"/>
          </p:cNvSpPr>
          <p:nvPr/>
        </p:nvSpPr>
        <p:spPr bwMode="gray">
          <a:xfrm>
            <a:off x="3216002" y="2132858"/>
            <a:ext cx="8496300" cy="4392487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Tx/>
              <a:buFontTx/>
              <a:buNone/>
              <a:tabLst/>
              <a:defRPr/>
            </a:pP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4" name="Rechteck 36"/>
          <p:cNvSpPr>
            <a:spLocks noChangeArrowheads="1"/>
          </p:cNvSpPr>
          <p:nvPr/>
        </p:nvSpPr>
        <p:spPr bwMode="gray">
          <a:xfrm>
            <a:off x="3071664" y="908720"/>
            <a:ext cx="8784976" cy="1008112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ct val="200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000" b="1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itchFamily="34" charset="0"/>
                <a:ea typeface="+mn-ea"/>
                <a:cs typeface="+mn-cs"/>
              </a:rPr>
              <a:t>Двухуровневая адресация –</a:t>
            </a:r>
            <a:br>
              <a:rPr kumimoji="0" lang="ru-RU" sz="3000" b="1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itchFamily="34" charset="0"/>
                <a:ea typeface="+mn-ea"/>
                <a:cs typeface="+mn-cs"/>
              </a:rPr>
            </a:br>
            <a:r>
              <a:rPr kumimoji="0" lang="ru-RU" sz="3000" b="1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itchFamily="34" charset="0"/>
                <a:ea typeface="+mn-ea"/>
                <a:cs typeface="+mn-cs"/>
              </a:rPr>
              <a:t>удаленные адреса</a:t>
            </a:r>
          </a:p>
        </p:txBody>
      </p:sp>
      <p:sp>
        <p:nvSpPr>
          <p:cNvPr id="13" name="Text Box 4"/>
          <p:cNvSpPr txBox="1">
            <a:spLocks noChangeArrowheads="1"/>
          </p:cNvSpPr>
          <p:nvPr/>
        </p:nvSpPr>
        <p:spPr bwMode="auto">
          <a:xfrm>
            <a:off x="3287440" y="2204865"/>
            <a:ext cx="8316912" cy="51911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Распределенный подход (на примере 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DNS)</a:t>
            </a:r>
            <a:endParaRPr kumimoji="0" lang="ru-RU" sz="2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54" name="Text Box 46"/>
          <p:cNvSpPr txBox="1">
            <a:spLocks noChangeArrowheads="1"/>
          </p:cNvSpPr>
          <p:nvPr/>
        </p:nvSpPr>
        <p:spPr bwMode="auto">
          <a:xfrm>
            <a:off x="5268640" y="5013350"/>
            <a:ext cx="900112" cy="36933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serv</a:t>
            </a: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55" name="Oval 47"/>
          <p:cNvSpPr>
            <a:spLocks noChangeArrowheads="1"/>
          </p:cNvSpPr>
          <p:nvPr/>
        </p:nvSpPr>
        <p:spPr bwMode="auto">
          <a:xfrm>
            <a:off x="5087665" y="3897338"/>
            <a:ext cx="1763712" cy="1800225"/>
          </a:xfrm>
          <a:prstGeom prst="ellipse">
            <a:avLst/>
          </a:prstGeom>
          <a:solidFill>
            <a:schemeClr val="tx1">
              <a:alpha val="10001"/>
            </a:schemeClr>
          </a:solidFill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56" name="Oval 50"/>
          <p:cNvSpPr>
            <a:spLocks noChangeArrowheads="1"/>
          </p:cNvSpPr>
          <p:nvPr/>
        </p:nvSpPr>
        <p:spPr bwMode="auto">
          <a:xfrm>
            <a:off x="4655865" y="3536975"/>
            <a:ext cx="2520950" cy="2303462"/>
          </a:xfrm>
          <a:prstGeom prst="ellipse">
            <a:avLst/>
          </a:prstGeom>
          <a:solidFill>
            <a:schemeClr val="tx1">
              <a:alpha val="10001"/>
            </a:schemeClr>
          </a:solidFill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57" name="Oval 52"/>
          <p:cNvSpPr>
            <a:spLocks noChangeArrowheads="1"/>
          </p:cNvSpPr>
          <p:nvPr/>
        </p:nvSpPr>
        <p:spPr bwMode="auto">
          <a:xfrm>
            <a:off x="4403453" y="3429025"/>
            <a:ext cx="3421063" cy="2627312"/>
          </a:xfrm>
          <a:prstGeom prst="ellipse">
            <a:avLst/>
          </a:prstGeom>
          <a:solidFill>
            <a:schemeClr val="tx1">
              <a:alpha val="10001"/>
            </a:schemeClr>
          </a:solidFill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58" name="Oval 2"/>
          <p:cNvSpPr>
            <a:spLocks noChangeArrowheads="1"/>
          </p:cNvSpPr>
          <p:nvPr/>
        </p:nvSpPr>
        <p:spPr bwMode="auto">
          <a:xfrm>
            <a:off x="3449366" y="3105176"/>
            <a:ext cx="8029575" cy="3132137"/>
          </a:xfrm>
          <a:prstGeom prst="ellipse">
            <a:avLst/>
          </a:prstGeom>
          <a:solidFill>
            <a:schemeClr val="tx1">
              <a:alpha val="10001"/>
            </a:schemeClr>
          </a:solidFill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59" name="Oval 36"/>
          <p:cNvSpPr>
            <a:spLocks noChangeArrowheads="1"/>
          </p:cNvSpPr>
          <p:nvPr/>
        </p:nvSpPr>
        <p:spPr bwMode="auto">
          <a:xfrm>
            <a:off x="5195615" y="4905401"/>
            <a:ext cx="323850" cy="287337"/>
          </a:xfrm>
          <a:prstGeom prst="ellipse">
            <a:avLst/>
          </a:prstGeom>
          <a:solidFill>
            <a:schemeClr val="tx1">
              <a:alpha val="10001"/>
            </a:schemeClr>
          </a:solidFill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60" name="Rectangle 12"/>
          <p:cNvSpPr>
            <a:spLocks noChangeArrowheads="1"/>
          </p:cNvSpPr>
          <p:nvPr/>
        </p:nvSpPr>
        <p:spPr bwMode="auto">
          <a:xfrm>
            <a:off x="5303565" y="5011762"/>
            <a:ext cx="107950" cy="10795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61" name="Text Box 49"/>
          <p:cNvSpPr txBox="1">
            <a:spLocks noChangeArrowheads="1"/>
          </p:cNvSpPr>
          <p:nvPr/>
        </p:nvSpPr>
        <p:spPr bwMode="auto">
          <a:xfrm>
            <a:off x="5195615" y="4292625"/>
            <a:ext cx="900112" cy="36933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crec</a:t>
            </a: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62" name="Text Box 51"/>
          <p:cNvSpPr txBox="1">
            <a:spLocks noChangeArrowheads="1"/>
          </p:cNvSpPr>
          <p:nvPr/>
        </p:nvSpPr>
        <p:spPr bwMode="auto">
          <a:xfrm>
            <a:off x="5375003" y="3536975"/>
            <a:ext cx="900113" cy="36933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mipt</a:t>
            </a: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63" name="Text Box 53"/>
          <p:cNvSpPr txBox="1">
            <a:spLocks noChangeArrowheads="1"/>
          </p:cNvSpPr>
          <p:nvPr/>
        </p:nvSpPr>
        <p:spPr bwMode="auto">
          <a:xfrm>
            <a:off x="6708503" y="3740175"/>
            <a:ext cx="900113" cy="36933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ru</a:t>
            </a: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64" name="Text Box 54"/>
          <p:cNvSpPr txBox="1">
            <a:spLocks noChangeArrowheads="1"/>
          </p:cNvSpPr>
          <p:nvPr/>
        </p:nvSpPr>
        <p:spPr bwMode="auto">
          <a:xfrm>
            <a:off x="3108524" y="2852936"/>
            <a:ext cx="2411413" cy="40011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serv.crec.mipt.ru</a:t>
            </a: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65" name="Oval 57"/>
          <p:cNvSpPr>
            <a:spLocks noChangeArrowheads="1"/>
          </p:cNvSpPr>
          <p:nvPr/>
        </p:nvSpPr>
        <p:spPr bwMode="auto">
          <a:xfrm>
            <a:off x="5987777" y="4618062"/>
            <a:ext cx="323850" cy="287338"/>
          </a:xfrm>
          <a:prstGeom prst="ellipse">
            <a:avLst/>
          </a:prstGeom>
          <a:solidFill>
            <a:schemeClr val="tx1">
              <a:alpha val="10001"/>
            </a:schemeClr>
          </a:solidFill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66" name="Rectangle 58"/>
          <p:cNvSpPr>
            <a:spLocks noChangeArrowheads="1"/>
          </p:cNvSpPr>
          <p:nvPr/>
        </p:nvSpPr>
        <p:spPr bwMode="auto">
          <a:xfrm>
            <a:off x="6095727" y="4726012"/>
            <a:ext cx="107950" cy="107950"/>
          </a:xfrm>
          <a:prstGeom prst="rect">
            <a:avLst/>
          </a:prstGeom>
          <a:solidFill>
            <a:srgbClr val="FF0000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67" name="Oval 59"/>
          <p:cNvSpPr>
            <a:spLocks noChangeArrowheads="1"/>
          </p:cNvSpPr>
          <p:nvPr/>
        </p:nvSpPr>
        <p:spPr bwMode="auto">
          <a:xfrm>
            <a:off x="6779940" y="4292626"/>
            <a:ext cx="323850" cy="287337"/>
          </a:xfrm>
          <a:prstGeom prst="ellipse">
            <a:avLst/>
          </a:prstGeom>
          <a:solidFill>
            <a:schemeClr val="tx1">
              <a:alpha val="10001"/>
            </a:schemeClr>
          </a:solidFill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68" name="Rectangle 60"/>
          <p:cNvSpPr>
            <a:spLocks noChangeArrowheads="1"/>
          </p:cNvSpPr>
          <p:nvPr/>
        </p:nvSpPr>
        <p:spPr bwMode="auto">
          <a:xfrm>
            <a:off x="6887890" y="4400575"/>
            <a:ext cx="107950" cy="107950"/>
          </a:xfrm>
          <a:prstGeom prst="rect">
            <a:avLst/>
          </a:prstGeom>
          <a:solidFill>
            <a:srgbClr val="FF0000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69" name="Oval 61"/>
          <p:cNvSpPr>
            <a:spLocks noChangeArrowheads="1"/>
          </p:cNvSpPr>
          <p:nvPr/>
        </p:nvSpPr>
        <p:spPr bwMode="auto">
          <a:xfrm>
            <a:off x="7319690" y="4472012"/>
            <a:ext cx="323850" cy="287338"/>
          </a:xfrm>
          <a:prstGeom prst="ellipse">
            <a:avLst/>
          </a:prstGeom>
          <a:solidFill>
            <a:schemeClr val="tx1">
              <a:alpha val="10001"/>
            </a:schemeClr>
          </a:solidFill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70" name="Rectangle 62"/>
          <p:cNvSpPr>
            <a:spLocks noChangeArrowheads="1"/>
          </p:cNvSpPr>
          <p:nvPr/>
        </p:nvSpPr>
        <p:spPr bwMode="auto">
          <a:xfrm>
            <a:off x="7427640" y="4579962"/>
            <a:ext cx="107950" cy="107950"/>
          </a:xfrm>
          <a:prstGeom prst="rect">
            <a:avLst/>
          </a:prstGeom>
          <a:solidFill>
            <a:srgbClr val="FF0000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71" name="Text Box 63"/>
          <p:cNvSpPr txBox="1">
            <a:spLocks noChangeArrowheads="1"/>
          </p:cNvSpPr>
          <p:nvPr/>
        </p:nvSpPr>
        <p:spPr bwMode="auto">
          <a:xfrm>
            <a:off x="5735366" y="4832376"/>
            <a:ext cx="1368425" cy="646331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Сервер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DNS</a:t>
            </a: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72" name="Text Box 64"/>
          <p:cNvSpPr txBox="1">
            <a:spLocks noChangeArrowheads="1"/>
          </p:cNvSpPr>
          <p:nvPr/>
        </p:nvSpPr>
        <p:spPr bwMode="auto">
          <a:xfrm>
            <a:off x="5808391" y="3932263"/>
            <a:ext cx="1368425" cy="646331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Сервер 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DNS</a:t>
            </a: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73" name="Text Box 65"/>
          <p:cNvSpPr txBox="1">
            <a:spLocks noChangeArrowheads="1"/>
          </p:cNvSpPr>
          <p:nvPr/>
        </p:nvSpPr>
        <p:spPr bwMode="auto">
          <a:xfrm>
            <a:off x="6779941" y="4684738"/>
            <a:ext cx="1368425" cy="646331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Сервер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DNS</a:t>
            </a: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74" name="Oval 66"/>
          <p:cNvSpPr>
            <a:spLocks noChangeArrowheads="1"/>
          </p:cNvSpPr>
          <p:nvPr/>
        </p:nvSpPr>
        <p:spPr bwMode="auto">
          <a:xfrm>
            <a:off x="9804127" y="4508526"/>
            <a:ext cx="323850" cy="287337"/>
          </a:xfrm>
          <a:prstGeom prst="ellipse">
            <a:avLst/>
          </a:prstGeom>
          <a:solidFill>
            <a:schemeClr val="tx1">
              <a:alpha val="10001"/>
            </a:schemeClr>
          </a:solidFill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75" name="Rectangle 67"/>
          <p:cNvSpPr>
            <a:spLocks noChangeArrowheads="1"/>
          </p:cNvSpPr>
          <p:nvPr/>
        </p:nvSpPr>
        <p:spPr bwMode="auto">
          <a:xfrm>
            <a:off x="9912077" y="4616475"/>
            <a:ext cx="107950" cy="10795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76" name="Oval 69"/>
          <p:cNvSpPr>
            <a:spLocks noChangeArrowheads="1"/>
          </p:cNvSpPr>
          <p:nvPr/>
        </p:nvSpPr>
        <p:spPr bwMode="auto">
          <a:xfrm>
            <a:off x="9011965" y="4113237"/>
            <a:ext cx="1763712" cy="1187450"/>
          </a:xfrm>
          <a:prstGeom prst="ellipse">
            <a:avLst/>
          </a:prstGeom>
          <a:solidFill>
            <a:schemeClr val="tx1">
              <a:alpha val="10001"/>
            </a:schemeClr>
          </a:solidFill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77" name="Text Box 68"/>
          <p:cNvSpPr txBox="1">
            <a:spLocks noChangeArrowheads="1"/>
          </p:cNvSpPr>
          <p:nvPr/>
        </p:nvSpPr>
        <p:spPr bwMode="auto">
          <a:xfrm>
            <a:off x="9696177" y="4676800"/>
            <a:ext cx="971550" cy="36933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ssp</a:t>
            </a: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78" name="Text Box 70"/>
          <p:cNvSpPr txBox="1">
            <a:spLocks noChangeArrowheads="1"/>
          </p:cNvSpPr>
          <p:nvPr/>
        </p:nvSpPr>
        <p:spPr bwMode="auto">
          <a:xfrm>
            <a:off x="9408840" y="4113237"/>
            <a:ext cx="900112" cy="36933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brown</a:t>
            </a: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79" name="Oval 71"/>
          <p:cNvSpPr>
            <a:spLocks noChangeArrowheads="1"/>
          </p:cNvSpPr>
          <p:nvPr/>
        </p:nvSpPr>
        <p:spPr bwMode="auto">
          <a:xfrm>
            <a:off x="8327752" y="3681438"/>
            <a:ext cx="2736850" cy="2016125"/>
          </a:xfrm>
          <a:prstGeom prst="ellipse">
            <a:avLst/>
          </a:prstGeom>
          <a:solidFill>
            <a:schemeClr val="tx1">
              <a:alpha val="10001"/>
            </a:schemeClr>
          </a:solidFill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80" name="Text Box 72"/>
          <p:cNvSpPr txBox="1">
            <a:spLocks noChangeArrowheads="1"/>
          </p:cNvSpPr>
          <p:nvPr/>
        </p:nvSpPr>
        <p:spPr bwMode="auto">
          <a:xfrm>
            <a:off x="8977040" y="3789387"/>
            <a:ext cx="971550" cy="36933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edu</a:t>
            </a: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81" name="Text Box 73"/>
          <p:cNvSpPr txBox="1">
            <a:spLocks noChangeArrowheads="1"/>
          </p:cNvSpPr>
          <p:nvPr/>
        </p:nvSpPr>
        <p:spPr bwMode="auto">
          <a:xfrm>
            <a:off x="9804128" y="2852936"/>
            <a:ext cx="1873250" cy="40011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ssp.brown.edu</a:t>
            </a: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82" name="Line 74"/>
          <p:cNvSpPr>
            <a:spLocks noChangeShapeType="1"/>
          </p:cNvSpPr>
          <p:nvPr/>
        </p:nvSpPr>
        <p:spPr bwMode="auto">
          <a:xfrm flipV="1">
            <a:off x="5519466" y="4797450"/>
            <a:ext cx="504825" cy="2159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stealth" w="med" len="med"/>
          </a:ln>
          <a:effectLst/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83" name="Line 75"/>
          <p:cNvSpPr>
            <a:spLocks noChangeShapeType="1"/>
          </p:cNvSpPr>
          <p:nvPr/>
        </p:nvSpPr>
        <p:spPr bwMode="auto">
          <a:xfrm flipV="1">
            <a:off x="6276702" y="4545038"/>
            <a:ext cx="539750" cy="14446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stealth" w="med" len="med"/>
          </a:ln>
          <a:effectLst/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84" name="Line 76"/>
          <p:cNvSpPr>
            <a:spLocks noChangeShapeType="1"/>
          </p:cNvSpPr>
          <p:nvPr/>
        </p:nvSpPr>
        <p:spPr bwMode="auto">
          <a:xfrm>
            <a:off x="7103790" y="4437087"/>
            <a:ext cx="252412" cy="1079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stealth" w="med" len="med"/>
          </a:ln>
          <a:effectLst/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85" name="Oval 77"/>
          <p:cNvSpPr>
            <a:spLocks noChangeArrowheads="1"/>
          </p:cNvSpPr>
          <p:nvPr/>
        </p:nvSpPr>
        <p:spPr bwMode="auto">
          <a:xfrm>
            <a:off x="8472215" y="4870476"/>
            <a:ext cx="323850" cy="287337"/>
          </a:xfrm>
          <a:prstGeom prst="ellipse">
            <a:avLst/>
          </a:prstGeom>
          <a:solidFill>
            <a:schemeClr val="tx1">
              <a:alpha val="10001"/>
            </a:schemeClr>
          </a:solidFill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86" name="Rectangle 78"/>
          <p:cNvSpPr>
            <a:spLocks noChangeArrowheads="1"/>
          </p:cNvSpPr>
          <p:nvPr/>
        </p:nvSpPr>
        <p:spPr bwMode="auto">
          <a:xfrm>
            <a:off x="8580165" y="4978425"/>
            <a:ext cx="107950" cy="107950"/>
          </a:xfrm>
          <a:prstGeom prst="rect">
            <a:avLst/>
          </a:prstGeom>
          <a:solidFill>
            <a:srgbClr val="FF0000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87" name="Oval 79"/>
          <p:cNvSpPr>
            <a:spLocks noChangeArrowheads="1"/>
          </p:cNvSpPr>
          <p:nvPr/>
        </p:nvSpPr>
        <p:spPr bwMode="auto">
          <a:xfrm>
            <a:off x="9335815" y="4868887"/>
            <a:ext cx="323850" cy="287338"/>
          </a:xfrm>
          <a:prstGeom prst="ellipse">
            <a:avLst/>
          </a:prstGeom>
          <a:solidFill>
            <a:schemeClr val="tx1">
              <a:alpha val="10001"/>
            </a:schemeClr>
          </a:solidFill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88" name="Rectangle 80"/>
          <p:cNvSpPr>
            <a:spLocks noChangeArrowheads="1"/>
          </p:cNvSpPr>
          <p:nvPr/>
        </p:nvSpPr>
        <p:spPr bwMode="auto">
          <a:xfrm>
            <a:off x="9443765" y="4976837"/>
            <a:ext cx="107950" cy="107950"/>
          </a:xfrm>
          <a:prstGeom prst="rect">
            <a:avLst/>
          </a:prstGeom>
          <a:solidFill>
            <a:srgbClr val="FF0000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89" name="Text Box 81"/>
          <p:cNvSpPr txBox="1">
            <a:spLocks noChangeArrowheads="1"/>
          </p:cNvSpPr>
          <p:nvPr/>
        </p:nvSpPr>
        <p:spPr bwMode="auto">
          <a:xfrm>
            <a:off x="8040416" y="5084788"/>
            <a:ext cx="1368425" cy="646331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Сервер 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DNS</a:t>
            </a: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90" name="Text Box 82"/>
          <p:cNvSpPr txBox="1">
            <a:spLocks noChangeArrowheads="1"/>
          </p:cNvSpPr>
          <p:nvPr/>
        </p:nvSpPr>
        <p:spPr bwMode="auto">
          <a:xfrm>
            <a:off x="9048478" y="5084788"/>
            <a:ext cx="1368425" cy="646331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Сервер 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DNS</a:t>
            </a: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91" name="Line 83"/>
          <p:cNvSpPr>
            <a:spLocks noChangeShapeType="1"/>
          </p:cNvSpPr>
          <p:nvPr/>
        </p:nvSpPr>
        <p:spPr bwMode="auto">
          <a:xfrm flipV="1">
            <a:off x="7643541" y="4013325"/>
            <a:ext cx="323849" cy="6031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stealth" w="med" len="med"/>
          </a:ln>
          <a:effectLst/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92" name="Line 84"/>
          <p:cNvSpPr>
            <a:spLocks noChangeShapeType="1"/>
          </p:cNvSpPr>
          <p:nvPr/>
        </p:nvSpPr>
        <p:spPr bwMode="auto">
          <a:xfrm>
            <a:off x="8796065" y="5013350"/>
            <a:ext cx="53975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stealth" w="med" len="med"/>
          </a:ln>
          <a:effectLst/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45" name="Rectangle 62"/>
          <p:cNvSpPr>
            <a:spLocks noChangeArrowheads="1"/>
          </p:cNvSpPr>
          <p:nvPr/>
        </p:nvSpPr>
        <p:spPr bwMode="auto">
          <a:xfrm>
            <a:off x="8006231" y="3860585"/>
            <a:ext cx="107950" cy="107950"/>
          </a:xfrm>
          <a:prstGeom prst="rect">
            <a:avLst/>
          </a:prstGeom>
          <a:solidFill>
            <a:srgbClr val="FF0000"/>
          </a:solidFill>
          <a:ln w="1270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47" name="Oval 61"/>
          <p:cNvSpPr>
            <a:spLocks noChangeArrowheads="1"/>
          </p:cNvSpPr>
          <p:nvPr/>
        </p:nvSpPr>
        <p:spPr bwMode="auto">
          <a:xfrm>
            <a:off x="7898281" y="3770891"/>
            <a:ext cx="323850" cy="287338"/>
          </a:xfrm>
          <a:prstGeom prst="ellipse">
            <a:avLst/>
          </a:prstGeom>
          <a:solidFill>
            <a:schemeClr val="tx1">
              <a:alpha val="10001"/>
            </a:schemeClr>
          </a:solidFill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sp>
        <p:nvSpPr>
          <p:cNvPr id="49" name="Text Box 65"/>
          <p:cNvSpPr txBox="1">
            <a:spLocks noChangeArrowheads="1"/>
          </p:cNvSpPr>
          <p:nvPr/>
        </p:nvSpPr>
        <p:spPr bwMode="auto">
          <a:xfrm>
            <a:off x="7247956" y="3114754"/>
            <a:ext cx="1800522" cy="646331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Корневой Сервер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DNS</a:t>
            </a: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  <p:cxnSp>
        <p:nvCxnSpPr>
          <p:cNvPr id="3" name="Прямая со стрелкой 2"/>
          <p:cNvCxnSpPr>
            <a:stCxn id="47" idx="5"/>
            <a:endCxn id="85" idx="1"/>
          </p:cNvCxnSpPr>
          <p:nvPr/>
        </p:nvCxnSpPr>
        <p:spPr>
          <a:xfrm>
            <a:off x="8174704" y="4016149"/>
            <a:ext cx="344938" cy="896407"/>
          </a:xfrm>
          <a:prstGeom prst="straightConnector1">
            <a:avLst/>
          </a:prstGeom>
          <a:ln w="12700">
            <a:solidFill>
              <a:schemeClr val="tx1"/>
            </a:solidFill>
            <a:headEnd type="none"/>
            <a:tailEnd type="stealt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37551079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" grpId="0"/>
      <p:bldP spid="55" grpId="0" animBg="1"/>
      <p:bldP spid="56" grpId="0" animBg="1"/>
      <p:bldP spid="57" grpId="0" animBg="1"/>
      <p:bldP spid="58" grpId="0" animBg="1"/>
      <p:bldP spid="59" grpId="0" animBg="1"/>
      <p:bldP spid="60" grpId="0" animBg="1"/>
      <p:bldP spid="61" grpId="0"/>
      <p:bldP spid="62" grpId="0"/>
      <p:bldP spid="63" grpId="0"/>
      <p:bldP spid="64" grpId="0"/>
      <p:bldP spid="65" grpId="0" animBg="1"/>
      <p:bldP spid="66" grpId="0" animBg="1"/>
      <p:bldP spid="67" grpId="0" animBg="1"/>
      <p:bldP spid="68" grpId="0" animBg="1"/>
      <p:bldP spid="69" grpId="0" animBg="1"/>
      <p:bldP spid="70" grpId="0" animBg="1"/>
      <p:bldP spid="71" grpId="0"/>
      <p:bldP spid="72" grpId="0"/>
      <p:bldP spid="73" grpId="0"/>
      <p:bldP spid="74" grpId="0" animBg="1"/>
      <p:bldP spid="75" grpId="0" animBg="1"/>
      <p:bldP spid="76" grpId="0" animBg="1"/>
      <p:bldP spid="77" grpId="0"/>
      <p:bldP spid="78" grpId="0"/>
      <p:bldP spid="79" grpId="0" animBg="1"/>
      <p:bldP spid="80" grpId="0"/>
      <p:bldP spid="81" grpId="0"/>
      <p:bldP spid="85" grpId="0" animBg="1"/>
      <p:bldP spid="86" grpId="0" animBg="1"/>
      <p:bldP spid="87" grpId="0" animBg="1"/>
      <p:bldP spid="88" grpId="0" animBg="1"/>
      <p:bldP spid="89" grpId="0"/>
      <p:bldP spid="90" grpId="0"/>
      <p:bldP spid="45" grpId="0" animBg="1"/>
      <p:bldP spid="47" grpId="0" animBg="1"/>
      <p:bldP spid="49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_h1"/>
          <p:cNvSpPr>
            <a:spLocks noGrp="1" noChangeArrowheads="1"/>
          </p:cNvSpPr>
          <p:nvPr>
            <p:ph type="title" idx="4294967295"/>
          </p:nvPr>
        </p:nvSpPr>
        <p:spPr bwMode="gray">
          <a:xfrm>
            <a:off x="3216002" y="238125"/>
            <a:ext cx="8496300" cy="617538"/>
          </a:xfrm>
        </p:spPr>
        <p:txBody>
          <a:bodyPr/>
          <a:lstStyle/>
          <a:p>
            <a:pPr eaLnBrk="1" hangingPunct="1"/>
            <a:r>
              <a:rPr kumimoji="0" lang="ru-RU" sz="3600" b="1" noProof="1">
                <a:solidFill>
                  <a:srgbClr val="003794"/>
                </a:solidFill>
                <a:latin typeface="Arial" pitchFamily="34" charset="0"/>
                <a:cs typeface="Arial" pitchFamily="34" charset="0"/>
              </a:rPr>
              <a:t>Сети и сетевые ОС </a:t>
            </a:r>
          </a:p>
        </p:txBody>
      </p:sp>
      <p:sp>
        <p:nvSpPr>
          <p:cNvPr id="12" name="Rechteck 39"/>
          <p:cNvSpPr>
            <a:spLocks noChangeArrowheads="1"/>
          </p:cNvSpPr>
          <p:nvPr/>
        </p:nvSpPr>
        <p:spPr bwMode="gray">
          <a:xfrm>
            <a:off x="3216002" y="2132858"/>
            <a:ext cx="8496300" cy="4104455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Tx/>
              <a:buFontTx/>
              <a:buNone/>
              <a:tabLst/>
              <a:defRPr/>
            </a:pP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4" name="Rechteck 36"/>
          <p:cNvSpPr>
            <a:spLocks noChangeArrowheads="1"/>
          </p:cNvSpPr>
          <p:nvPr/>
        </p:nvSpPr>
        <p:spPr bwMode="gray">
          <a:xfrm>
            <a:off x="3071664" y="908720"/>
            <a:ext cx="8784976" cy="1008112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ct val="200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000" b="1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itchFamily="34" charset="0"/>
                <a:ea typeface="+mn-ea"/>
                <a:cs typeface="+mn-cs"/>
              </a:rPr>
              <a:t>Двухуровневая адресация –</a:t>
            </a:r>
            <a:br>
              <a:rPr kumimoji="0" lang="ru-RU" sz="3000" b="1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itchFamily="34" charset="0"/>
                <a:ea typeface="+mn-ea"/>
                <a:cs typeface="+mn-cs"/>
              </a:rPr>
            </a:br>
            <a:r>
              <a:rPr kumimoji="0" lang="ru-RU" sz="3000" b="1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itchFamily="34" charset="0"/>
                <a:ea typeface="+mn-ea"/>
                <a:cs typeface="+mn-cs"/>
              </a:rPr>
              <a:t>локальные и полные адреса</a:t>
            </a:r>
          </a:p>
        </p:txBody>
      </p:sp>
      <p:sp>
        <p:nvSpPr>
          <p:cNvPr id="45" name="Rectangle 8"/>
          <p:cNvSpPr>
            <a:spLocks noGrp="1" noRot="1" noChangeArrowheads="1"/>
          </p:cNvSpPr>
          <p:nvPr>
            <p:ph type="body" idx="4294967295"/>
          </p:nvPr>
        </p:nvSpPr>
        <p:spPr>
          <a:xfrm>
            <a:off x="3193777" y="2564904"/>
            <a:ext cx="8540750" cy="2482850"/>
          </a:xfrm>
          <a:prstGeom prst="rect">
            <a:avLst/>
          </a:prstGeom>
        </p:spPr>
        <p:txBody>
          <a:bodyPr/>
          <a:lstStyle/>
          <a:p>
            <a:pPr eaLnBrk="1" hangingPunct="1">
              <a:buClr>
                <a:schemeClr val="tx1"/>
              </a:buClr>
              <a:defRPr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PID </a:t>
            </a: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не подходит в качестве локального адреса</a:t>
            </a:r>
          </a:p>
          <a:p>
            <a:pPr eaLnBrk="1" hangingPunct="1">
              <a:buClr>
                <a:schemeClr val="tx1"/>
              </a:buClr>
              <a:defRPr/>
            </a:pP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Для локальной адресации создается специальное адресное пространство – пространство </a:t>
            </a:r>
            <a:r>
              <a:rPr lang="ru-RU" sz="2400" b="1" dirty="0">
                <a:latin typeface="Arial" panose="020B0604020202020204" pitchFamily="34" charset="0"/>
                <a:cs typeface="Arial" panose="020B0604020202020204" pitchFamily="34" charset="0"/>
              </a:rPr>
              <a:t>сетевых портов</a:t>
            </a:r>
          </a:p>
          <a:p>
            <a:pPr eaLnBrk="1" hangingPunct="1">
              <a:buClr>
                <a:schemeClr val="tx1"/>
              </a:buClr>
              <a:defRPr/>
            </a:pP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Для разных средств связи – разные пространства портов</a:t>
            </a:r>
          </a:p>
        </p:txBody>
      </p:sp>
      <p:sp>
        <p:nvSpPr>
          <p:cNvPr id="46" name="Text Box 9"/>
          <p:cNvSpPr txBox="1">
            <a:spLocks noChangeArrowheads="1"/>
          </p:cNvSpPr>
          <p:nvPr/>
        </p:nvSpPr>
        <p:spPr bwMode="auto">
          <a:xfrm>
            <a:off x="3304903" y="2132857"/>
            <a:ext cx="8316913" cy="51911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Локальные адреса</a:t>
            </a:r>
          </a:p>
        </p:txBody>
      </p:sp>
      <p:sp>
        <p:nvSpPr>
          <p:cNvPr id="47" name="Text Box 44"/>
          <p:cNvSpPr txBox="1">
            <a:spLocks noChangeArrowheads="1"/>
          </p:cNvSpPr>
          <p:nvPr/>
        </p:nvSpPr>
        <p:spPr bwMode="auto">
          <a:xfrm>
            <a:off x="3287440" y="4725145"/>
            <a:ext cx="8316912" cy="51911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Полные адреса</a:t>
            </a:r>
          </a:p>
        </p:txBody>
      </p:sp>
      <p:sp>
        <p:nvSpPr>
          <p:cNvPr id="48" name="Rectangle 45"/>
          <p:cNvSpPr>
            <a:spLocks noRot="1" noChangeArrowheads="1"/>
          </p:cNvSpPr>
          <p:nvPr/>
        </p:nvSpPr>
        <p:spPr bwMode="auto">
          <a:xfrm>
            <a:off x="3193777" y="5229200"/>
            <a:ext cx="8540750" cy="1008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Полный адрес –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&lt;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числовой удаленный адрес, порт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&gt;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prstClr val="black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Полный адрес получил название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socket (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сокет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)</a:t>
            </a: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90795663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_h1"/>
          <p:cNvSpPr>
            <a:spLocks noGrp="1" noChangeArrowheads="1"/>
          </p:cNvSpPr>
          <p:nvPr>
            <p:ph type="title" idx="4294967295"/>
          </p:nvPr>
        </p:nvSpPr>
        <p:spPr bwMode="gray">
          <a:xfrm>
            <a:off x="3216002" y="238125"/>
            <a:ext cx="8496300" cy="617538"/>
          </a:xfrm>
        </p:spPr>
        <p:txBody>
          <a:bodyPr/>
          <a:lstStyle/>
          <a:p>
            <a:pPr eaLnBrk="1" hangingPunct="1"/>
            <a:r>
              <a:rPr kumimoji="0" lang="ru-RU" sz="3600" b="1" noProof="1">
                <a:solidFill>
                  <a:srgbClr val="003794"/>
                </a:solidFill>
                <a:latin typeface="Arial" pitchFamily="34" charset="0"/>
                <a:cs typeface="Arial" pitchFamily="34" charset="0"/>
              </a:rPr>
              <a:t>Сети и сетевые ОС </a:t>
            </a:r>
          </a:p>
        </p:txBody>
      </p:sp>
      <p:sp>
        <p:nvSpPr>
          <p:cNvPr id="12" name="Rechteck 39"/>
          <p:cNvSpPr>
            <a:spLocks noChangeArrowheads="1"/>
          </p:cNvSpPr>
          <p:nvPr/>
        </p:nvSpPr>
        <p:spPr bwMode="gray">
          <a:xfrm>
            <a:off x="3071664" y="1700809"/>
            <a:ext cx="8784976" cy="4824535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Tx/>
              <a:buFontTx/>
              <a:buNone/>
              <a:tabLst/>
              <a:defRPr/>
            </a:pP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4" name="Rechteck 36"/>
          <p:cNvSpPr>
            <a:spLocks noChangeArrowheads="1"/>
          </p:cNvSpPr>
          <p:nvPr/>
        </p:nvSpPr>
        <p:spPr bwMode="gray">
          <a:xfrm>
            <a:off x="3071664" y="908721"/>
            <a:ext cx="8784976" cy="559717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ct val="200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000" b="1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itchFamily="34" charset="0"/>
                <a:ea typeface="+mn-ea"/>
                <a:cs typeface="+mn-cs"/>
              </a:rPr>
              <a:t>Маршрутизация</a:t>
            </a:r>
          </a:p>
        </p:txBody>
      </p:sp>
      <p:sp>
        <p:nvSpPr>
          <p:cNvPr id="9" name="Rectangle 3"/>
          <p:cNvSpPr>
            <a:spLocks noGrp="1" noRot="1" noChangeArrowheads="1"/>
          </p:cNvSpPr>
          <p:nvPr>
            <p:ph type="body" sz="half" idx="4294967295"/>
          </p:nvPr>
        </p:nvSpPr>
        <p:spPr>
          <a:xfrm>
            <a:off x="3261718" y="1844825"/>
            <a:ext cx="8410575" cy="487213"/>
          </a:xfrm>
          <a:prstGeom prst="rect">
            <a:avLst/>
          </a:prstGeom>
        </p:spPr>
        <p:txBody>
          <a:bodyPr/>
          <a:lstStyle/>
          <a:p>
            <a:pPr marL="720000" eaLnBrk="1" hangingPunct="1">
              <a:buClr>
                <a:schemeClr val="tx1"/>
              </a:buClr>
              <a:defRPr/>
            </a:pP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Маршрутизация от источника передачи данных</a:t>
            </a:r>
          </a:p>
        </p:txBody>
      </p:sp>
      <p:sp>
        <p:nvSpPr>
          <p:cNvPr id="2" name="Овал 1">
            <a:extLst>
              <a:ext uri="{FF2B5EF4-FFF2-40B4-BE49-F238E27FC236}">
                <a16:creationId xmlns:a16="http://schemas.microsoft.com/office/drawing/2014/main" id="{2AC32D82-B418-4F85-97CD-7D23AA723F4B}"/>
              </a:ext>
            </a:extLst>
          </p:cNvPr>
          <p:cNvSpPr/>
          <p:nvPr/>
        </p:nvSpPr>
        <p:spPr bwMode="gray">
          <a:xfrm>
            <a:off x="4889033" y="4576338"/>
            <a:ext cx="360040" cy="360040"/>
          </a:xfrm>
          <a:prstGeom prst="ellipse">
            <a:avLst/>
          </a:prstGeom>
          <a:solidFill>
            <a:schemeClr val="tx1"/>
          </a:solidFill>
          <a:ln w="12700">
            <a:solidFill>
              <a:srgbClr val="C0C0C0"/>
            </a:solidFill>
            <a:miter lim="800000"/>
            <a:headEnd/>
            <a:tailEnd/>
          </a:ln>
          <a:effectLst/>
        </p:spPr>
        <p:txBody>
          <a:bodyPr lIns="216000" tIns="36000" rIns="216000" bIns="36000" rtlCol="0"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1</a:t>
            </a: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26" name="Овал 25">
            <a:extLst>
              <a:ext uri="{FF2B5EF4-FFF2-40B4-BE49-F238E27FC236}">
                <a16:creationId xmlns:a16="http://schemas.microsoft.com/office/drawing/2014/main" id="{A929DF1C-BD9B-4459-A076-1BD771DC3A2C}"/>
              </a:ext>
            </a:extLst>
          </p:cNvPr>
          <p:cNvSpPr/>
          <p:nvPr/>
        </p:nvSpPr>
        <p:spPr bwMode="gray">
          <a:xfrm>
            <a:off x="5951984" y="3690608"/>
            <a:ext cx="360040" cy="360040"/>
          </a:xfrm>
          <a:prstGeom prst="ellipse">
            <a:avLst/>
          </a:prstGeom>
          <a:solidFill>
            <a:schemeClr val="tx1"/>
          </a:solidFill>
          <a:ln w="12700">
            <a:solidFill>
              <a:srgbClr val="C0C0C0"/>
            </a:solidFill>
            <a:miter lim="800000"/>
            <a:headEnd/>
            <a:tailEnd/>
          </a:ln>
          <a:effectLst/>
        </p:spPr>
        <p:txBody>
          <a:bodyPr lIns="216000" tIns="36000" rIns="216000" bIns="36000" rtlCol="0"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2</a:t>
            </a: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27" name="Овал 26">
            <a:extLst>
              <a:ext uri="{FF2B5EF4-FFF2-40B4-BE49-F238E27FC236}">
                <a16:creationId xmlns:a16="http://schemas.microsoft.com/office/drawing/2014/main" id="{7207F67A-DC6F-4AFF-BB1D-90F64AF5EAEA}"/>
              </a:ext>
            </a:extLst>
          </p:cNvPr>
          <p:cNvSpPr/>
          <p:nvPr/>
        </p:nvSpPr>
        <p:spPr bwMode="gray">
          <a:xfrm>
            <a:off x="7032104" y="5102028"/>
            <a:ext cx="360040" cy="360040"/>
          </a:xfrm>
          <a:prstGeom prst="ellipse">
            <a:avLst/>
          </a:prstGeom>
          <a:solidFill>
            <a:schemeClr val="tx1"/>
          </a:solidFill>
          <a:ln w="12700">
            <a:solidFill>
              <a:srgbClr val="C0C0C0"/>
            </a:solidFill>
            <a:miter lim="800000"/>
            <a:headEnd/>
            <a:tailEnd/>
          </a:ln>
          <a:effectLst/>
        </p:spPr>
        <p:txBody>
          <a:bodyPr lIns="216000" tIns="36000" rIns="216000" bIns="36000" rtlCol="0"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4</a:t>
            </a: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28" name="Овал 27">
            <a:extLst>
              <a:ext uri="{FF2B5EF4-FFF2-40B4-BE49-F238E27FC236}">
                <a16:creationId xmlns:a16="http://schemas.microsoft.com/office/drawing/2014/main" id="{A11B0984-0157-4843-B3DB-A88B459DF94E}"/>
              </a:ext>
            </a:extLst>
          </p:cNvPr>
          <p:cNvSpPr/>
          <p:nvPr/>
        </p:nvSpPr>
        <p:spPr bwMode="gray">
          <a:xfrm>
            <a:off x="7644172" y="3645024"/>
            <a:ext cx="360040" cy="360040"/>
          </a:xfrm>
          <a:prstGeom prst="ellipse">
            <a:avLst/>
          </a:prstGeom>
          <a:solidFill>
            <a:schemeClr val="tx1"/>
          </a:solidFill>
          <a:ln w="12700">
            <a:solidFill>
              <a:srgbClr val="C0C0C0"/>
            </a:solidFill>
            <a:miter lim="800000"/>
            <a:headEnd/>
            <a:tailEnd/>
          </a:ln>
          <a:effectLst/>
        </p:spPr>
        <p:txBody>
          <a:bodyPr lIns="216000" tIns="36000" rIns="216000" bIns="36000" rtlCol="0"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3</a:t>
            </a: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29" name="Овал 28">
            <a:extLst>
              <a:ext uri="{FF2B5EF4-FFF2-40B4-BE49-F238E27FC236}">
                <a16:creationId xmlns:a16="http://schemas.microsoft.com/office/drawing/2014/main" id="{C35CF9B9-DCD4-4B8E-AB97-9657F998F5A4}"/>
              </a:ext>
            </a:extLst>
          </p:cNvPr>
          <p:cNvSpPr/>
          <p:nvPr/>
        </p:nvSpPr>
        <p:spPr bwMode="gray">
          <a:xfrm>
            <a:off x="8760296" y="5102028"/>
            <a:ext cx="360040" cy="360040"/>
          </a:xfrm>
          <a:prstGeom prst="ellipse">
            <a:avLst/>
          </a:prstGeom>
          <a:solidFill>
            <a:schemeClr val="tx1"/>
          </a:solidFill>
          <a:ln w="12700">
            <a:solidFill>
              <a:srgbClr val="C0C0C0"/>
            </a:solidFill>
            <a:miter lim="800000"/>
            <a:headEnd/>
            <a:tailEnd/>
          </a:ln>
          <a:effectLst/>
        </p:spPr>
        <p:txBody>
          <a:bodyPr lIns="216000" tIns="36000" rIns="216000" bIns="36000" rtlCol="0"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5</a:t>
            </a: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30" name="Овал 29">
            <a:extLst>
              <a:ext uri="{FF2B5EF4-FFF2-40B4-BE49-F238E27FC236}">
                <a16:creationId xmlns:a16="http://schemas.microsoft.com/office/drawing/2014/main" id="{C7F2DC65-35B8-4AB9-87A0-D0CCEB8EA01D}"/>
              </a:ext>
            </a:extLst>
          </p:cNvPr>
          <p:cNvSpPr/>
          <p:nvPr/>
        </p:nvSpPr>
        <p:spPr bwMode="gray">
          <a:xfrm>
            <a:off x="9361491" y="3772317"/>
            <a:ext cx="360040" cy="360040"/>
          </a:xfrm>
          <a:prstGeom prst="ellipse">
            <a:avLst/>
          </a:prstGeom>
          <a:solidFill>
            <a:schemeClr val="tx1"/>
          </a:solidFill>
          <a:ln w="12700">
            <a:solidFill>
              <a:srgbClr val="C0C0C0"/>
            </a:solidFill>
            <a:miter lim="800000"/>
            <a:headEnd/>
            <a:tailEnd/>
          </a:ln>
          <a:effectLst/>
        </p:spPr>
        <p:txBody>
          <a:bodyPr lIns="216000" tIns="36000" rIns="216000" bIns="36000" rtlCol="0"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6</a:t>
            </a: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cxnSp>
        <p:nvCxnSpPr>
          <p:cNvPr id="31" name="Прямая соединительная линия 30">
            <a:extLst>
              <a:ext uri="{FF2B5EF4-FFF2-40B4-BE49-F238E27FC236}">
                <a16:creationId xmlns:a16="http://schemas.microsoft.com/office/drawing/2014/main" id="{CDAEC90A-9910-4535-B68B-C0BA7DB76BD2}"/>
              </a:ext>
            </a:extLst>
          </p:cNvPr>
          <p:cNvCxnSpPr>
            <a:cxnSpLocks/>
            <a:stCxn id="26" idx="5"/>
            <a:endCxn id="27" idx="1"/>
          </p:cNvCxnSpPr>
          <p:nvPr/>
        </p:nvCxnSpPr>
        <p:spPr>
          <a:xfrm>
            <a:off x="6259297" y="3997921"/>
            <a:ext cx="825534" cy="1156834"/>
          </a:xfrm>
          <a:prstGeom prst="line">
            <a:avLst/>
          </a:prstGeom>
          <a:ln w="12700">
            <a:solidFill>
              <a:schemeClr val="tx1"/>
            </a:solidFill>
            <a:headEnd type="none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485" name="Прямая соединительная линия 20484">
            <a:extLst>
              <a:ext uri="{FF2B5EF4-FFF2-40B4-BE49-F238E27FC236}">
                <a16:creationId xmlns:a16="http://schemas.microsoft.com/office/drawing/2014/main" id="{57E17BA6-70AC-48B8-82B9-62A591A4250B}"/>
              </a:ext>
            </a:extLst>
          </p:cNvPr>
          <p:cNvCxnSpPr>
            <a:cxnSpLocks/>
            <a:stCxn id="2" idx="7"/>
            <a:endCxn id="26" idx="3"/>
          </p:cNvCxnSpPr>
          <p:nvPr/>
        </p:nvCxnSpPr>
        <p:spPr>
          <a:xfrm flipV="1">
            <a:off x="5196347" y="3997921"/>
            <a:ext cx="808365" cy="631144"/>
          </a:xfrm>
          <a:prstGeom prst="line">
            <a:avLst/>
          </a:prstGeom>
          <a:ln w="12700">
            <a:solidFill>
              <a:schemeClr val="tx1"/>
            </a:solidFill>
            <a:headEnd type="none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487" name="Прямая соединительная линия 20486">
            <a:extLst>
              <a:ext uri="{FF2B5EF4-FFF2-40B4-BE49-F238E27FC236}">
                <a16:creationId xmlns:a16="http://schemas.microsoft.com/office/drawing/2014/main" id="{409962B7-0604-4A85-AFAA-750023C6C804}"/>
              </a:ext>
            </a:extLst>
          </p:cNvPr>
          <p:cNvCxnSpPr>
            <a:stCxn id="2" idx="5"/>
            <a:endCxn id="27" idx="2"/>
          </p:cNvCxnSpPr>
          <p:nvPr/>
        </p:nvCxnSpPr>
        <p:spPr>
          <a:xfrm>
            <a:off x="5196346" y="4883652"/>
            <a:ext cx="1835758" cy="398397"/>
          </a:xfrm>
          <a:prstGeom prst="line">
            <a:avLst/>
          </a:prstGeom>
          <a:ln w="12700">
            <a:solidFill>
              <a:schemeClr val="tx1"/>
            </a:solidFill>
            <a:headEnd type="none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489" name="Прямая соединительная линия 20488">
            <a:extLst>
              <a:ext uri="{FF2B5EF4-FFF2-40B4-BE49-F238E27FC236}">
                <a16:creationId xmlns:a16="http://schemas.microsoft.com/office/drawing/2014/main" id="{991FFE39-A32D-4DDF-910F-5C1227AB37F6}"/>
              </a:ext>
            </a:extLst>
          </p:cNvPr>
          <p:cNvCxnSpPr>
            <a:endCxn id="28" idx="2"/>
          </p:cNvCxnSpPr>
          <p:nvPr/>
        </p:nvCxnSpPr>
        <p:spPr>
          <a:xfrm flipV="1">
            <a:off x="6312024" y="3825044"/>
            <a:ext cx="1332148" cy="45584"/>
          </a:xfrm>
          <a:prstGeom prst="line">
            <a:avLst/>
          </a:prstGeom>
          <a:ln w="12700">
            <a:solidFill>
              <a:schemeClr val="tx1"/>
            </a:solidFill>
            <a:headEnd type="none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491" name="Прямая соединительная линия 20490">
            <a:extLst>
              <a:ext uri="{FF2B5EF4-FFF2-40B4-BE49-F238E27FC236}">
                <a16:creationId xmlns:a16="http://schemas.microsoft.com/office/drawing/2014/main" id="{E53C7A13-9818-4156-8488-0085ED8CB34D}"/>
              </a:ext>
            </a:extLst>
          </p:cNvPr>
          <p:cNvCxnSpPr>
            <a:stCxn id="28" idx="6"/>
            <a:endCxn id="30" idx="2"/>
          </p:cNvCxnSpPr>
          <p:nvPr/>
        </p:nvCxnSpPr>
        <p:spPr>
          <a:xfrm>
            <a:off x="8004213" y="3825045"/>
            <a:ext cx="1357279" cy="127293"/>
          </a:xfrm>
          <a:prstGeom prst="line">
            <a:avLst/>
          </a:prstGeom>
          <a:ln w="12700">
            <a:solidFill>
              <a:schemeClr val="tx1"/>
            </a:solidFill>
            <a:headEnd type="none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493" name="Прямая соединительная линия 20492">
            <a:extLst>
              <a:ext uri="{FF2B5EF4-FFF2-40B4-BE49-F238E27FC236}">
                <a16:creationId xmlns:a16="http://schemas.microsoft.com/office/drawing/2014/main" id="{1E35E3E9-7170-464A-A2E8-52E98776AE11}"/>
              </a:ext>
            </a:extLst>
          </p:cNvPr>
          <p:cNvCxnSpPr>
            <a:cxnSpLocks/>
            <a:stCxn id="27" idx="7"/>
            <a:endCxn id="28" idx="4"/>
          </p:cNvCxnSpPr>
          <p:nvPr/>
        </p:nvCxnSpPr>
        <p:spPr>
          <a:xfrm flipV="1">
            <a:off x="7339418" y="4005065"/>
            <a:ext cx="484775" cy="1149691"/>
          </a:xfrm>
          <a:prstGeom prst="line">
            <a:avLst/>
          </a:prstGeom>
          <a:ln w="12700">
            <a:solidFill>
              <a:schemeClr val="tx1"/>
            </a:solidFill>
            <a:headEnd type="none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496" name="Прямая соединительная линия 20495">
            <a:extLst>
              <a:ext uri="{FF2B5EF4-FFF2-40B4-BE49-F238E27FC236}">
                <a16:creationId xmlns:a16="http://schemas.microsoft.com/office/drawing/2014/main" id="{9DCE4B12-A16A-4018-A001-516B66AF6750}"/>
              </a:ext>
            </a:extLst>
          </p:cNvPr>
          <p:cNvCxnSpPr>
            <a:stCxn id="27" idx="6"/>
            <a:endCxn id="29" idx="2"/>
          </p:cNvCxnSpPr>
          <p:nvPr/>
        </p:nvCxnSpPr>
        <p:spPr>
          <a:xfrm>
            <a:off x="7392144" y="5282048"/>
            <a:ext cx="1368152" cy="0"/>
          </a:xfrm>
          <a:prstGeom prst="line">
            <a:avLst/>
          </a:prstGeom>
          <a:ln w="12700">
            <a:solidFill>
              <a:schemeClr val="tx1"/>
            </a:solidFill>
            <a:headEnd type="none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498" name="Прямая соединительная линия 20497">
            <a:extLst>
              <a:ext uri="{FF2B5EF4-FFF2-40B4-BE49-F238E27FC236}">
                <a16:creationId xmlns:a16="http://schemas.microsoft.com/office/drawing/2014/main" id="{1E264A00-6884-4CEA-AD09-1265E7657077}"/>
              </a:ext>
            </a:extLst>
          </p:cNvPr>
          <p:cNvCxnSpPr>
            <a:cxnSpLocks/>
            <a:stCxn id="28" idx="5"/>
            <a:endCxn id="29" idx="1"/>
          </p:cNvCxnSpPr>
          <p:nvPr/>
        </p:nvCxnSpPr>
        <p:spPr>
          <a:xfrm>
            <a:off x="7951485" y="3952337"/>
            <a:ext cx="861538" cy="1202418"/>
          </a:xfrm>
          <a:prstGeom prst="line">
            <a:avLst/>
          </a:prstGeom>
          <a:ln w="12700">
            <a:solidFill>
              <a:schemeClr val="tx1"/>
            </a:solidFill>
            <a:headEnd type="none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503" name="TextBox 20502">
            <a:extLst>
              <a:ext uri="{FF2B5EF4-FFF2-40B4-BE49-F238E27FC236}">
                <a16:creationId xmlns:a16="http://schemas.microsoft.com/office/drawing/2014/main" id="{10368650-D956-40B2-A897-88ABCD31611A}"/>
              </a:ext>
            </a:extLst>
          </p:cNvPr>
          <p:cNvSpPr txBox="1"/>
          <p:nvPr/>
        </p:nvSpPr>
        <p:spPr>
          <a:xfrm>
            <a:off x="6609332" y="2564904"/>
            <a:ext cx="32359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(</a:t>
            </a: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96F04818-E50B-4B7D-91BC-6C2A0D71E1FA}"/>
              </a:ext>
            </a:extLst>
          </p:cNvPr>
          <p:cNvSpPr txBox="1"/>
          <p:nvPr/>
        </p:nvSpPr>
        <p:spPr>
          <a:xfrm>
            <a:off x="6761732" y="2564904"/>
            <a:ext cx="53123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1,</a:t>
            </a: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DA592243-61F2-4D5F-9440-3DFAC6C53D05}"/>
              </a:ext>
            </a:extLst>
          </p:cNvPr>
          <p:cNvSpPr txBox="1"/>
          <p:nvPr/>
        </p:nvSpPr>
        <p:spPr>
          <a:xfrm>
            <a:off x="7049764" y="2564904"/>
            <a:ext cx="53123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2,</a:t>
            </a: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11445DC8-F535-433B-A43E-5D7C9066E0AC}"/>
              </a:ext>
            </a:extLst>
          </p:cNvPr>
          <p:cNvSpPr txBox="1"/>
          <p:nvPr/>
        </p:nvSpPr>
        <p:spPr>
          <a:xfrm>
            <a:off x="7337796" y="2564904"/>
            <a:ext cx="53123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3,</a:t>
            </a: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5800AC64-C364-4032-83D3-AEA26FEF51E4}"/>
              </a:ext>
            </a:extLst>
          </p:cNvPr>
          <p:cNvSpPr txBox="1"/>
          <p:nvPr/>
        </p:nvSpPr>
        <p:spPr>
          <a:xfrm>
            <a:off x="7625828" y="2564904"/>
            <a:ext cx="53123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6</a:t>
            </a: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824FE30B-BBB5-4ECA-ACD0-A4D58A4DE1FF}"/>
              </a:ext>
            </a:extLst>
          </p:cNvPr>
          <p:cNvSpPr txBox="1"/>
          <p:nvPr/>
        </p:nvSpPr>
        <p:spPr>
          <a:xfrm>
            <a:off x="7869026" y="2546192"/>
            <a:ext cx="53123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)</a:t>
            </a: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0505" name="Прямоугольник 20504">
            <a:extLst>
              <a:ext uri="{FF2B5EF4-FFF2-40B4-BE49-F238E27FC236}">
                <a16:creationId xmlns:a16="http://schemas.microsoft.com/office/drawing/2014/main" id="{68EBD201-FF21-4F39-A797-CECB31D9DDB4}"/>
              </a:ext>
            </a:extLst>
          </p:cNvPr>
          <p:cNvSpPr/>
          <p:nvPr/>
        </p:nvSpPr>
        <p:spPr bwMode="gray">
          <a:xfrm>
            <a:off x="4961053" y="4648358"/>
            <a:ext cx="216000" cy="216000"/>
          </a:xfrm>
          <a:prstGeom prst="rect">
            <a:avLst/>
          </a:prstGeom>
          <a:solidFill>
            <a:srgbClr val="C00000"/>
          </a:solidFill>
          <a:ln w="12700">
            <a:solidFill>
              <a:srgbClr val="C0C0C0"/>
            </a:solidFill>
            <a:miter lim="800000"/>
            <a:headEnd/>
            <a:tailEnd/>
          </a:ln>
          <a:effectLst/>
        </p:spPr>
        <p:txBody>
          <a:bodyPr lIns="216000" tIns="36000" rIns="216000" bIns="36000" rtlCol="0"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56172128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mph" presetSubtype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indefinite"/>
                                        <p:tgtEl>
                                          <p:spTgt spid="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0F3DFF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43" dur="indefinite"/>
                                        <p:tgtEl>
                                          <p:spTgt spid="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4" dur="indefinite"/>
                                        <p:tgtEl>
                                          <p:spTgt spid="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mph" presetSubtype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indefinite"/>
                                        <p:tgtEl>
                                          <p:spTgt spid="3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0F3DFF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49" dur="indefinite"/>
                                        <p:tgtEl>
                                          <p:spTgt spid="3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0" dur="indefinite"/>
                                        <p:tgtEl>
                                          <p:spTgt spid="3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mph" presetSubtype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indefinite"/>
                                        <p:tgtEl>
                                          <p:spTgt spid="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73" dur="indefinite"/>
                                        <p:tgtEl>
                                          <p:spTgt spid="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4" dur="indefinite"/>
                                        <p:tgtEl>
                                          <p:spTgt spid="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3" presetClass="emph" presetSubtype="1" grpId="1" nodeType="click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set>
                                      <p:cBhvr override="childStyle">
                                        <p:cTn id="78" dur="indefinite"/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42" presetClass="pat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79167E-6 1.48148E-6 L 0.08723 -0.12917 " pathEditMode="relative" rAng="0" ptsTypes="AA">
                                      <p:cBhvr>
                                        <p:cTn id="82" dur="2000" fill="hold"/>
                                        <p:tgtEl>
                                          <p:spTgt spid="2050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362" y="-6458"/>
                                    </p:animMotion>
                                  </p:childTnLst>
                                </p:cTn>
                              </p:par>
                              <p:par>
                                <p:cTn id="83" presetID="1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indefinite"/>
                                        <p:tgtEl>
                                          <p:spTgt spid="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0F3DFF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85" dur="indefinite"/>
                                        <p:tgtEl>
                                          <p:spTgt spid="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6" dur="indefinite"/>
                                        <p:tgtEl>
                                          <p:spTgt spid="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2000"/>
                            </p:stCondLst>
                            <p:childTnLst>
                              <p:par>
                                <p:cTn id="88" presetID="1" presetClass="emph" presetSubtype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indefinite"/>
                                        <p:tgtEl>
                                          <p:spTgt spid="2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90" dur="indefinite"/>
                                        <p:tgtEl>
                                          <p:spTgt spid="2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1" dur="indefinite"/>
                                        <p:tgtEl>
                                          <p:spTgt spid="2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3" presetClass="emph" presetSubtype="1" grpId="1" nodeType="click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set>
                                      <p:cBhvr override="childStyle">
                                        <p:cTn id="95" dur="indefinite"/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42" presetClass="path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8723 -0.12917 L 0.22604 -0.13681 " pathEditMode="relative" rAng="0" ptsTypes="AA">
                                      <p:cBhvr>
                                        <p:cTn id="99" dur="2000" fill="hold"/>
                                        <p:tgtEl>
                                          <p:spTgt spid="2050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940" y="-394"/>
                                    </p:animMotion>
                                  </p:childTnLst>
                                </p:cTn>
                              </p:par>
                              <p:par>
                                <p:cTn id="100" presetID="1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indefinite"/>
                                        <p:tgtEl>
                                          <p:spTgt spid="2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02" dur="indefinite"/>
                                        <p:tgtEl>
                                          <p:spTgt spid="2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3" dur="indefinite"/>
                                        <p:tgtEl>
                                          <p:spTgt spid="2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2000"/>
                            </p:stCondLst>
                            <p:childTnLst>
                              <p:par>
                                <p:cTn id="105" presetID="1" presetClass="emph" presetSubtype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indefinite"/>
                                        <p:tgtEl>
                                          <p:spTgt spid="2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07" dur="indefinite"/>
                                        <p:tgtEl>
                                          <p:spTgt spid="2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8" dur="indefinite"/>
                                        <p:tgtEl>
                                          <p:spTgt spid="2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3" presetClass="emph" presetSubtype="1" grpId="1" nodeType="click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set>
                                      <p:cBhvr override="childStyle">
                                        <p:cTn id="112" dur="indefinite"/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" presetClass="emph" presetSubtype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indefinite"/>
                                        <p:tgtEl>
                                          <p:spTgt spid="2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17" dur="indefinite"/>
                                        <p:tgtEl>
                                          <p:spTgt spid="2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8" dur="indefinite"/>
                                        <p:tgtEl>
                                          <p:spTgt spid="2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42" presetClass="path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2604 -0.1368 L 0.3677 -0.11713 " pathEditMode="relative" rAng="0" ptsTypes="AA">
                                      <p:cBhvr>
                                        <p:cTn id="120" dur="2000" fill="hold"/>
                                        <p:tgtEl>
                                          <p:spTgt spid="2050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083" y="92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1" fill="hold">
                            <p:stCondLst>
                              <p:cond delay="2000"/>
                            </p:stCondLst>
                            <p:childTnLst>
                              <p:par>
                                <p:cTn id="122" presetID="19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23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animClr clrSpc="rgb" dir="cw">
                                      <p:cBhvr>
                                        <p:cTn id="124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125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6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19" presetClass="emph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30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hlink"/>
                                      </p:to>
                                    </p:animClr>
                                    <p:animClr clrSpc="rgb" dir="cw">
                                      <p:cBhvr>
                                        <p:cTn id="131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hlink"/>
                                      </p:to>
                                    </p:animClr>
                                    <p:set>
                                      <p:cBhvr>
                                        <p:cTn id="13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33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2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0" grpId="1" animBg="1"/>
      <p:bldP spid="30" grpId="2" animBg="1"/>
      <p:bldP spid="20503" grpId="0"/>
      <p:bldP spid="56" grpId="0"/>
      <p:bldP spid="57" grpId="0"/>
      <p:bldP spid="57" grpId="1"/>
      <p:bldP spid="58" grpId="0"/>
      <p:bldP spid="58" grpId="1"/>
      <p:bldP spid="59" grpId="0"/>
      <p:bldP spid="59" grpId="1"/>
      <p:bldP spid="60" grpId="0"/>
      <p:bldP spid="20505" grpId="0" animBg="1"/>
      <p:bldP spid="20505" grpId="1" animBg="1"/>
      <p:bldP spid="20505" grpId="2" animBg="1"/>
      <p:bldP spid="20505" grpId="3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_h1"/>
          <p:cNvSpPr>
            <a:spLocks noGrp="1" noChangeArrowheads="1"/>
          </p:cNvSpPr>
          <p:nvPr>
            <p:ph type="title" idx="4294967295"/>
          </p:nvPr>
        </p:nvSpPr>
        <p:spPr bwMode="gray">
          <a:xfrm>
            <a:off x="3216002" y="238125"/>
            <a:ext cx="8496300" cy="617538"/>
          </a:xfrm>
        </p:spPr>
        <p:txBody>
          <a:bodyPr/>
          <a:lstStyle/>
          <a:p>
            <a:pPr eaLnBrk="1" hangingPunct="1"/>
            <a:r>
              <a:rPr kumimoji="0" lang="ru-RU" sz="3600" b="1" noProof="1">
                <a:solidFill>
                  <a:srgbClr val="003794"/>
                </a:solidFill>
                <a:latin typeface="Arial" pitchFamily="34" charset="0"/>
                <a:cs typeface="Arial" pitchFamily="34" charset="0"/>
              </a:rPr>
              <a:t>Сети и сетевые ОС </a:t>
            </a:r>
          </a:p>
        </p:txBody>
      </p:sp>
      <p:sp>
        <p:nvSpPr>
          <p:cNvPr id="12" name="Rechteck 39"/>
          <p:cNvSpPr>
            <a:spLocks noChangeArrowheads="1"/>
          </p:cNvSpPr>
          <p:nvPr/>
        </p:nvSpPr>
        <p:spPr bwMode="gray">
          <a:xfrm>
            <a:off x="3071664" y="1700809"/>
            <a:ext cx="8784976" cy="4824000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Tx/>
              <a:buFontTx/>
              <a:buNone/>
              <a:tabLst/>
              <a:defRPr/>
            </a:pP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4" name="Rechteck 36"/>
          <p:cNvSpPr>
            <a:spLocks noChangeArrowheads="1"/>
          </p:cNvSpPr>
          <p:nvPr/>
        </p:nvSpPr>
        <p:spPr bwMode="gray">
          <a:xfrm>
            <a:off x="3071664" y="908721"/>
            <a:ext cx="8784976" cy="559717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ct val="200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000" b="1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itchFamily="34" charset="0"/>
                <a:ea typeface="+mn-ea"/>
                <a:cs typeface="+mn-cs"/>
              </a:rPr>
              <a:t>Маршрутизация</a:t>
            </a:r>
          </a:p>
        </p:txBody>
      </p:sp>
      <p:sp>
        <p:nvSpPr>
          <p:cNvPr id="9" name="Rectangle 3"/>
          <p:cNvSpPr>
            <a:spLocks noGrp="1" noRot="1" noChangeArrowheads="1"/>
          </p:cNvSpPr>
          <p:nvPr>
            <p:ph type="body" sz="half" idx="4294967295"/>
          </p:nvPr>
        </p:nvSpPr>
        <p:spPr>
          <a:xfrm>
            <a:off x="3261718" y="1844824"/>
            <a:ext cx="8410575" cy="972318"/>
          </a:xfrm>
          <a:prstGeom prst="rect">
            <a:avLst/>
          </a:prstGeom>
        </p:spPr>
        <p:txBody>
          <a:bodyPr/>
          <a:lstStyle/>
          <a:p>
            <a:pPr marL="720000" indent="-342000" eaLnBrk="1" hangingPunct="1">
              <a:buClr>
                <a:schemeClr val="tx1"/>
              </a:buClr>
              <a:defRPr/>
            </a:pP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Маршрутизация от источника передачи данных</a:t>
            </a:r>
          </a:p>
          <a:p>
            <a:pPr marL="720000" indent="-342000" eaLnBrk="1" hangingPunct="1">
              <a:buClr>
                <a:schemeClr val="tx1"/>
              </a:buClr>
              <a:defRPr/>
            </a:pP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Одношаговая маршрутизация</a:t>
            </a:r>
          </a:p>
        </p:txBody>
      </p:sp>
      <p:sp>
        <p:nvSpPr>
          <p:cNvPr id="22" name="Овал 21">
            <a:extLst>
              <a:ext uri="{FF2B5EF4-FFF2-40B4-BE49-F238E27FC236}">
                <a16:creationId xmlns:a16="http://schemas.microsoft.com/office/drawing/2014/main" id="{BBCD2027-8C90-4B75-BEE3-64F3D0FF2549}"/>
              </a:ext>
            </a:extLst>
          </p:cNvPr>
          <p:cNvSpPr/>
          <p:nvPr/>
        </p:nvSpPr>
        <p:spPr bwMode="gray">
          <a:xfrm>
            <a:off x="4889033" y="4576338"/>
            <a:ext cx="360040" cy="360040"/>
          </a:xfrm>
          <a:prstGeom prst="ellipse">
            <a:avLst/>
          </a:prstGeom>
          <a:solidFill>
            <a:schemeClr val="tx1"/>
          </a:solidFill>
          <a:ln w="12700">
            <a:solidFill>
              <a:srgbClr val="C0C0C0"/>
            </a:solidFill>
            <a:miter lim="800000"/>
            <a:headEnd/>
            <a:tailEnd/>
          </a:ln>
          <a:effectLst/>
        </p:spPr>
        <p:txBody>
          <a:bodyPr lIns="216000" tIns="36000" rIns="216000" bIns="36000" rtlCol="0"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1</a:t>
            </a: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23" name="Овал 22">
            <a:extLst>
              <a:ext uri="{FF2B5EF4-FFF2-40B4-BE49-F238E27FC236}">
                <a16:creationId xmlns:a16="http://schemas.microsoft.com/office/drawing/2014/main" id="{561BB662-39C4-4F5B-82D8-D46276E987B5}"/>
              </a:ext>
            </a:extLst>
          </p:cNvPr>
          <p:cNvSpPr/>
          <p:nvPr/>
        </p:nvSpPr>
        <p:spPr bwMode="gray">
          <a:xfrm>
            <a:off x="5951984" y="3690608"/>
            <a:ext cx="360040" cy="360040"/>
          </a:xfrm>
          <a:prstGeom prst="ellipse">
            <a:avLst/>
          </a:prstGeom>
          <a:solidFill>
            <a:schemeClr val="tx1"/>
          </a:solidFill>
          <a:ln w="12700">
            <a:solidFill>
              <a:srgbClr val="C0C0C0"/>
            </a:solidFill>
            <a:miter lim="800000"/>
            <a:headEnd/>
            <a:tailEnd/>
          </a:ln>
          <a:effectLst/>
        </p:spPr>
        <p:txBody>
          <a:bodyPr lIns="216000" tIns="36000" rIns="216000" bIns="36000" rtlCol="0"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2</a:t>
            </a: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24" name="Овал 23">
            <a:extLst>
              <a:ext uri="{FF2B5EF4-FFF2-40B4-BE49-F238E27FC236}">
                <a16:creationId xmlns:a16="http://schemas.microsoft.com/office/drawing/2014/main" id="{37424DB8-7A7D-416B-8EFC-3BD9CF0E343B}"/>
              </a:ext>
            </a:extLst>
          </p:cNvPr>
          <p:cNvSpPr/>
          <p:nvPr/>
        </p:nvSpPr>
        <p:spPr bwMode="gray">
          <a:xfrm>
            <a:off x="7032104" y="5102028"/>
            <a:ext cx="360040" cy="360040"/>
          </a:xfrm>
          <a:prstGeom prst="ellipse">
            <a:avLst/>
          </a:prstGeom>
          <a:solidFill>
            <a:schemeClr val="tx1"/>
          </a:solidFill>
          <a:ln w="12700">
            <a:solidFill>
              <a:srgbClr val="C0C0C0"/>
            </a:solidFill>
            <a:miter lim="800000"/>
            <a:headEnd/>
            <a:tailEnd/>
          </a:ln>
          <a:effectLst/>
        </p:spPr>
        <p:txBody>
          <a:bodyPr lIns="216000" tIns="36000" rIns="216000" bIns="36000" rtlCol="0"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4</a:t>
            </a: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25" name="Овал 24">
            <a:extLst>
              <a:ext uri="{FF2B5EF4-FFF2-40B4-BE49-F238E27FC236}">
                <a16:creationId xmlns:a16="http://schemas.microsoft.com/office/drawing/2014/main" id="{8A7EA34C-AECF-40EB-9F94-CFD72C59CEF3}"/>
              </a:ext>
            </a:extLst>
          </p:cNvPr>
          <p:cNvSpPr/>
          <p:nvPr/>
        </p:nvSpPr>
        <p:spPr bwMode="gray">
          <a:xfrm>
            <a:off x="7644172" y="3645024"/>
            <a:ext cx="360040" cy="360040"/>
          </a:xfrm>
          <a:prstGeom prst="ellipse">
            <a:avLst/>
          </a:prstGeom>
          <a:solidFill>
            <a:schemeClr val="tx1"/>
          </a:solidFill>
          <a:ln w="12700">
            <a:solidFill>
              <a:srgbClr val="C0C0C0"/>
            </a:solidFill>
            <a:miter lim="800000"/>
            <a:headEnd/>
            <a:tailEnd/>
          </a:ln>
          <a:effectLst/>
        </p:spPr>
        <p:txBody>
          <a:bodyPr lIns="216000" tIns="36000" rIns="216000" bIns="36000" rtlCol="0"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3</a:t>
            </a: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26" name="Овал 25">
            <a:extLst>
              <a:ext uri="{FF2B5EF4-FFF2-40B4-BE49-F238E27FC236}">
                <a16:creationId xmlns:a16="http://schemas.microsoft.com/office/drawing/2014/main" id="{3214461F-68D0-49A4-86F0-8525846675F5}"/>
              </a:ext>
            </a:extLst>
          </p:cNvPr>
          <p:cNvSpPr/>
          <p:nvPr/>
        </p:nvSpPr>
        <p:spPr bwMode="gray">
          <a:xfrm>
            <a:off x="8796746" y="5103290"/>
            <a:ext cx="360040" cy="360040"/>
          </a:xfrm>
          <a:prstGeom prst="ellipse">
            <a:avLst/>
          </a:prstGeom>
          <a:solidFill>
            <a:schemeClr val="tx1"/>
          </a:solidFill>
          <a:ln w="12700">
            <a:solidFill>
              <a:srgbClr val="C0C0C0"/>
            </a:solidFill>
            <a:miter lim="800000"/>
            <a:headEnd/>
            <a:tailEnd/>
          </a:ln>
          <a:effectLst/>
        </p:spPr>
        <p:txBody>
          <a:bodyPr lIns="216000" tIns="36000" rIns="216000" bIns="36000" rtlCol="0"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5</a:t>
            </a: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27" name="Овал 26">
            <a:extLst>
              <a:ext uri="{FF2B5EF4-FFF2-40B4-BE49-F238E27FC236}">
                <a16:creationId xmlns:a16="http://schemas.microsoft.com/office/drawing/2014/main" id="{5580A65A-3ED7-43C8-B430-8D999A091F9B}"/>
              </a:ext>
            </a:extLst>
          </p:cNvPr>
          <p:cNvSpPr/>
          <p:nvPr/>
        </p:nvSpPr>
        <p:spPr bwMode="gray">
          <a:xfrm>
            <a:off x="9361491" y="3772317"/>
            <a:ext cx="360040" cy="360040"/>
          </a:xfrm>
          <a:prstGeom prst="ellipse">
            <a:avLst/>
          </a:prstGeom>
          <a:solidFill>
            <a:schemeClr val="tx1"/>
          </a:solidFill>
          <a:ln w="12700">
            <a:solidFill>
              <a:srgbClr val="C0C0C0"/>
            </a:solidFill>
            <a:miter lim="800000"/>
            <a:headEnd/>
            <a:tailEnd/>
          </a:ln>
          <a:effectLst/>
        </p:spPr>
        <p:txBody>
          <a:bodyPr lIns="216000" tIns="36000" rIns="216000" bIns="36000" rtlCol="0"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6</a:t>
            </a: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cxnSp>
        <p:nvCxnSpPr>
          <p:cNvPr id="28" name="Прямая соединительная линия 27">
            <a:extLst>
              <a:ext uri="{FF2B5EF4-FFF2-40B4-BE49-F238E27FC236}">
                <a16:creationId xmlns:a16="http://schemas.microsoft.com/office/drawing/2014/main" id="{9C41B078-493F-4782-8C31-07E6ED770861}"/>
              </a:ext>
            </a:extLst>
          </p:cNvPr>
          <p:cNvCxnSpPr>
            <a:cxnSpLocks/>
            <a:stCxn id="23" idx="5"/>
            <a:endCxn id="24" idx="1"/>
          </p:cNvCxnSpPr>
          <p:nvPr/>
        </p:nvCxnSpPr>
        <p:spPr>
          <a:xfrm>
            <a:off x="6259297" y="3997921"/>
            <a:ext cx="825534" cy="1156834"/>
          </a:xfrm>
          <a:prstGeom prst="line">
            <a:avLst/>
          </a:prstGeom>
          <a:ln w="12700">
            <a:solidFill>
              <a:schemeClr val="tx1"/>
            </a:solidFill>
            <a:headEnd type="none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Прямая соединительная линия 28">
            <a:extLst>
              <a:ext uri="{FF2B5EF4-FFF2-40B4-BE49-F238E27FC236}">
                <a16:creationId xmlns:a16="http://schemas.microsoft.com/office/drawing/2014/main" id="{D65F3232-6478-4CE5-A4EB-DD49A6FB1B27}"/>
              </a:ext>
            </a:extLst>
          </p:cNvPr>
          <p:cNvCxnSpPr>
            <a:cxnSpLocks/>
            <a:stCxn id="22" idx="7"/>
            <a:endCxn id="23" idx="3"/>
          </p:cNvCxnSpPr>
          <p:nvPr/>
        </p:nvCxnSpPr>
        <p:spPr>
          <a:xfrm flipV="1">
            <a:off x="5196347" y="3997921"/>
            <a:ext cx="808365" cy="631144"/>
          </a:xfrm>
          <a:prstGeom prst="line">
            <a:avLst/>
          </a:prstGeom>
          <a:ln w="12700">
            <a:solidFill>
              <a:schemeClr val="tx1"/>
            </a:solidFill>
            <a:headEnd type="none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Прямая соединительная линия 29">
            <a:extLst>
              <a:ext uri="{FF2B5EF4-FFF2-40B4-BE49-F238E27FC236}">
                <a16:creationId xmlns:a16="http://schemas.microsoft.com/office/drawing/2014/main" id="{DA3BF60D-AA51-4C88-B1A7-B059D0524622}"/>
              </a:ext>
            </a:extLst>
          </p:cNvPr>
          <p:cNvCxnSpPr>
            <a:stCxn id="22" idx="5"/>
            <a:endCxn id="24" idx="2"/>
          </p:cNvCxnSpPr>
          <p:nvPr/>
        </p:nvCxnSpPr>
        <p:spPr>
          <a:xfrm>
            <a:off x="5196346" y="4883652"/>
            <a:ext cx="1835758" cy="398397"/>
          </a:xfrm>
          <a:prstGeom prst="line">
            <a:avLst/>
          </a:prstGeom>
          <a:ln w="12700">
            <a:solidFill>
              <a:schemeClr val="tx1"/>
            </a:solidFill>
            <a:headEnd type="none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Прямая соединительная линия 30">
            <a:extLst>
              <a:ext uri="{FF2B5EF4-FFF2-40B4-BE49-F238E27FC236}">
                <a16:creationId xmlns:a16="http://schemas.microsoft.com/office/drawing/2014/main" id="{1AA50F2D-928C-457E-9ADC-473D914A5A5B}"/>
              </a:ext>
            </a:extLst>
          </p:cNvPr>
          <p:cNvCxnSpPr>
            <a:endCxn id="25" idx="2"/>
          </p:cNvCxnSpPr>
          <p:nvPr/>
        </p:nvCxnSpPr>
        <p:spPr>
          <a:xfrm flipV="1">
            <a:off x="6312024" y="3825044"/>
            <a:ext cx="1332148" cy="45584"/>
          </a:xfrm>
          <a:prstGeom prst="line">
            <a:avLst/>
          </a:prstGeom>
          <a:ln w="12700">
            <a:solidFill>
              <a:schemeClr val="tx1"/>
            </a:solidFill>
            <a:headEnd type="none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Прямая соединительная линия 31">
            <a:extLst>
              <a:ext uri="{FF2B5EF4-FFF2-40B4-BE49-F238E27FC236}">
                <a16:creationId xmlns:a16="http://schemas.microsoft.com/office/drawing/2014/main" id="{EF72EB13-AE67-4F17-92DF-202B438ED2E7}"/>
              </a:ext>
            </a:extLst>
          </p:cNvPr>
          <p:cNvCxnSpPr>
            <a:stCxn id="25" idx="6"/>
            <a:endCxn id="27" idx="2"/>
          </p:cNvCxnSpPr>
          <p:nvPr/>
        </p:nvCxnSpPr>
        <p:spPr>
          <a:xfrm>
            <a:off x="8004213" y="3825045"/>
            <a:ext cx="1357279" cy="127293"/>
          </a:xfrm>
          <a:prstGeom prst="line">
            <a:avLst/>
          </a:prstGeom>
          <a:ln w="12700">
            <a:solidFill>
              <a:schemeClr val="tx1"/>
            </a:solidFill>
            <a:headEnd type="none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Прямая соединительная линия 32">
            <a:extLst>
              <a:ext uri="{FF2B5EF4-FFF2-40B4-BE49-F238E27FC236}">
                <a16:creationId xmlns:a16="http://schemas.microsoft.com/office/drawing/2014/main" id="{FF9F3B21-F568-4D56-8372-4C4579AC7FB1}"/>
              </a:ext>
            </a:extLst>
          </p:cNvPr>
          <p:cNvCxnSpPr>
            <a:cxnSpLocks/>
            <a:stCxn id="24" idx="7"/>
            <a:endCxn id="25" idx="4"/>
          </p:cNvCxnSpPr>
          <p:nvPr/>
        </p:nvCxnSpPr>
        <p:spPr>
          <a:xfrm flipV="1">
            <a:off x="7339418" y="4005065"/>
            <a:ext cx="484775" cy="1149691"/>
          </a:xfrm>
          <a:prstGeom prst="line">
            <a:avLst/>
          </a:prstGeom>
          <a:ln w="12700">
            <a:solidFill>
              <a:schemeClr val="tx1"/>
            </a:solidFill>
            <a:headEnd type="none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Прямая соединительная линия 33">
            <a:extLst>
              <a:ext uri="{FF2B5EF4-FFF2-40B4-BE49-F238E27FC236}">
                <a16:creationId xmlns:a16="http://schemas.microsoft.com/office/drawing/2014/main" id="{FED51A56-BAEE-4B36-AFCB-A1956F3E1CB6}"/>
              </a:ext>
            </a:extLst>
          </p:cNvPr>
          <p:cNvCxnSpPr>
            <a:stCxn id="24" idx="6"/>
            <a:endCxn id="26" idx="2"/>
          </p:cNvCxnSpPr>
          <p:nvPr/>
        </p:nvCxnSpPr>
        <p:spPr>
          <a:xfrm>
            <a:off x="7392144" y="5282048"/>
            <a:ext cx="1404602" cy="1262"/>
          </a:xfrm>
          <a:prstGeom prst="line">
            <a:avLst/>
          </a:prstGeom>
          <a:ln w="12700">
            <a:solidFill>
              <a:schemeClr val="tx1"/>
            </a:solidFill>
            <a:headEnd type="none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Прямая соединительная линия 34">
            <a:extLst>
              <a:ext uri="{FF2B5EF4-FFF2-40B4-BE49-F238E27FC236}">
                <a16:creationId xmlns:a16="http://schemas.microsoft.com/office/drawing/2014/main" id="{41B66A2C-3A76-4AFD-BD5E-D941A53A3224}"/>
              </a:ext>
            </a:extLst>
          </p:cNvPr>
          <p:cNvCxnSpPr>
            <a:cxnSpLocks/>
            <a:stCxn id="25" idx="5"/>
            <a:endCxn id="26" idx="1"/>
          </p:cNvCxnSpPr>
          <p:nvPr/>
        </p:nvCxnSpPr>
        <p:spPr>
          <a:xfrm>
            <a:off x="7951485" y="3952337"/>
            <a:ext cx="897988" cy="1203680"/>
          </a:xfrm>
          <a:prstGeom prst="line">
            <a:avLst/>
          </a:prstGeom>
          <a:ln w="12700">
            <a:solidFill>
              <a:schemeClr val="tx1"/>
            </a:solidFill>
            <a:headEnd type="none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Прямоугольник 35">
            <a:extLst>
              <a:ext uri="{FF2B5EF4-FFF2-40B4-BE49-F238E27FC236}">
                <a16:creationId xmlns:a16="http://schemas.microsoft.com/office/drawing/2014/main" id="{DD1C376B-6FF9-4FB4-8488-257E657EF3F2}"/>
              </a:ext>
            </a:extLst>
          </p:cNvPr>
          <p:cNvSpPr/>
          <p:nvPr/>
        </p:nvSpPr>
        <p:spPr bwMode="gray">
          <a:xfrm>
            <a:off x="4961053" y="4648358"/>
            <a:ext cx="216000" cy="216000"/>
          </a:xfrm>
          <a:prstGeom prst="rect">
            <a:avLst/>
          </a:prstGeom>
          <a:solidFill>
            <a:srgbClr val="C00000"/>
          </a:solidFill>
          <a:ln w="12700">
            <a:solidFill>
              <a:srgbClr val="C0C0C0"/>
            </a:solidFill>
            <a:miter lim="800000"/>
            <a:headEnd/>
            <a:tailEnd/>
          </a:ln>
          <a:effectLst/>
        </p:spPr>
        <p:txBody>
          <a:bodyPr lIns="216000" tIns="36000" rIns="216000" bIns="36000" rtlCol="0"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E33B757-FC03-47F8-B503-3F0A2936BAE4}"/>
              </a:ext>
            </a:extLst>
          </p:cNvPr>
          <p:cNvSpPr txBox="1"/>
          <p:nvPr/>
        </p:nvSpPr>
        <p:spPr>
          <a:xfrm>
            <a:off x="6969372" y="2924944"/>
            <a:ext cx="32359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(</a:t>
            </a: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E342703-3AA0-4B36-946B-E0E95280D126}"/>
              </a:ext>
            </a:extLst>
          </p:cNvPr>
          <p:cNvSpPr txBox="1"/>
          <p:nvPr/>
        </p:nvSpPr>
        <p:spPr>
          <a:xfrm>
            <a:off x="7121772" y="2924944"/>
            <a:ext cx="53123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1,</a:t>
            </a: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A14674E-846B-4240-82DF-5EAA571CD466}"/>
              </a:ext>
            </a:extLst>
          </p:cNvPr>
          <p:cNvSpPr txBox="1"/>
          <p:nvPr/>
        </p:nvSpPr>
        <p:spPr>
          <a:xfrm>
            <a:off x="7481812" y="2928007"/>
            <a:ext cx="53123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6</a:t>
            </a: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7AD59C9-5495-4E6F-98F1-A1A81017326B}"/>
              </a:ext>
            </a:extLst>
          </p:cNvPr>
          <p:cNvSpPr txBox="1"/>
          <p:nvPr/>
        </p:nvSpPr>
        <p:spPr>
          <a:xfrm>
            <a:off x="7725010" y="2909295"/>
            <a:ext cx="53123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)</a:t>
            </a: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74672332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mph" presetSubtype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indefinite"/>
                                        <p:tgtEl>
                                          <p:spTgt spid="2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0F3DFF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37" dur="indefinite"/>
                                        <p:tgtEl>
                                          <p:spTgt spid="2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8" dur="indefinite"/>
                                        <p:tgtEl>
                                          <p:spTgt spid="2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indefinite"/>
                                        <p:tgtEl>
                                          <p:spTgt spid="2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rgbClr val="0F3DFF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41" dur="indefinite"/>
                                        <p:tgtEl>
                                          <p:spTgt spid="2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2" dur="indefinite"/>
                                        <p:tgtEl>
                                          <p:spTgt spid="2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mph" presetSubtype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25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61" dur="25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2" dur="25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3" presetClass="emph" presetSubtype="1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64" dur="indefinite"/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42" presetClass="pat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79167E-6 1.48148E-6 L 0.08723 -0.12917 " pathEditMode="relative" rAng="0" ptsTypes="AA">
                                      <p:cBhvr>
                                        <p:cTn id="68" dur="2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362" y="-645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2000"/>
                            </p:stCondLst>
                            <p:childTnLst>
                              <p:par>
                                <p:cTn id="70" presetID="1" presetClass="emph" presetSubtype="1" nodeType="after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71" dur="indefinite"/>
                                        <p:tgtEl>
                                          <p:spTgt spid="23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72" dur="indefinite"/>
                                        <p:tgtEl>
                                          <p:spTgt spid="23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3" dur="indefinite"/>
                                        <p:tgtEl>
                                          <p:spTgt spid="23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42" presetClass="path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8723 -0.12917 L 0.17578 0.07662 " pathEditMode="relative" rAng="0" ptsTypes="AA">
                                      <p:cBhvr>
                                        <p:cTn id="77" dur="2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427" y="1027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2000"/>
                            </p:stCondLst>
                            <p:childTnLst>
                              <p:par>
                                <p:cTn id="79" presetID="1" presetClass="emph" presetSubtype="1" nodeType="after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80" dur="indefinite"/>
                                        <p:tgtEl>
                                          <p:spTgt spid="2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81" dur="indefinite"/>
                                        <p:tgtEl>
                                          <p:spTgt spid="2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2" dur="indefinite"/>
                                        <p:tgtEl>
                                          <p:spTgt spid="2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42" presetClass="path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7578 0.07662 L 0.32044 0.07778 " pathEditMode="relative" rAng="0" ptsTypes="AA">
                                      <p:cBhvr>
                                        <p:cTn id="86" dur="2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227" y="4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2000"/>
                            </p:stCondLst>
                            <p:childTnLst>
                              <p:par>
                                <p:cTn id="88" presetID="1" presetClass="emph" presetSubtype="1" nodeType="after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89" dur="indefinite"/>
                                        <p:tgtEl>
                                          <p:spTgt spid="2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90" dur="indefinite"/>
                                        <p:tgtEl>
                                          <p:spTgt spid="2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1" dur="indefinite"/>
                                        <p:tgtEl>
                                          <p:spTgt spid="2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42" presetClass="path" presetSubtype="0" fill="hold" grpId="4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32044 0.07778 L 0.22604 -0.13588 " pathEditMode="relative" rAng="0" ptsTypes="AA">
                                      <p:cBhvr>
                                        <p:cTn id="95" dur="2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727" y="-1069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2000"/>
                            </p:stCondLst>
                            <p:childTnLst>
                              <p:par>
                                <p:cTn id="97" presetID="1" presetClass="emph" presetSubtype="1" nodeType="after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98" dur="indefinite"/>
                                        <p:tgtEl>
                                          <p:spTgt spid="2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99" dur="indefinite"/>
                                        <p:tgtEl>
                                          <p:spTgt spid="2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00" dur="indefinite"/>
                                        <p:tgtEl>
                                          <p:spTgt spid="2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42" presetClass="path" presetSubtype="0" fill="hold" grpId="5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2604 -0.13588 L 0.3677 -0.11736 " pathEditMode="relative" rAng="0" ptsTypes="AA">
                                      <p:cBhvr>
                                        <p:cTn id="104" dur="2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083" y="92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5" fill="hold">
                            <p:stCondLst>
                              <p:cond delay="2000"/>
                            </p:stCondLst>
                            <p:childTnLst>
                              <p:par>
                                <p:cTn id="106" presetID="19" presetClass="emph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animClr clrSpc="rgb" dir="cw">
                                      <p:cBhvr>
                                        <p:cTn id="10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109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0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9" presetClass="emph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14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hlink"/>
                                      </p:to>
                                    </p:animClr>
                                    <p:animClr clrSpc="rgb" dir="cw">
                                      <p:cBhvr>
                                        <p:cTn id="115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hlink"/>
                                      </p:to>
                                    </p:animClr>
                                    <p:set>
                                      <p:cBhvr>
                                        <p:cTn id="116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1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7" grpId="1" animBg="1"/>
      <p:bldP spid="27" grpId="2" animBg="1"/>
      <p:bldP spid="36" grpId="0" animBg="1"/>
      <p:bldP spid="36" grpId="1" animBg="1"/>
      <p:bldP spid="36" grpId="2" animBg="1"/>
      <p:bldP spid="36" grpId="3" animBg="1"/>
      <p:bldP spid="36" grpId="4" animBg="1"/>
      <p:bldP spid="36" grpId="5" animBg="1"/>
      <p:bldP spid="37" grpId="0"/>
      <p:bldP spid="38" grpId="0"/>
      <p:bldP spid="39" grpId="0"/>
      <p:bldP spid="39" grpId="1"/>
      <p:bldP spid="40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_h1"/>
          <p:cNvSpPr>
            <a:spLocks noGrp="1" noChangeArrowheads="1"/>
          </p:cNvSpPr>
          <p:nvPr>
            <p:ph type="title" idx="4294967295"/>
          </p:nvPr>
        </p:nvSpPr>
        <p:spPr bwMode="gray">
          <a:xfrm>
            <a:off x="3216002" y="238125"/>
            <a:ext cx="8496300" cy="617538"/>
          </a:xfrm>
        </p:spPr>
        <p:txBody>
          <a:bodyPr/>
          <a:lstStyle/>
          <a:p>
            <a:pPr eaLnBrk="1" hangingPunct="1"/>
            <a:r>
              <a:rPr kumimoji="0" lang="ru-RU" sz="3600" b="1" noProof="1">
                <a:solidFill>
                  <a:srgbClr val="003794"/>
                </a:solidFill>
                <a:latin typeface="Arial" pitchFamily="34" charset="0"/>
                <a:cs typeface="Arial" pitchFamily="34" charset="0"/>
              </a:rPr>
              <a:t>Сети и сетевые ОС </a:t>
            </a:r>
          </a:p>
        </p:txBody>
      </p:sp>
      <p:sp>
        <p:nvSpPr>
          <p:cNvPr id="12" name="Rechteck 39"/>
          <p:cNvSpPr>
            <a:spLocks noChangeArrowheads="1"/>
          </p:cNvSpPr>
          <p:nvPr/>
        </p:nvSpPr>
        <p:spPr bwMode="gray">
          <a:xfrm>
            <a:off x="3071664" y="1700807"/>
            <a:ext cx="8784976" cy="4824000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Tx/>
              <a:buFontTx/>
              <a:buNone/>
              <a:tabLst/>
              <a:defRPr/>
            </a:pP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4" name="Rechteck 36"/>
          <p:cNvSpPr>
            <a:spLocks noChangeArrowheads="1"/>
          </p:cNvSpPr>
          <p:nvPr/>
        </p:nvSpPr>
        <p:spPr bwMode="gray">
          <a:xfrm>
            <a:off x="3071664" y="908721"/>
            <a:ext cx="8784976" cy="559717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ct val="200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000" b="1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itchFamily="34" charset="0"/>
                <a:ea typeface="+mn-ea"/>
                <a:cs typeface="+mn-cs"/>
              </a:rPr>
              <a:t>Маршрутизация</a:t>
            </a:r>
          </a:p>
        </p:txBody>
      </p:sp>
      <p:sp>
        <p:nvSpPr>
          <p:cNvPr id="9" name="Rectangle 3"/>
          <p:cNvSpPr>
            <a:spLocks noGrp="1" noRot="1" noChangeArrowheads="1"/>
          </p:cNvSpPr>
          <p:nvPr>
            <p:ph type="body" sz="half" idx="4294967295"/>
          </p:nvPr>
        </p:nvSpPr>
        <p:spPr>
          <a:xfrm>
            <a:off x="3261718" y="1844824"/>
            <a:ext cx="8410575" cy="972318"/>
          </a:xfrm>
          <a:prstGeom prst="rect">
            <a:avLst/>
          </a:prstGeom>
        </p:spPr>
        <p:txBody>
          <a:bodyPr/>
          <a:lstStyle/>
          <a:p>
            <a:pPr marL="720000" indent="-342000" eaLnBrk="1" hangingPunct="1">
              <a:buClr>
                <a:schemeClr val="tx1"/>
              </a:buClr>
              <a:defRPr/>
            </a:pP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Маршрутизация от источника передачи данных</a:t>
            </a:r>
          </a:p>
          <a:p>
            <a:pPr marL="720000" indent="-342000" eaLnBrk="1" hangingPunct="1">
              <a:buClr>
                <a:schemeClr val="tx1"/>
              </a:buClr>
              <a:defRPr/>
            </a:pP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Одношаговая маршрутизация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044000" lvl="1" eaLnBrk="1" hangingPunct="1">
              <a:spcBef>
                <a:spcPts val="1800"/>
              </a:spcBef>
              <a:buClr>
                <a:schemeClr val="tx1"/>
              </a:buClr>
              <a:defRPr/>
            </a:pPr>
            <a:r>
              <a:rPr lang="ru-RU" sz="2000" dirty="0">
                <a:latin typeface="Arial" panose="020B0604020202020204" pitchFamily="34" charset="0"/>
              </a:rPr>
              <a:t>Алгоритмы фиксированной маршрутизации</a:t>
            </a:r>
          </a:p>
          <a:p>
            <a:pPr marL="1044000" lvl="1" eaLnBrk="1" hangingPunct="1">
              <a:spcBef>
                <a:spcPts val="1800"/>
              </a:spcBef>
              <a:buClr>
                <a:schemeClr val="tx1"/>
              </a:buClr>
              <a:defRPr/>
            </a:pPr>
            <a:r>
              <a:rPr lang="ru-RU" sz="2000" dirty="0">
                <a:latin typeface="Arial" panose="020B0604020202020204" pitchFamily="34" charset="0"/>
              </a:rPr>
              <a:t>Алгоритмы простой маршрутизации</a:t>
            </a:r>
          </a:p>
          <a:p>
            <a:pPr marL="1044000" lvl="1" eaLnBrk="1" hangingPunct="1">
              <a:spcBef>
                <a:spcPts val="1800"/>
              </a:spcBef>
              <a:buClr>
                <a:schemeClr val="tx1"/>
              </a:buClr>
              <a:defRPr/>
            </a:pPr>
            <a:r>
              <a:rPr lang="ru-RU" sz="2000" dirty="0">
                <a:latin typeface="Arial" panose="020B0604020202020204" pitchFamily="34" charset="0"/>
              </a:rPr>
              <a:t>Алгоритмы динамической маршрутизации</a:t>
            </a:r>
          </a:p>
          <a:p>
            <a:pPr lvl="2" eaLnBrk="1" hangingPunct="1">
              <a:buClr>
                <a:schemeClr val="tx1"/>
              </a:buClr>
              <a:defRPr/>
            </a:pPr>
            <a:endParaRPr lang="en-US" sz="2000" dirty="0">
              <a:latin typeface="Arial" panose="020B0604020202020204" pitchFamily="34" charset="0"/>
            </a:endParaRPr>
          </a:p>
          <a:p>
            <a:pPr marL="720000" indent="-720000" eaLnBrk="1" hangingPunct="1">
              <a:buClr>
                <a:schemeClr val="tx1"/>
              </a:buClr>
              <a:defRPr/>
            </a:pPr>
            <a:endParaRPr lang="ru-RU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2342357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_h1"/>
          <p:cNvSpPr>
            <a:spLocks noGrp="1" noChangeArrowheads="1"/>
          </p:cNvSpPr>
          <p:nvPr>
            <p:ph type="title" idx="4294967295"/>
          </p:nvPr>
        </p:nvSpPr>
        <p:spPr bwMode="gray">
          <a:xfrm>
            <a:off x="3216002" y="238125"/>
            <a:ext cx="8496300" cy="617538"/>
          </a:xfrm>
        </p:spPr>
        <p:txBody>
          <a:bodyPr/>
          <a:lstStyle/>
          <a:p>
            <a:pPr eaLnBrk="1" hangingPunct="1"/>
            <a:r>
              <a:rPr kumimoji="0" lang="ru-RU" sz="3600" b="1" noProof="1">
                <a:solidFill>
                  <a:srgbClr val="003794"/>
                </a:solidFill>
                <a:latin typeface="Arial" pitchFamily="34" charset="0"/>
                <a:cs typeface="Arial" pitchFamily="34" charset="0"/>
              </a:rPr>
              <a:t>Сети и сетевые ОС </a:t>
            </a:r>
          </a:p>
        </p:txBody>
      </p:sp>
      <p:sp>
        <p:nvSpPr>
          <p:cNvPr id="12" name="Rechteck 39"/>
          <p:cNvSpPr>
            <a:spLocks noChangeArrowheads="1"/>
          </p:cNvSpPr>
          <p:nvPr/>
        </p:nvSpPr>
        <p:spPr bwMode="gray">
          <a:xfrm>
            <a:off x="3071664" y="1700809"/>
            <a:ext cx="8784976" cy="4896000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Tx/>
              <a:buFontTx/>
              <a:buNone/>
              <a:tabLst/>
              <a:defRPr/>
            </a:pP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4" name="Rechteck 36"/>
          <p:cNvSpPr>
            <a:spLocks noChangeArrowheads="1"/>
          </p:cNvSpPr>
          <p:nvPr/>
        </p:nvSpPr>
        <p:spPr bwMode="gray">
          <a:xfrm>
            <a:off x="3071664" y="908721"/>
            <a:ext cx="8784976" cy="559717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ct val="200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000" b="1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itchFamily="34" charset="0"/>
                <a:ea typeface="+mn-ea"/>
                <a:cs typeface="+mn-cs"/>
              </a:rPr>
              <a:t>Одношаговая маршрутизация</a:t>
            </a:r>
          </a:p>
        </p:txBody>
      </p:sp>
      <p:sp>
        <p:nvSpPr>
          <p:cNvPr id="9" name="Rectangle 3"/>
          <p:cNvSpPr>
            <a:spLocks noGrp="1" noRot="1" noChangeArrowheads="1"/>
          </p:cNvSpPr>
          <p:nvPr>
            <p:ph type="body" sz="half" idx="4294967295"/>
          </p:nvPr>
        </p:nvSpPr>
        <p:spPr>
          <a:xfrm>
            <a:off x="3261718" y="1844824"/>
            <a:ext cx="8410575" cy="972318"/>
          </a:xfrm>
          <a:prstGeom prst="rect">
            <a:avLst/>
          </a:prstGeom>
        </p:spPr>
        <p:txBody>
          <a:bodyPr/>
          <a:lstStyle/>
          <a:p>
            <a:pPr marL="377100" indent="0" algn="ctr" eaLnBrk="1" hangingPunct="1">
              <a:buClr>
                <a:schemeClr val="tx1"/>
              </a:buClr>
              <a:buNone/>
              <a:defRPr/>
            </a:pPr>
            <a:r>
              <a:rPr lang="ru-RU" sz="2800" dirty="0">
                <a:latin typeface="Arial" panose="020B0604020202020204" pitchFamily="34" charset="0"/>
                <a:cs typeface="Arial" panose="020B0604020202020204" pitchFamily="34" charset="0"/>
              </a:rPr>
              <a:t>Фиксированная маршрутизация</a:t>
            </a:r>
          </a:p>
        </p:txBody>
      </p:sp>
      <p:graphicFrame>
        <p:nvGraphicFramePr>
          <p:cNvPr id="10" name="Group 31"/>
          <p:cNvGraphicFramePr>
            <a:graphicFrameLocks/>
          </p:cNvGraphicFramePr>
          <p:nvPr/>
        </p:nvGraphicFramePr>
        <p:xfrm>
          <a:off x="3215681" y="3068862"/>
          <a:ext cx="8518525" cy="2592387"/>
        </p:xfrm>
        <a:graphic>
          <a:graphicData uri="http://schemas.openxmlformats.org/drawingml/2006/table">
            <a:tbl>
              <a:tblPr/>
              <a:tblGrid>
                <a:gridCol w="28400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38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400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0121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Адресат назначения</a:t>
                      </a:r>
                    </a:p>
                  </a:txBody>
                  <a:tcPr marT="45731" marB="4573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Адрес очередного компонента сети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ru-RU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Адрес исходящей линии связи</a:t>
                      </a: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039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ru-RU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Arial" charset="0"/>
                      </a:endParaRPr>
                    </a:p>
                  </a:txBody>
                  <a:tcPr marT="45731" marB="4573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ru-RU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Arial" charset="0"/>
                      </a:endParaRP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ru-RU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Arial" charset="0"/>
                      </a:endParaRP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3039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ru-RU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Arial" charset="0"/>
                      </a:endParaRPr>
                    </a:p>
                  </a:txBody>
                  <a:tcPr marT="45731" marB="4573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ru-RU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Arial" charset="0"/>
                      </a:endParaRP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ru-RU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Arial" charset="0"/>
                      </a:endParaRP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3039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ru-RU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Arial" charset="0"/>
                      </a:endParaRPr>
                    </a:p>
                  </a:txBody>
                  <a:tcPr marT="45731" marB="4573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ru-RU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Arial" charset="0"/>
                      </a:endParaRP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ru-RU" sz="2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Arial" charset="0"/>
                      </a:endParaRPr>
                    </a:p>
                  </a:txBody>
                  <a:tcPr marT="45731" marB="4573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1" name="Text Box 32"/>
          <p:cNvSpPr txBox="1">
            <a:spLocks noChangeArrowheads="1"/>
          </p:cNvSpPr>
          <p:nvPr/>
        </p:nvSpPr>
        <p:spPr bwMode="auto">
          <a:xfrm>
            <a:off x="3945931" y="3932461"/>
            <a:ext cx="1296987" cy="36933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5</a:t>
            </a:r>
          </a:p>
        </p:txBody>
      </p:sp>
      <p:sp>
        <p:nvSpPr>
          <p:cNvPr id="13" name="Text Box 33"/>
          <p:cNvSpPr txBox="1">
            <a:spLocks noChangeArrowheads="1"/>
          </p:cNvSpPr>
          <p:nvPr/>
        </p:nvSpPr>
        <p:spPr bwMode="auto">
          <a:xfrm>
            <a:off x="6717706" y="3932461"/>
            <a:ext cx="1296987" cy="36933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20</a:t>
            </a:r>
          </a:p>
        </p:txBody>
      </p:sp>
      <p:sp>
        <p:nvSpPr>
          <p:cNvPr id="15" name="Text Box 34"/>
          <p:cNvSpPr txBox="1">
            <a:spLocks noChangeArrowheads="1"/>
          </p:cNvSpPr>
          <p:nvPr/>
        </p:nvSpPr>
        <p:spPr bwMode="auto">
          <a:xfrm>
            <a:off x="9525992" y="3932461"/>
            <a:ext cx="1296988" cy="36933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21</a:t>
            </a:r>
          </a:p>
        </p:txBody>
      </p:sp>
      <p:sp>
        <p:nvSpPr>
          <p:cNvPr id="16" name="Text Box 35"/>
          <p:cNvSpPr txBox="1">
            <a:spLocks noChangeArrowheads="1"/>
          </p:cNvSpPr>
          <p:nvPr/>
        </p:nvSpPr>
        <p:spPr bwMode="auto">
          <a:xfrm>
            <a:off x="3945931" y="4532536"/>
            <a:ext cx="1296987" cy="36933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1-4</a:t>
            </a:r>
          </a:p>
        </p:txBody>
      </p:sp>
      <p:sp>
        <p:nvSpPr>
          <p:cNvPr id="17" name="Text Box 36"/>
          <p:cNvSpPr txBox="1">
            <a:spLocks noChangeArrowheads="1"/>
          </p:cNvSpPr>
          <p:nvPr/>
        </p:nvSpPr>
        <p:spPr bwMode="auto">
          <a:xfrm>
            <a:off x="6717706" y="4532536"/>
            <a:ext cx="1296987" cy="36933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28</a:t>
            </a:r>
          </a:p>
        </p:txBody>
      </p:sp>
      <p:sp>
        <p:nvSpPr>
          <p:cNvPr id="18" name="Text Box 37"/>
          <p:cNvSpPr txBox="1">
            <a:spLocks noChangeArrowheads="1"/>
          </p:cNvSpPr>
          <p:nvPr/>
        </p:nvSpPr>
        <p:spPr bwMode="auto">
          <a:xfrm>
            <a:off x="9525992" y="4532536"/>
            <a:ext cx="1296988" cy="36933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22</a:t>
            </a:r>
          </a:p>
        </p:txBody>
      </p:sp>
      <p:sp>
        <p:nvSpPr>
          <p:cNvPr id="19" name="Text Box 38"/>
          <p:cNvSpPr txBox="1">
            <a:spLocks noChangeArrowheads="1"/>
          </p:cNvSpPr>
          <p:nvPr/>
        </p:nvSpPr>
        <p:spPr bwMode="auto">
          <a:xfrm>
            <a:off x="3945931" y="5145311"/>
            <a:ext cx="1296987" cy="36933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default</a:t>
            </a: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0" name="Text Box 39"/>
          <p:cNvSpPr txBox="1">
            <a:spLocks noChangeArrowheads="1"/>
          </p:cNvSpPr>
          <p:nvPr/>
        </p:nvSpPr>
        <p:spPr bwMode="auto">
          <a:xfrm>
            <a:off x="6717706" y="5145311"/>
            <a:ext cx="1296987" cy="36933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2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4</a:t>
            </a: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1" name="Text Box 40"/>
          <p:cNvSpPr txBox="1">
            <a:spLocks noChangeArrowheads="1"/>
          </p:cNvSpPr>
          <p:nvPr/>
        </p:nvSpPr>
        <p:spPr bwMode="auto">
          <a:xfrm>
            <a:off x="9525992" y="5145311"/>
            <a:ext cx="1296988" cy="36933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2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3</a:t>
            </a:r>
            <a:endParaRPr kumimoji="0" lang="ru-RU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71779368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1" grpId="0"/>
      <p:bldP spid="13" grpId="0"/>
      <p:bldP spid="15" grpId="0"/>
      <p:bldP spid="16" grpId="0"/>
      <p:bldP spid="17" grpId="0"/>
      <p:bldP spid="18" grpId="0"/>
      <p:bldP spid="19" grpId="0"/>
      <p:bldP spid="20" grpId="0"/>
      <p:bldP spid="21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_h1"/>
          <p:cNvSpPr>
            <a:spLocks noGrp="1" noChangeArrowheads="1"/>
          </p:cNvSpPr>
          <p:nvPr>
            <p:ph type="title" idx="4294967295"/>
          </p:nvPr>
        </p:nvSpPr>
        <p:spPr bwMode="gray">
          <a:xfrm>
            <a:off x="3216002" y="238125"/>
            <a:ext cx="8496300" cy="617538"/>
          </a:xfrm>
        </p:spPr>
        <p:txBody>
          <a:bodyPr/>
          <a:lstStyle/>
          <a:p>
            <a:pPr eaLnBrk="1" hangingPunct="1"/>
            <a:r>
              <a:rPr kumimoji="0" lang="ru-RU" sz="3600" b="1" noProof="1">
                <a:solidFill>
                  <a:srgbClr val="003794"/>
                </a:solidFill>
                <a:latin typeface="Arial" pitchFamily="34" charset="0"/>
                <a:cs typeface="Arial" pitchFamily="34" charset="0"/>
              </a:rPr>
              <a:t>Сети и сетевые ОС </a:t>
            </a:r>
          </a:p>
        </p:txBody>
      </p:sp>
      <p:sp>
        <p:nvSpPr>
          <p:cNvPr id="12" name="Rechteck 39"/>
          <p:cNvSpPr>
            <a:spLocks noChangeArrowheads="1"/>
          </p:cNvSpPr>
          <p:nvPr/>
        </p:nvSpPr>
        <p:spPr bwMode="gray">
          <a:xfrm>
            <a:off x="3071664" y="1700809"/>
            <a:ext cx="8784976" cy="4896000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Tx/>
              <a:buFontTx/>
              <a:buNone/>
              <a:tabLst/>
              <a:defRPr/>
            </a:pP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4" name="Rechteck 36"/>
          <p:cNvSpPr>
            <a:spLocks noChangeArrowheads="1"/>
          </p:cNvSpPr>
          <p:nvPr/>
        </p:nvSpPr>
        <p:spPr bwMode="gray">
          <a:xfrm>
            <a:off x="3071664" y="908721"/>
            <a:ext cx="8784976" cy="559717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ct val="200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000" b="1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itchFamily="34" charset="0"/>
                <a:ea typeface="+mn-ea"/>
                <a:cs typeface="+mn-cs"/>
              </a:rPr>
              <a:t>Одношаговая маршрутизация</a:t>
            </a:r>
          </a:p>
        </p:txBody>
      </p:sp>
      <p:sp>
        <p:nvSpPr>
          <p:cNvPr id="9" name="Rectangle 3"/>
          <p:cNvSpPr>
            <a:spLocks noGrp="1" noRot="1" noChangeArrowheads="1"/>
          </p:cNvSpPr>
          <p:nvPr>
            <p:ph type="body" sz="half" idx="4294967295"/>
          </p:nvPr>
        </p:nvSpPr>
        <p:spPr>
          <a:xfrm>
            <a:off x="3261718" y="1844824"/>
            <a:ext cx="8410575" cy="1296144"/>
          </a:xfrm>
          <a:prstGeom prst="rect">
            <a:avLst/>
          </a:prstGeom>
        </p:spPr>
        <p:txBody>
          <a:bodyPr/>
          <a:lstStyle/>
          <a:p>
            <a:pPr marL="377100" indent="0" algn="ctr" eaLnBrk="1" hangingPunct="1">
              <a:buClr>
                <a:schemeClr val="tx1"/>
              </a:buClr>
              <a:buNone/>
              <a:defRPr/>
            </a:pPr>
            <a:r>
              <a:rPr lang="ru-RU" sz="2800" dirty="0">
                <a:latin typeface="Arial" panose="020B0604020202020204" pitchFamily="34" charset="0"/>
                <a:cs typeface="Arial" panose="020B0604020202020204" pitchFamily="34" charset="0"/>
              </a:rPr>
              <a:t>Простая маршрутизация</a:t>
            </a:r>
          </a:p>
          <a:p>
            <a:pPr marL="377100" indent="0" algn="ctr" eaLnBrk="1" hangingPunct="1">
              <a:buClr>
                <a:schemeClr val="tx1"/>
              </a:buClr>
              <a:buNone/>
              <a:defRPr/>
            </a:pP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Лавинная</a:t>
            </a:r>
          </a:p>
          <a:p>
            <a:pPr marL="377100" indent="0" algn="ctr" eaLnBrk="1" hangingPunct="1">
              <a:buClr>
                <a:schemeClr val="tx1"/>
              </a:buClr>
              <a:buNone/>
              <a:defRPr/>
            </a:pPr>
            <a:endParaRPr lang="ru-RU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Овал 21">
            <a:extLst>
              <a:ext uri="{FF2B5EF4-FFF2-40B4-BE49-F238E27FC236}">
                <a16:creationId xmlns:a16="http://schemas.microsoft.com/office/drawing/2014/main" id="{4DAB75DB-7092-4FE6-9409-2E5FB81672D4}"/>
              </a:ext>
            </a:extLst>
          </p:cNvPr>
          <p:cNvSpPr/>
          <p:nvPr/>
        </p:nvSpPr>
        <p:spPr bwMode="gray">
          <a:xfrm>
            <a:off x="7284132" y="3834413"/>
            <a:ext cx="360040" cy="360040"/>
          </a:xfrm>
          <a:prstGeom prst="ellipse">
            <a:avLst/>
          </a:prstGeom>
          <a:solidFill>
            <a:schemeClr val="tx1"/>
          </a:solidFill>
          <a:ln w="12700">
            <a:solidFill>
              <a:srgbClr val="C0C0C0"/>
            </a:solidFill>
            <a:miter lim="800000"/>
            <a:headEnd/>
            <a:tailEnd/>
          </a:ln>
          <a:effectLst/>
        </p:spPr>
        <p:txBody>
          <a:bodyPr lIns="216000" tIns="36000" rIns="216000" bIns="36000" rtlCol="0"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4</a:t>
            </a: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cxnSp>
        <p:nvCxnSpPr>
          <p:cNvPr id="41" name="Прямая соединительная линия 40">
            <a:extLst>
              <a:ext uri="{FF2B5EF4-FFF2-40B4-BE49-F238E27FC236}">
                <a16:creationId xmlns:a16="http://schemas.microsoft.com/office/drawing/2014/main" id="{745225C9-E7B3-42CF-8C24-8A917F12AF28}"/>
              </a:ext>
            </a:extLst>
          </p:cNvPr>
          <p:cNvCxnSpPr>
            <a:cxnSpLocks/>
            <a:endCxn id="22" idx="2"/>
          </p:cNvCxnSpPr>
          <p:nvPr/>
        </p:nvCxnSpPr>
        <p:spPr>
          <a:xfrm>
            <a:off x="5735960" y="4014433"/>
            <a:ext cx="1548172" cy="0"/>
          </a:xfrm>
          <a:prstGeom prst="line">
            <a:avLst/>
          </a:prstGeom>
          <a:ln w="12700">
            <a:solidFill>
              <a:schemeClr val="tx1"/>
            </a:solidFill>
            <a:headEnd type="none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Прямая соединительная линия 45">
            <a:extLst>
              <a:ext uri="{FF2B5EF4-FFF2-40B4-BE49-F238E27FC236}">
                <a16:creationId xmlns:a16="http://schemas.microsoft.com/office/drawing/2014/main" id="{4AC13032-3CF6-4E5B-A594-5D572BF36BF3}"/>
              </a:ext>
            </a:extLst>
          </p:cNvPr>
          <p:cNvCxnSpPr>
            <a:cxnSpLocks/>
            <a:endCxn id="22" idx="3"/>
          </p:cNvCxnSpPr>
          <p:nvPr/>
        </p:nvCxnSpPr>
        <p:spPr>
          <a:xfrm flipV="1">
            <a:off x="6059997" y="4141726"/>
            <a:ext cx="1276863" cy="880548"/>
          </a:xfrm>
          <a:prstGeom prst="line">
            <a:avLst/>
          </a:prstGeom>
          <a:ln w="12700">
            <a:solidFill>
              <a:schemeClr val="tx1"/>
            </a:solidFill>
            <a:headEnd type="none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Прямая соединительная линия 49">
            <a:extLst>
              <a:ext uri="{FF2B5EF4-FFF2-40B4-BE49-F238E27FC236}">
                <a16:creationId xmlns:a16="http://schemas.microsoft.com/office/drawing/2014/main" id="{4A8B0EBF-8DDB-475B-AC99-1ABE137F5EF4}"/>
              </a:ext>
            </a:extLst>
          </p:cNvPr>
          <p:cNvCxnSpPr>
            <a:cxnSpLocks/>
            <a:stCxn id="22" idx="6"/>
          </p:cNvCxnSpPr>
          <p:nvPr/>
        </p:nvCxnSpPr>
        <p:spPr>
          <a:xfrm>
            <a:off x="7644172" y="4014433"/>
            <a:ext cx="1548172" cy="0"/>
          </a:xfrm>
          <a:prstGeom prst="line">
            <a:avLst/>
          </a:prstGeom>
          <a:ln w="12700">
            <a:solidFill>
              <a:schemeClr val="tx1"/>
            </a:solidFill>
            <a:headEnd type="none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Прямая соединительная линия 53">
            <a:extLst>
              <a:ext uri="{FF2B5EF4-FFF2-40B4-BE49-F238E27FC236}">
                <a16:creationId xmlns:a16="http://schemas.microsoft.com/office/drawing/2014/main" id="{AAF60371-5192-427E-ACC4-FBC195EAADFD}"/>
              </a:ext>
            </a:extLst>
          </p:cNvPr>
          <p:cNvCxnSpPr>
            <a:cxnSpLocks/>
            <a:stCxn id="22" idx="5"/>
          </p:cNvCxnSpPr>
          <p:nvPr/>
        </p:nvCxnSpPr>
        <p:spPr>
          <a:xfrm>
            <a:off x="7591445" y="4141726"/>
            <a:ext cx="1080000" cy="1080000"/>
          </a:xfrm>
          <a:prstGeom prst="line">
            <a:avLst/>
          </a:prstGeom>
          <a:ln w="12700">
            <a:solidFill>
              <a:schemeClr val="tx1"/>
            </a:solidFill>
            <a:headEnd type="none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Прямая соединительная линия 56">
            <a:extLst>
              <a:ext uri="{FF2B5EF4-FFF2-40B4-BE49-F238E27FC236}">
                <a16:creationId xmlns:a16="http://schemas.microsoft.com/office/drawing/2014/main" id="{CC0F6EF3-9445-4079-A624-3ED4486236EA}"/>
              </a:ext>
            </a:extLst>
          </p:cNvPr>
          <p:cNvCxnSpPr>
            <a:cxnSpLocks/>
            <a:stCxn id="22" idx="7"/>
          </p:cNvCxnSpPr>
          <p:nvPr/>
        </p:nvCxnSpPr>
        <p:spPr>
          <a:xfrm flipV="1">
            <a:off x="7591445" y="2852936"/>
            <a:ext cx="1044000" cy="1044000"/>
          </a:xfrm>
          <a:prstGeom prst="line">
            <a:avLst/>
          </a:prstGeom>
          <a:ln w="12700">
            <a:solidFill>
              <a:schemeClr val="tx1"/>
            </a:solidFill>
            <a:headEnd type="none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Прямоугольник 58">
            <a:extLst>
              <a:ext uri="{FF2B5EF4-FFF2-40B4-BE49-F238E27FC236}">
                <a16:creationId xmlns:a16="http://schemas.microsoft.com/office/drawing/2014/main" id="{3C14A292-8691-4043-8296-D0A6728D152C}"/>
              </a:ext>
            </a:extLst>
          </p:cNvPr>
          <p:cNvSpPr/>
          <p:nvPr/>
        </p:nvSpPr>
        <p:spPr bwMode="gray">
          <a:xfrm>
            <a:off x="6242873" y="4789678"/>
            <a:ext cx="144016" cy="144016"/>
          </a:xfrm>
          <a:prstGeom prst="rect">
            <a:avLst/>
          </a:prstGeom>
          <a:solidFill>
            <a:srgbClr val="C00000"/>
          </a:solidFill>
          <a:ln w="12700">
            <a:solidFill>
              <a:srgbClr val="C0C0C0"/>
            </a:solidFill>
            <a:miter lim="800000"/>
            <a:headEnd/>
            <a:tailEnd/>
          </a:ln>
          <a:effectLst/>
        </p:spPr>
        <p:txBody>
          <a:bodyPr lIns="216000" tIns="36000" rIns="216000" bIns="36000" rtlCol="0"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61" name="Прямоугольник 60">
            <a:extLst>
              <a:ext uri="{FF2B5EF4-FFF2-40B4-BE49-F238E27FC236}">
                <a16:creationId xmlns:a16="http://schemas.microsoft.com/office/drawing/2014/main" id="{39A66DBE-E978-4A52-8D40-32D52D46D2AC}"/>
              </a:ext>
            </a:extLst>
          </p:cNvPr>
          <p:cNvSpPr/>
          <p:nvPr/>
        </p:nvSpPr>
        <p:spPr bwMode="gray">
          <a:xfrm>
            <a:off x="7387701" y="3942425"/>
            <a:ext cx="144016" cy="144016"/>
          </a:xfrm>
          <a:prstGeom prst="rect">
            <a:avLst/>
          </a:prstGeom>
          <a:solidFill>
            <a:srgbClr val="C00000"/>
          </a:solidFill>
          <a:ln w="12700">
            <a:solidFill>
              <a:srgbClr val="C0C0C0"/>
            </a:solidFill>
            <a:miter lim="800000"/>
            <a:headEnd/>
            <a:tailEnd/>
          </a:ln>
          <a:effectLst/>
        </p:spPr>
        <p:txBody>
          <a:bodyPr lIns="216000" tIns="36000" rIns="216000" bIns="36000" rtlCol="0"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62" name="Прямоугольник 61">
            <a:extLst>
              <a:ext uri="{FF2B5EF4-FFF2-40B4-BE49-F238E27FC236}">
                <a16:creationId xmlns:a16="http://schemas.microsoft.com/office/drawing/2014/main" id="{9DD20BD0-CE0B-4976-A74D-A80F62522E71}"/>
              </a:ext>
            </a:extLst>
          </p:cNvPr>
          <p:cNvSpPr/>
          <p:nvPr/>
        </p:nvSpPr>
        <p:spPr bwMode="gray">
          <a:xfrm>
            <a:off x="7382618" y="3942425"/>
            <a:ext cx="144016" cy="144016"/>
          </a:xfrm>
          <a:prstGeom prst="rect">
            <a:avLst/>
          </a:prstGeom>
          <a:solidFill>
            <a:srgbClr val="C00000"/>
          </a:solidFill>
          <a:ln w="12700">
            <a:solidFill>
              <a:srgbClr val="C0C0C0"/>
            </a:solidFill>
            <a:miter lim="800000"/>
            <a:headEnd/>
            <a:tailEnd/>
          </a:ln>
          <a:effectLst/>
        </p:spPr>
        <p:txBody>
          <a:bodyPr lIns="216000" tIns="36000" rIns="216000" bIns="36000" rtlCol="0"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63" name="Прямоугольник 62">
            <a:extLst>
              <a:ext uri="{FF2B5EF4-FFF2-40B4-BE49-F238E27FC236}">
                <a16:creationId xmlns:a16="http://schemas.microsoft.com/office/drawing/2014/main" id="{C989DCD1-68D8-4028-9E79-AE74E9B71352}"/>
              </a:ext>
            </a:extLst>
          </p:cNvPr>
          <p:cNvSpPr/>
          <p:nvPr/>
        </p:nvSpPr>
        <p:spPr bwMode="gray">
          <a:xfrm>
            <a:off x="7392144" y="3939871"/>
            <a:ext cx="144016" cy="144016"/>
          </a:xfrm>
          <a:prstGeom prst="rect">
            <a:avLst/>
          </a:prstGeom>
          <a:solidFill>
            <a:srgbClr val="C00000"/>
          </a:solidFill>
          <a:ln w="12700">
            <a:solidFill>
              <a:srgbClr val="C0C0C0"/>
            </a:solidFill>
            <a:miter lim="800000"/>
            <a:headEnd/>
            <a:tailEnd/>
          </a:ln>
          <a:effectLst/>
        </p:spPr>
        <p:txBody>
          <a:bodyPr lIns="216000" tIns="36000" rIns="216000" bIns="36000" rtlCol="0"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64" name="Прямоугольник 63">
            <a:extLst>
              <a:ext uri="{FF2B5EF4-FFF2-40B4-BE49-F238E27FC236}">
                <a16:creationId xmlns:a16="http://schemas.microsoft.com/office/drawing/2014/main" id="{0E02742A-AA64-486F-A8F8-697B08A49917}"/>
              </a:ext>
            </a:extLst>
          </p:cNvPr>
          <p:cNvSpPr/>
          <p:nvPr/>
        </p:nvSpPr>
        <p:spPr bwMode="gray">
          <a:xfrm>
            <a:off x="7396587" y="3944634"/>
            <a:ext cx="144016" cy="144016"/>
          </a:xfrm>
          <a:prstGeom prst="rect">
            <a:avLst/>
          </a:prstGeom>
          <a:solidFill>
            <a:srgbClr val="C00000"/>
          </a:solidFill>
          <a:ln w="12700">
            <a:solidFill>
              <a:srgbClr val="C0C0C0"/>
            </a:solidFill>
            <a:miter lim="800000"/>
            <a:headEnd/>
            <a:tailEnd/>
          </a:ln>
          <a:effectLst/>
        </p:spPr>
        <p:txBody>
          <a:bodyPr lIns="216000" tIns="36000" rIns="216000" bIns="36000" rtlCol="0"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04264220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42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25E-6 3.7037E-6 L 0.09388 -0.12361 " pathEditMode="relative" rAng="0" ptsTypes="AA">
                                      <p:cBhvr>
                                        <p:cTn id="26" dur="1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727" y="-618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000"/>
                            </p:stCondLst>
                            <p:childTnLst>
                              <p:par>
                                <p:cTn id="28" presetID="1" presetClass="emph" presetSubtype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indefinite"/>
                                        <p:tgtEl>
                                          <p:spTgt spid="2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30" dur="indefinite"/>
                                        <p:tgtEl>
                                          <p:spTgt spid="2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1" dur="indefinite"/>
                                        <p:tgtEl>
                                          <p:spTgt spid="2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7" presetClass="emph" presetSubtype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indefinite"/>
                                        <p:tgtEl>
                                          <p:spTgt spid="4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0F3DFF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36" dur="indefinite"/>
                                        <p:tgtEl>
                                          <p:spTgt spid="4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mph" presetSubtype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indefinite"/>
                                        <p:tgtEl>
                                          <p:spTgt spid="2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41" dur="indefinite"/>
                                        <p:tgtEl>
                                          <p:spTgt spid="2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2" dur="indefinite"/>
                                        <p:tgtEl>
                                          <p:spTgt spid="2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42" presetClass="pat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04167E-6 4.81481E-6 L -0.12956 0.00023 " pathEditMode="relative" rAng="0" ptsTypes="AA">
                                      <p:cBhvr>
                                        <p:cTn id="48" dur="1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6484" y="0"/>
                                    </p:animMotion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42" presetClass="pat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875E-6 4.81481E-6 L 0.09987 0.17615 " pathEditMode="relative" rAng="0" ptsTypes="AA">
                                      <p:cBhvr>
                                        <p:cTn id="52" dur="10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987" y="8796"/>
                                    </p:animMotion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42" presetClass="pat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7 4.44444E-6 L 0.1418 0.00255 " pathEditMode="relative" rAng="0" ptsTypes="AA">
                                      <p:cBhvr>
                                        <p:cTn id="56" dur="10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083" y="23"/>
                                    </p:animMotion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42" presetClass="pat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1.85185E-6 L 0.09583 -0.16991 " pathEditMode="relative" rAng="0" ptsTypes="AA">
                                      <p:cBhvr>
                                        <p:cTn id="60" dur="10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792" y="-849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1000"/>
                            </p:stCondLst>
                            <p:childTnLst>
                              <p:par>
                                <p:cTn id="62" presetID="1" presetClass="exit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indefinite"/>
                                        <p:tgtEl>
                                          <p:spTgt spid="4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72" dur="indefinite"/>
                                        <p:tgtEl>
                                          <p:spTgt spid="4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59" grpId="0" animBg="1"/>
      <p:bldP spid="59" grpId="1" animBg="1"/>
      <p:bldP spid="59" grpId="2" animBg="1"/>
      <p:bldP spid="61" grpId="0" animBg="1"/>
      <p:bldP spid="61" grpId="1" animBg="1"/>
      <p:bldP spid="61" grpId="2" animBg="1"/>
      <p:bldP spid="62" grpId="0" animBg="1"/>
      <p:bldP spid="62" grpId="1" animBg="1"/>
      <p:bldP spid="62" grpId="2" animBg="1"/>
      <p:bldP spid="63" grpId="0" animBg="1"/>
      <p:bldP spid="63" grpId="1" animBg="1"/>
      <p:bldP spid="63" grpId="2" animBg="1"/>
      <p:bldP spid="64" grpId="0" animBg="1"/>
      <p:bldP spid="64" grpId="1" animBg="1"/>
      <p:bldP spid="64" grpId="2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_h1"/>
          <p:cNvSpPr>
            <a:spLocks noGrp="1" noChangeArrowheads="1"/>
          </p:cNvSpPr>
          <p:nvPr>
            <p:ph type="title" idx="4294967295"/>
          </p:nvPr>
        </p:nvSpPr>
        <p:spPr bwMode="gray">
          <a:xfrm>
            <a:off x="3216002" y="238125"/>
            <a:ext cx="8496300" cy="617538"/>
          </a:xfrm>
        </p:spPr>
        <p:txBody>
          <a:bodyPr/>
          <a:lstStyle/>
          <a:p>
            <a:pPr eaLnBrk="1" hangingPunct="1"/>
            <a:r>
              <a:rPr kumimoji="0" lang="ru-RU" sz="3600" b="1" noProof="1">
                <a:solidFill>
                  <a:srgbClr val="003794"/>
                </a:solidFill>
                <a:latin typeface="Arial" pitchFamily="34" charset="0"/>
                <a:cs typeface="Arial" pitchFamily="34" charset="0"/>
              </a:rPr>
              <a:t>Сети и сетевые ОС </a:t>
            </a:r>
          </a:p>
        </p:txBody>
      </p:sp>
      <p:sp>
        <p:nvSpPr>
          <p:cNvPr id="12" name="Rechteck 39"/>
          <p:cNvSpPr>
            <a:spLocks noChangeArrowheads="1"/>
          </p:cNvSpPr>
          <p:nvPr/>
        </p:nvSpPr>
        <p:spPr bwMode="gray">
          <a:xfrm>
            <a:off x="3071664" y="1700809"/>
            <a:ext cx="8784976" cy="4896000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Tx/>
              <a:buFontTx/>
              <a:buNone/>
              <a:tabLst/>
              <a:defRPr/>
            </a:pP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4" name="Rechteck 36"/>
          <p:cNvSpPr>
            <a:spLocks noChangeArrowheads="1"/>
          </p:cNvSpPr>
          <p:nvPr/>
        </p:nvSpPr>
        <p:spPr bwMode="gray">
          <a:xfrm>
            <a:off x="3071664" y="908721"/>
            <a:ext cx="8784976" cy="559717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ct val="200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000" b="1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itchFamily="34" charset="0"/>
                <a:ea typeface="+mn-ea"/>
                <a:cs typeface="+mn-cs"/>
              </a:rPr>
              <a:t>Одношаговая маршрутизация</a:t>
            </a:r>
          </a:p>
        </p:txBody>
      </p:sp>
      <p:sp>
        <p:nvSpPr>
          <p:cNvPr id="9" name="Rectangle 3"/>
          <p:cNvSpPr>
            <a:spLocks noGrp="1" noRot="1" noChangeArrowheads="1"/>
          </p:cNvSpPr>
          <p:nvPr>
            <p:ph type="body" sz="half" idx="4294967295"/>
          </p:nvPr>
        </p:nvSpPr>
        <p:spPr>
          <a:xfrm>
            <a:off x="3261718" y="1844824"/>
            <a:ext cx="8410575" cy="1296144"/>
          </a:xfrm>
          <a:prstGeom prst="rect">
            <a:avLst/>
          </a:prstGeom>
        </p:spPr>
        <p:txBody>
          <a:bodyPr/>
          <a:lstStyle/>
          <a:p>
            <a:pPr marL="377100" indent="0" algn="ctr" eaLnBrk="1" hangingPunct="1">
              <a:buClr>
                <a:schemeClr val="tx1"/>
              </a:buClr>
              <a:buNone/>
              <a:defRPr/>
            </a:pPr>
            <a:r>
              <a:rPr lang="ru-RU" sz="2800" dirty="0">
                <a:latin typeface="Arial" panose="020B0604020202020204" pitchFamily="34" charset="0"/>
                <a:cs typeface="Arial" panose="020B0604020202020204" pitchFamily="34" charset="0"/>
              </a:rPr>
              <a:t>Простая маршрутизация</a:t>
            </a:r>
          </a:p>
          <a:p>
            <a:pPr marL="377100" indent="0" algn="ctr" eaLnBrk="1" hangingPunct="1">
              <a:buClr>
                <a:schemeClr val="tx1"/>
              </a:buClr>
              <a:buNone/>
              <a:defRPr/>
            </a:pP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Случайная</a:t>
            </a:r>
          </a:p>
        </p:txBody>
      </p:sp>
      <p:sp>
        <p:nvSpPr>
          <p:cNvPr id="22" name="Овал 21">
            <a:extLst>
              <a:ext uri="{FF2B5EF4-FFF2-40B4-BE49-F238E27FC236}">
                <a16:creationId xmlns:a16="http://schemas.microsoft.com/office/drawing/2014/main" id="{4DAB75DB-7092-4FE6-9409-2E5FB81672D4}"/>
              </a:ext>
            </a:extLst>
          </p:cNvPr>
          <p:cNvSpPr/>
          <p:nvPr/>
        </p:nvSpPr>
        <p:spPr bwMode="gray">
          <a:xfrm>
            <a:off x="7284132" y="3834413"/>
            <a:ext cx="360040" cy="360040"/>
          </a:xfrm>
          <a:prstGeom prst="ellipse">
            <a:avLst/>
          </a:prstGeom>
          <a:solidFill>
            <a:schemeClr val="tx1"/>
          </a:solidFill>
          <a:ln w="12700">
            <a:solidFill>
              <a:srgbClr val="C0C0C0"/>
            </a:solidFill>
            <a:miter lim="800000"/>
            <a:headEnd/>
            <a:tailEnd/>
          </a:ln>
          <a:effectLst/>
        </p:spPr>
        <p:txBody>
          <a:bodyPr lIns="216000" tIns="36000" rIns="216000" bIns="36000" rtlCol="0"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4</a:t>
            </a: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cxnSp>
        <p:nvCxnSpPr>
          <p:cNvPr id="41" name="Прямая соединительная линия 40">
            <a:extLst>
              <a:ext uri="{FF2B5EF4-FFF2-40B4-BE49-F238E27FC236}">
                <a16:creationId xmlns:a16="http://schemas.microsoft.com/office/drawing/2014/main" id="{745225C9-E7B3-42CF-8C24-8A917F12AF28}"/>
              </a:ext>
            </a:extLst>
          </p:cNvPr>
          <p:cNvCxnSpPr>
            <a:cxnSpLocks/>
            <a:endCxn id="22" idx="2"/>
          </p:cNvCxnSpPr>
          <p:nvPr/>
        </p:nvCxnSpPr>
        <p:spPr>
          <a:xfrm>
            <a:off x="5735960" y="4014433"/>
            <a:ext cx="1548172" cy="0"/>
          </a:xfrm>
          <a:prstGeom prst="line">
            <a:avLst/>
          </a:prstGeom>
          <a:ln w="12700">
            <a:solidFill>
              <a:schemeClr val="tx1"/>
            </a:solidFill>
            <a:headEnd type="none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Прямая соединительная линия 45">
            <a:extLst>
              <a:ext uri="{FF2B5EF4-FFF2-40B4-BE49-F238E27FC236}">
                <a16:creationId xmlns:a16="http://schemas.microsoft.com/office/drawing/2014/main" id="{4AC13032-3CF6-4E5B-A594-5D572BF36BF3}"/>
              </a:ext>
            </a:extLst>
          </p:cNvPr>
          <p:cNvCxnSpPr>
            <a:cxnSpLocks/>
            <a:endCxn id="22" idx="3"/>
          </p:cNvCxnSpPr>
          <p:nvPr/>
        </p:nvCxnSpPr>
        <p:spPr>
          <a:xfrm flipV="1">
            <a:off x="6059997" y="4141726"/>
            <a:ext cx="1276863" cy="880548"/>
          </a:xfrm>
          <a:prstGeom prst="line">
            <a:avLst/>
          </a:prstGeom>
          <a:ln w="12700">
            <a:solidFill>
              <a:schemeClr val="tx1"/>
            </a:solidFill>
            <a:headEnd type="none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Прямая соединительная линия 49">
            <a:extLst>
              <a:ext uri="{FF2B5EF4-FFF2-40B4-BE49-F238E27FC236}">
                <a16:creationId xmlns:a16="http://schemas.microsoft.com/office/drawing/2014/main" id="{4A8B0EBF-8DDB-475B-AC99-1ABE137F5EF4}"/>
              </a:ext>
            </a:extLst>
          </p:cNvPr>
          <p:cNvCxnSpPr>
            <a:cxnSpLocks/>
            <a:stCxn id="22" idx="6"/>
          </p:cNvCxnSpPr>
          <p:nvPr/>
        </p:nvCxnSpPr>
        <p:spPr>
          <a:xfrm>
            <a:off x="7644172" y="4014433"/>
            <a:ext cx="1548172" cy="0"/>
          </a:xfrm>
          <a:prstGeom prst="line">
            <a:avLst/>
          </a:prstGeom>
          <a:ln w="12700">
            <a:solidFill>
              <a:schemeClr val="tx1"/>
            </a:solidFill>
            <a:headEnd type="none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Прямая соединительная линия 53">
            <a:extLst>
              <a:ext uri="{FF2B5EF4-FFF2-40B4-BE49-F238E27FC236}">
                <a16:creationId xmlns:a16="http://schemas.microsoft.com/office/drawing/2014/main" id="{AAF60371-5192-427E-ACC4-FBC195EAADFD}"/>
              </a:ext>
            </a:extLst>
          </p:cNvPr>
          <p:cNvCxnSpPr>
            <a:cxnSpLocks/>
            <a:stCxn id="22" idx="5"/>
          </p:cNvCxnSpPr>
          <p:nvPr/>
        </p:nvCxnSpPr>
        <p:spPr>
          <a:xfrm>
            <a:off x="7591445" y="4141726"/>
            <a:ext cx="1080000" cy="1080000"/>
          </a:xfrm>
          <a:prstGeom prst="line">
            <a:avLst/>
          </a:prstGeom>
          <a:ln w="12700">
            <a:solidFill>
              <a:schemeClr val="tx1"/>
            </a:solidFill>
            <a:headEnd type="none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Прямая соединительная линия 56">
            <a:extLst>
              <a:ext uri="{FF2B5EF4-FFF2-40B4-BE49-F238E27FC236}">
                <a16:creationId xmlns:a16="http://schemas.microsoft.com/office/drawing/2014/main" id="{CC0F6EF3-9445-4079-A624-3ED4486236EA}"/>
              </a:ext>
            </a:extLst>
          </p:cNvPr>
          <p:cNvCxnSpPr>
            <a:cxnSpLocks/>
            <a:stCxn id="22" idx="7"/>
          </p:cNvCxnSpPr>
          <p:nvPr/>
        </p:nvCxnSpPr>
        <p:spPr>
          <a:xfrm flipV="1">
            <a:off x="7591445" y="2852936"/>
            <a:ext cx="1044000" cy="1044000"/>
          </a:xfrm>
          <a:prstGeom prst="line">
            <a:avLst/>
          </a:prstGeom>
          <a:ln w="12700">
            <a:solidFill>
              <a:schemeClr val="tx1"/>
            </a:solidFill>
            <a:headEnd type="none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Прямоугольник 58">
            <a:extLst>
              <a:ext uri="{FF2B5EF4-FFF2-40B4-BE49-F238E27FC236}">
                <a16:creationId xmlns:a16="http://schemas.microsoft.com/office/drawing/2014/main" id="{3C14A292-8691-4043-8296-D0A6728D152C}"/>
              </a:ext>
            </a:extLst>
          </p:cNvPr>
          <p:cNvSpPr/>
          <p:nvPr/>
        </p:nvSpPr>
        <p:spPr bwMode="gray">
          <a:xfrm>
            <a:off x="6242873" y="4789678"/>
            <a:ext cx="144016" cy="144016"/>
          </a:xfrm>
          <a:prstGeom prst="rect">
            <a:avLst/>
          </a:prstGeom>
          <a:solidFill>
            <a:srgbClr val="C00000"/>
          </a:solidFill>
          <a:ln w="12700">
            <a:solidFill>
              <a:srgbClr val="C0C0C0"/>
            </a:solidFill>
            <a:miter lim="800000"/>
            <a:headEnd/>
            <a:tailEnd/>
          </a:ln>
          <a:effectLst/>
        </p:spPr>
        <p:txBody>
          <a:bodyPr lIns="216000" tIns="36000" rIns="216000" bIns="36000" rtlCol="0"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61" name="Прямоугольник 60">
            <a:extLst>
              <a:ext uri="{FF2B5EF4-FFF2-40B4-BE49-F238E27FC236}">
                <a16:creationId xmlns:a16="http://schemas.microsoft.com/office/drawing/2014/main" id="{39A66DBE-E978-4A52-8D40-32D52D46D2AC}"/>
              </a:ext>
            </a:extLst>
          </p:cNvPr>
          <p:cNvSpPr/>
          <p:nvPr/>
        </p:nvSpPr>
        <p:spPr bwMode="gray">
          <a:xfrm>
            <a:off x="7387701" y="3942425"/>
            <a:ext cx="144016" cy="144016"/>
          </a:xfrm>
          <a:prstGeom prst="rect">
            <a:avLst/>
          </a:prstGeom>
          <a:solidFill>
            <a:srgbClr val="C00000"/>
          </a:solidFill>
          <a:ln w="12700">
            <a:solidFill>
              <a:srgbClr val="C0C0C0"/>
            </a:solidFill>
            <a:miter lim="800000"/>
            <a:headEnd/>
            <a:tailEnd/>
          </a:ln>
          <a:effectLst/>
        </p:spPr>
        <p:txBody>
          <a:bodyPr lIns="216000" tIns="36000" rIns="216000" bIns="36000" rtlCol="0"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62" name="Прямоугольник 61">
            <a:extLst>
              <a:ext uri="{FF2B5EF4-FFF2-40B4-BE49-F238E27FC236}">
                <a16:creationId xmlns:a16="http://schemas.microsoft.com/office/drawing/2014/main" id="{9DD20BD0-CE0B-4976-A74D-A80F62522E71}"/>
              </a:ext>
            </a:extLst>
          </p:cNvPr>
          <p:cNvSpPr/>
          <p:nvPr/>
        </p:nvSpPr>
        <p:spPr bwMode="gray">
          <a:xfrm>
            <a:off x="7382618" y="3942425"/>
            <a:ext cx="144016" cy="144016"/>
          </a:xfrm>
          <a:prstGeom prst="rect">
            <a:avLst/>
          </a:prstGeom>
          <a:solidFill>
            <a:srgbClr val="C00000"/>
          </a:solidFill>
          <a:ln w="12700">
            <a:solidFill>
              <a:srgbClr val="C0C0C0"/>
            </a:solidFill>
            <a:miter lim="800000"/>
            <a:headEnd/>
            <a:tailEnd/>
          </a:ln>
          <a:effectLst/>
        </p:spPr>
        <p:txBody>
          <a:bodyPr lIns="216000" tIns="36000" rIns="216000" bIns="36000" rtlCol="0"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7C546D62-14CB-4B90-9E20-E372EB10DAE9}"/>
              </a:ext>
            </a:extLst>
          </p:cNvPr>
          <p:cNvSpPr/>
          <p:nvPr/>
        </p:nvSpPr>
        <p:spPr bwMode="gray">
          <a:xfrm>
            <a:off x="6240016" y="4806677"/>
            <a:ext cx="144016" cy="144016"/>
          </a:xfrm>
          <a:prstGeom prst="rect">
            <a:avLst/>
          </a:prstGeom>
          <a:solidFill>
            <a:srgbClr val="C00000"/>
          </a:solidFill>
          <a:ln w="12700">
            <a:solidFill>
              <a:srgbClr val="C0C0C0"/>
            </a:solidFill>
            <a:miter lim="800000"/>
            <a:headEnd/>
            <a:tailEnd/>
          </a:ln>
          <a:effectLst/>
        </p:spPr>
        <p:txBody>
          <a:bodyPr lIns="216000" tIns="36000" rIns="216000" bIns="36000" rtlCol="0"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20842965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42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25E-6 3.7037E-6 L 0.09388 -0.12361 " pathEditMode="relative" rAng="0" ptsTypes="AA">
                                      <p:cBhvr>
                                        <p:cTn id="8" dur="1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648" y="-627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1000"/>
                            </p:stCondLst>
                            <p:childTnLst>
                              <p:par>
                                <p:cTn id="10" presetID="1" presetClass="emph" presetSubtype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indefinite"/>
                                        <p:tgtEl>
                                          <p:spTgt spid="2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2" dur="indefinite"/>
                                        <p:tgtEl>
                                          <p:spTgt spid="2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3" dur="indefinite"/>
                                        <p:tgtEl>
                                          <p:spTgt spid="2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7" presetClass="emph" presetSubtype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indefinite"/>
                                        <p:tgtEl>
                                          <p:spTgt spid="4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0F3DFF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8" dur="indefinite"/>
                                        <p:tgtEl>
                                          <p:spTgt spid="4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mph" presetSubtype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indefinite"/>
                                        <p:tgtEl>
                                          <p:spTgt spid="2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3" dur="indefinite"/>
                                        <p:tgtEl>
                                          <p:spTgt spid="2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4" dur="indefinite"/>
                                        <p:tgtEl>
                                          <p:spTgt spid="2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42" presetClass="pat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04167E-6 4.81481E-6 L -0.13333 0.00254 " pathEditMode="relative" rAng="0" ptsTypes="AA">
                                      <p:cBhvr>
                                        <p:cTn id="30" dur="1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6667" y="11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000"/>
                            </p:stCondLst>
                            <p:childTnLst>
                              <p:par>
                                <p:cTn id="32" presetID="1" presetClass="exit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indefinite"/>
                                        <p:tgtEl>
                                          <p:spTgt spid="4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36" dur="indefinite"/>
                                        <p:tgtEl>
                                          <p:spTgt spid="4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42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66667E-6 -2.59259E-6 L 0.09414 -0.12615 " pathEditMode="relative" rAng="0" ptsTypes="AA">
                                      <p:cBhvr>
                                        <p:cTn id="42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727" y="-629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1000"/>
                            </p:stCondLst>
                            <p:childTnLst>
                              <p:par>
                                <p:cTn id="44" presetID="1" presetClass="emph" presetSubtype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indefinite"/>
                                        <p:tgtEl>
                                          <p:spTgt spid="2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46" dur="indefinite"/>
                                        <p:tgtEl>
                                          <p:spTgt spid="2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7" dur="indefinite"/>
                                        <p:tgtEl>
                                          <p:spTgt spid="2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7" presetClass="emph" presetSubtype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indefinite"/>
                                        <p:tgtEl>
                                          <p:spTgt spid="4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rgbClr val="0F3DFF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52" dur="indefinite"/>
                                        <p:tgtEl>
                                          <p:spTgt spid="4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mph" presetSubtype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indefinite"/>
                                        <p:tgtEl>
                                          <p:spTgt spid="2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57" dur="indefinite"/>
                                        <p:tgtEl>
                                          <p:spTgt spid="2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8" dur="indefinite"/>
                                        <p:tgtEl>
                                          <p:spTgt spid="2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42" presetClass="pat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875E-6 4.81481E-6 L 0.09987 0.17731 " pathEditMode="relative" rAng="0" ptsTypes="AA">
                                      <p:cBhvr>
                                        <p:cTn id="64" dur="10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987" y="886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1000"/>
                            </p:stCondLst>
                            <p:childTnLst>
                              <p:par>
                                <p:cTn id="66" presetID="1" presetClass="exit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indefinite"/>
                                        <p:tgtEl>
                                          <p:spTgt spid="4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70" dur="indefinite"/>
                                        <p:tgtEl>
                                          <p:spTgt spid="46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" grpId="0" animBg="1"/>
      <p:bldP spid="59" grpId="1" animBg="1"/>
      <p:bldP spid="59" grpId="2" animBg="1"/>
      <p:bldP spid="61" grpId="0" animBg="1"/>
      <p:bldP spid="61" grpId="1" animBg="1"/>
      <p:bldP spid="61" grpId="2" animBg="1"/>
      <p:bldP spid="62" grpId="0" animBg="1"/>
      <p:bldP spid="62" grpId="1" animBg="1"/>
      <p:bldP spid="62" grpId="2" animBg="1"/>
      <p:bldP spid="17" grpId="0" animBg="1"/>
      <p:bldP spid="17" grpId="1" animBg="1"/>
      <p:bldP spid="17" grpId="2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hteck 39"/>
          <p:cNvSpPr>
            <a:spLocks noChangeArrowheads="1"/>
          </p:cNvSpPr>
          <p:nvPr/>
        </p:nvSpPr>
        <p:spPr bwMode="gray">
          <a:xfrm>
            <a:off x="3071664" y="1700809"/>
            <a:ext cx="8784976" cy="4896000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Tx/>
              <a:buFontTx/>
              <a:buNone/>
              <a:tabLst/>
              <a:defRPr/>
            </a:pP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2" name="Овал 21">
            <a:extLst>
              <a:ext uri="{FF2B5EF4-FFF2-40B4-BE49-F238E27FC236}">
                <a16:creationId xmlns:a16="http://schemas.microsoft.com/office/drawing/2014/main" id="{4DAB75DB-7092-4FE6-9409-2E5FB81672D4}"/>
              </a:ext>
            </a:extLst>
          </p:cNvPr>
          <p:cNvSpPr/>
          <p:nvPr/>
        </p:nvSpPr>
        <p:spPr bwMode="gray">
          <a:xfrm>
            <a:off x="7284132" y="3834413"/>
            <a:ext cx="360040" cy="360040"/>
          </a:xfrm>
          <a:prstGeom prst="ellipse">
            <a:avLst/>
          </a:prstGeom>
          <a:solidFill>
            <a:schemeClr val="tx1"/>
          </a:solidFill>
          <a:ln w="12700">
            <a:solidFill>
              <a:srgbClr val="C0C0C0"/>
            </a:solidFill>
            <a:miter lim="800000"/>
            <a:headEnd/>
            <a:tailEnd/>
          </a:ln>
          <a:effectLst/>
        </p:spPr>
        <p:txBody>
          <a:bodyPr lIns="216000" tIns="36000" rIns="216000" bIns="36000" rtlCol="0"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4</a:t>
            </a: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20482" name="_h1"/>
          <p:cNvSpPr>
            <a:spLocks noGrp="1" noChangeArrowheads="1"/>
          </p:cNvSpPr>
          <p:nvPr>
            <p:ph type="title" idx="4294967295"/>
          </p:nvPr>
        </p:nvSpPr>
        <p:spPr bwMode="gray">
          <a:xfrm>
            <a:off x="3216002" y="238125"/>
            <a:ext cx="8496300" cy="617538"/>
          </a:xfrm>
        </p:spPr>
        <p:txBody>
          <a:bodyPr/>
          <a:lstStyle/>
          <a:p>
            <a:pPr eaLnBrk="1" hangingPunct="1"/>
            <a:r>
              <a:rPr kumimoji="0" lang="ru-RU" sz="3600" b="1" noProof="1">
                <a:solidFill>
                  <a:srgbClr val="003794"/>
                </a:solidFill>
                <a:latin typeface="Arial" pitchFamily="34" charset="0"/>
                <a:cs typeface="Arial" pitchFamily="34" charset="0"/>
              </a:rPr>
              <a:t>Сети и сетевые ОС </a:t>
            </a:r>
          </a:p>
        </p:txBody>
      </p:sp>
      <p:sp>
        <p:nvSpPr>
          <p:cNvPr id="14" name="Rechteck 36"/>
          <p:cNvSpPr>
            <a:spLocks noChangeArrowheads="1"/>
          </p:cNvSpPr>
          <p:nvPr/>
        </p:nvSpPr>
        <p:spPr bwMode="gray">
          <a:xfrm>
            <a:off x="3071664" y="908721"/>
            <a:ext cx="8784976" cy="559717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ct val="200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000" b="1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itchFamily="34" charset="0"/>
                <a:ea typeface="+mn-ea"/>
                <a:cs typeface="+mn-cs"/>
              </a:rPr>
              <a:t>Одношаговая маршрутизация</a:t>
            </a:r>
          </a:p>
        </p:txBody>
      </p:sp>
      <p:sp>
        <p:nvSpPr>
          <p:cNvPr id="9" name="Rectangle 3"/>
          <p:cNvSpPr>
            <a:spLocks noGrp="1" noRot="1" noChangeArrowheads="1"/>
          </p:cNvSpPr>
          <p:nvPr>
            <p:ph type="body" sz="half" idx="4294967295"/>
          </p:nvPr>
        </p:nvSpPr>
        <p:spPr>
          <a:xfrm>
            <a:off x="3261718" y="1844824"/>
            <a:ext cx="8410575" cy="1296144"/>
          </a:xfrm>
          <a:prstGeom prst="rect">
            <a:avLst/>
          </a:prstGeom>
        </p:spPr>
        <p:txBody>
          <a:bodyPr/>
          <a:lstStyle/>
          <a:p>
            <a:pPr marL="377100" indent="0" algn="ctr" eaLnBrk="1" hangingPunct="1">
              <a:buClr>
                <a:schemeClr val="tx1"/>
              </a:buClr>
              <a:buNone/>
              <a:defRPr/>
            </a:pPr>
            <a:r>
              <a:rPr lang="ru-RU" sz="2800" dirty="0">
                <a:latin typeface="Arial" panose="020B0604020202020204" pitchFamily="34" charset="0"/>
                <a:cs typeface="Arial" panose="020B0604020202020204" pitchFamily="34" charset="0"/>
              </a:rPr>
              <a:t>Простая маршрутизация</a:t>
            </a:r>
          </a:p>
          <a:p>
            <a:pPr marL="377100" indent="0" algn="ctr" eaLnBrk="1" hangingPunct="1">
              <a:buClr>
                <a:schemeClr val="tx1"/>
              </a:buClr>
              <a:buNone/>
              <a:defRPr/>
            </a:pP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По прецедентам</a:t>
            </a:r>
          </a:p>
        </p:txBody>
      </p:sp>
      <p:cxnSp>
        <p:nvCxnSpPr>
          <p:cNvPr id="41" name="Прямая соединительная линия 40">
            <a:extLst>
              <a:ext uri="{FF2B5EF4-FFF2-40B4-BE49-F238E27FC236}">
                <a16:creationId xmlns:a16="http://schemas.microsoft.com/office/drawing/2014/main" id="{745225C9-E7B3-42CF-8C24-8A917F12AF28}"/>
              </a:ext>
            </a:extLst>
          </p:cNvPr>
          <p:cNvCxnSpPr>
            <a:cxnSpLocks/>
            <a:endCxn id="22" idx="2"/>
          </p:cNvCxnSpPr>
          <p:nvPr/>
        </p:nvCxnSpPr>
        <p:spPr>
          <a:xfrm>
            <a:off x="5735960" y="4014433"/>
            <a:ext cx="1548172" cy="0"/>
          </a:xfrm>
          <a:prstGeom prst="line">
            <a:avLst/>
          </a:prstGeom>
          <a:ln w="12700">
            <a:solidFill>
              <a:schemeClr val="tx1"/>
            </a:solidFill>
            <a:headEnd type="none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Прямая соединительная линия 45">
            <a:extLst>
              <a:ext uri="{FF2B5EF4-FFF2-40B4-BE49-F238E27FC236}">
                <a16:creationId xmlns:a16="http://schemas.microsoft.com/office/drawing/2014/main" id="{4AC13032-3CF6-4E5B-A594-5D572BF36BF3}"/>
              </a:ext>
            </a:extLst>
          </p:cNvPr>
          <p:cNvCxnSpPr>
            <a:cxnSpLocks/>
            <a:endCxn id="22" idx="3"/>
          </p:cNvCxnSpPr>
          <p:nvPr/>
        </p:nvCxnSpPr>
        <p:spPr>
          <a:xfrm flipV="1">
            <a:off x="6059997" y="4141726"/>
            <a:ext cx="1276863" cy="880548"/>
          </a:xfrm>
          <a:prstGeom prst="line">
            <a:avLst/>
          </a:prstGeom>
          <a:ln w="12700">
            <a:solidFill>
              <a:schemeClr val="tx1"/>
            </a:solidFill>
            <a:headEnd type="none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Прямая соединительная линия 49">
            <a:extLst>
              <a:ext uri="{FF2B5EF4-FFF2-40B4-BE49-F238E27FC236}">
                <a16:creationId xmlns:a16="http://schemas.microsoft.com/office/drawing/2014/main" id="{4A8B0EBF-8DDB-475B-AC99-1ABE137F5EF4}"/>
              </a:ext>
            </a:extLst>
          </p:cNvPr>
          <p:cNvCxnSpPr>
            <a:cxnSpLocks/>
            <a:stCxn id="22" idx="6"/>
          </p:cNvCxnSpPr>
          <p:nvPr/>
        </p:nvCxnSpPr>
        <p:spPr>
          <a:xfrm>
            <a:off x="7644172" y="4014433"/>
            <a:ext cx="1548172" cy="0"/>
          </a:xfrm>
          <a:prstGeom prst="line">
            <a:avLst/>
          </a:prstGeom>
          <a:ln w="12700">
            <a:solidFill>
              <a:schemeClr val="tx1"/>
            </a:solidFill>
            <a:headEnd type="none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Прямая соединительная линия 53">
            <a:extLst>
              <a:ext uri="{FF2B5EF4-FFF2-40B4-BE49-F238E27FC236}">
                <a16:creationId xmlns:a16="http://schemas.microsoft.com/office/drawing/2014/main" id="{AAF60371-5192-427E-ACC4-FBC195EAADFD}"/>
              </a:ext>
            </a:extLst>
          </p:cNvPr>
          <p:cNvCxnSpPr>
            <a:cxnSpLocks/>
            <a:stCxn id="22" idx="5"/>
          </p:cNvCxnSpPr>
          <p:nvPr/>
        </p:nvCxnSpPr>
        <p:spPr>
          <a:xfrm>
            <a:off x="7591445" y="4141726"/>
            <a:ext cx="1080000" cy="1080000"/>
          </a:xfrm>
          <a:prstGeom prst="line">
            <a:avLst/>
          </a:prstGeom>
          <a:ln w="12700">
            <a:solidFill>
              <a:schemeClr val="tx1"/>
            </a:solidFill>
            <a:headEnd type="none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Прямая соединительная линия 56">
            <a:extLst>
              <a:ext uri="{FF2B5EF4-FFF2-40B4-BE49-F238E27FC236}">
                <a16:creationId xmlns:a16="http://schemas.microsoft.com/office/drawing/2014/main" id="{CC0F6EF3-9445-4079-A624-3ED4486236EA}"/>
              </a:ext>
            </a:extLst>
          </p:cNvPr>
          <p:cNvCxnSpPr>
            <a:cxnSpLocks/>
            <a:stCxn id="22" idx="7"/>
          </p:cNvCxnSpPr>
          <p:nvPr/>
        </p:nvCxnSpPr>
        <p:spPr>
          <a:xfrm flipV="1">
            <a:off x="7591445" y="2852936"/>
            <a:ext cx="1044000" cy="1044000"/>
          </a:xfrm>
          <a:prstGeom prst="line">
            <a:avLst/>
          </a:prstGeom>
          <a:ln w="12700">
            <a:solidFill>
              <a:schemeClr val="tx1"/>
            </a:solidFill>
            <a:headEnd type="none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Прямоугольник 58">
            <a:extLst>
              <a:ext uri="{FF2B5EF4-FFF2-40B4-BE49-F238E27FC236}">
                <a16:creationId xmlns:a16="http://schemas.microsoft.com/office/drawing/2014/main" id="{3C14A292-8691-4043-8296-D0A6728D152C}"/>
              </a:ext>
            </a:extLst>
          </p:cNvPr>
          <p:cNvSpPr/>
          <p:nvPr/>
        </p:nvSpPr>
        <p:spPr bwMode="gray">
          <a:xfrm>
            <a:off x="6242873" y="4789678"/>
            <a:ext cx="144016" cy="144016"/>
          </a:xfrm>
          <a:prstGeom prst="rect">
            <a:avLst/>
          </a:prstGeom>
          <a:solidFill>
            <a:srgbClr val="C00000"/>
          </a:solidFill>
          <a:ln w="12700">
            <a:solidFill>
              <a:srgbClr val="C0C0C0"/>
            </a:solidFill>
            <a:miter lim="800000"/>
            <a:headEnd/>
            <a:tailEnd/>
          </a:ln>
          <a:effectLst/>
        </p:spPr>
        <p:txBody>
          <a:bodyPr lIns="216000" tIns="36000" rIns="216000" bIns="36000" rtlCol="0"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61" name="Прямоугольник 60">
            <a:extLst>
              <a:ext uri="{FF2B5EF4-FFF2-40B4-BE49-F238E27FC236}">
                <a16:creationId xmlns:a16="http://schemas.microsoft.com/office/drawing/2014/main" id="{39A66DBE-E978-4A52-8D40-32D52D46D2AC}"/>
              </a:ext>
            </a:extLst>
          </p:cNvPr>
          <p:cNvSpPr/>
          <p:nvPr/>
        </p:nvSpPr>
        <p:spPr bwMode="gray">
          <a:xfrm>
            <a:off x="8440001" y="2887141"/>
            <a:ext cx="144016" cy="144016"/>
          </a:xfrm>
          <a:prstGeom prst="rect">
            <a:avLst/>
          </a:prstGeom>
          <a:solidFill>
            <a:srgbClr val="C00000"/>
          </a:solidFill>
          <a:ln w="12700">
            <a:solidFill>
              <a:srgbClr val="C0C0C0"/>
            </a:solidFill>
            <a:miter lim="800000"/>
            <a:headEnd/>
            <a:tailEnd/>
          </a:ln>
          <a:effectLst/>
        </p:spPr>
        <p:txBody>
          <a:bodyPr lIns="216000" tIns="36000" rIns="216000" bIns="36000" rtlCol="0"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62" name="Прямоугольник 61">
            <a:extLst>
              <a:ext uri="{FF2B5EF4-FFF2-40B4-BE49-F238E27FC236}">
                <a16:creationId xmlns:a16="http://schemas.microsoft.com/office/drawing/2014/main" id="{9DD20BD0-CE0B-4976-A74D-A80F62522E71}"/>
              </a:ext>
            </a:extLst>
          </p:cNvPr>
          <p:cNvSpPr/>
          <p:nvPr/>
        </p:nvSpPr>
        <p:spPr bwMode="gray">
          <a:xfrm>
            <a:off x="7392144" y="3942425"/>
            <a:ext cx="144016" cy="144016"/>
          </a:xfrm>
          <a:prstGeom prst="rect">
            <a:avLst/>
          </a:prstGeom>
          <a:solidFill>
            <a:srgbClr val="C00000"/>
          </a:solidFill>
          <a:ln w="12700">
            <a:solidFill>
              <a:srgbClr val="C0C0C0"/>
            </a:solidFill>
            <a:miter lim="800000"/>
            <a:headEnd/>
            <a:tailEnd/>
          </a:ln>
          <a:effectLst/>
        </p:spPr>
        <p:txBody>
          <a:bodyPr lIns="216000" tIns="36000" rIns="216000" bIns="36000" rtlCol="0"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7C546D62-14CB-4B90-9E20-E372EB10DAE9}"/>
              </a:ext>
            </a:extLst>
          </p:cNvPr>
          <p:cNvSpPr/>
          <p:nvPr/>
        </p:nvSpPr>
        <p:spPr bwMode="gray">
          <a:xfrm>
            <a:off x="7392144" y="3941068"/>
            <a:ext cx="144016" cy="144016"/>
          </a:xfrm>
          <a:prstGeom prst="rect">
            <a:avLst/>
          </a:prstGeom>
          <a:solidFill>
            <a:srgbClr val="C00000"/>
          </a:solidFill>
          <a:ln w="12700">
            <a:solidFill>
              <a:srgbClr val="C0C0C0"/>
            </a:solidFill>
            <a:miter lim="800000"/>
            <a:headEnd/>
            <a:tailEnd/>
          </a:ln>
          <a:effectLst/>
        </p:spPr>
        <p:txBody>
          <a:bodyPr lIns="216000" tIns="36000" rIns="216000" bIns="36000" rtlCol="0"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E33B757-FC03-47F8-B503-3F0A2936BAE4}"/>
              </a:ext>
            </a:extLst>
          </p:cNvPr>
          <p:cNvSpPr txBox="1"/>
          <p:nvPr/>
        </p:nvSpPr>
        <p:spPr>
          <a:xfrm>
            <a:off x="4511824" y="4668785"/>
            <a:ext cx="32359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(</a:t>
            </a: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E342703-3AA0-4B36-946B-E0E95280D126}"/>
              </a:ext>
            </a:extLst>
          </p:cNvPr>
          <p:cNvSpPr txBox="1"/>
          <p:nvPr/>
        </p:nvSpPr>
        <p:spPr>
          <a:xfrm>
            <a:off x="4664224" y="4668785"/>
            <a:ext cx="53123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1,</a:t>
            </a: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A14674E-846B-4240-82DF-5EAA571CD466}"/>
              </a:ext>
            </a:extLst>
          </p:cNvPr>
          <p:cNvSpPr txBox="1"/>
          <p:nvPr/>
        </p:nvSpPr>
        <p:spPr>
          <a:xfrm>
            <a:off x="5024264" y="4671848"/>
            <a:ext cx="53123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6</a:t>
            </a: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7AD59C9-5495-4E6F-98F1-A1A81017326B}"/>
              </a:ext>
            </a:extLst>
          </p:cNvPr>
          <p:cNvSpPr txBox="1"/>
          <p:nvPr/>
        </p:nvSpPr>
        <p:spPr>
          <a:xfrm>
            <a:off x="5267462" y="4653136"/>
            <a:ext cx="53123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)</a:t>
            </a: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431704" y="5425377"/>
          <a:ext cx="8064896" cy="7924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0324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324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0" lang="ru-RU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Адресат назначения</a:t>
                      </a:r>
                      <a:endParaRPr lang="en-US"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Адрес исходящей линии связи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20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3" name="TextBox 22">
            <a:extLst>
              <a:ext uri="{FF2B5EF4-FFF2-40B4-BE49-F238E27FC236}">
                <a16:creationId xmlns:a16="http://schemas.microsoft.com/office/drawing/2014/main" id="{EE342703-3AA0-4B36-946B-E0E95280D126}"/>
              </a:ext>
            </a:extLst>
          </p:cNvPr>
          <p:cNvSpPr txBox="1"/>
          <p:nvPr/>
        </p:nvSpPr>
        <p:spPr>
          <a:xfrm>
            <a:off x="6981082" y="4281616"/>
            <a:ext cx="53123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2</a:t>
            </a: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E342703-3AA0-4B36-946B-E0E95280D126}"/>
              </a:ext>
            </a:extLst>
          </p:cNvPr>
          <p:cNvSpPr txBox="1"/>
          <p:nvPr/>
        </p:nvSpPr>
        <p:spPr>
          <a:xfrm>
            <a:off x="5267462" y="5805264"/>
            <a:ext cx="53123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1</a:t>
            </a: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E342703-3AA0-4B36-946B-E0E95280D126}"/>
              </a:ext>
            </a:extLst>
          </p:cNvPr>
          <p:cNvSpPr txBox="1"/>
          <p:nvPr/>
        </p:nvSpPr>
        <p:spPr>
          <a:xfrm>
            <a:off x="9408368" y="5805264"/>
            <a:ext cx="53123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2</a:t>
            </a: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E33B757-FC03-47F8-B503-3F0A2936BAE4}"/>
              </a:ext>
            </a:extLst>
          </p:cNvPr>
          <p:cNvSpPr txBox="1"/>
          <p:nvPr/>
        </p:nvSpPr>
        <p:spPr>
          <a:xfrm>
            <a:off x="9407898" y="3046806"/>
            <a:ext cx="32359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(</a:t>
            </a: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E342703-3AA0-4B36-946B-E0E95280D126}"/>
              </a:ext>
            </a:extLst>
          </p:cNvPr>
          <p:cNvSpPr txBox="1"/>
          <p:nvPr/>
        </p:nvSpPr>
        <p:spPr>
          <a:xfrm>
            <a:off x="9560298" y="3046806"/>
            <a:ext cx="53123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7,</a:t>
            </a: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A14674E-846B-4240-82DF-5EAA571CD466}"/>
              </a:ext>
            </a:extLst>
          </p:cNvPr>
          <p:cNvSpPr txBox="1"/>
          <p:nvPr/>
        </p:nvSpPr>
        <p:spPr>
          <a:xfrm>
            <a:off x="9920338" y="3049869"/>
            <a:ext cx="53123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1</a:t>
            </a: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7AD59C9-5495-4E6F-98F1-A1A81017326B}"/>
              </a:ext>
            </a:extLst>
          </p:cNvPr>
          <p:cNvSpPr txBox="1"/>
          <p:nvPr/>
        </p:nvSpPr>
        <p:spPr>
          <a:xfrm>
            <a:off x="10163536" y="3031157"/>
            <a:ext cx="53123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)</a:t>
            </a: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94802508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42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25E-6 3.7037E-6 L 0.09414 -0.12361 " pathEditMode="relative" rAng="0" ptsTypes="AA">
                                      <p:cBhvr>
                                        <p:cTn id="16" dur="1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727" y="-620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1" presetClass="emph" presetSubtype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indefinite"/>
                                        <p:tgtEl>
                                          <p:spTgt spid="2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0" dur="indefinite"/>
                                        <p:tgtEl>
                                          <p:spTgt spid="2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1" dur="indefinite"/>
                                        <p:tgtEl>
                                          <p:spTgt spid="2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mph" presetSubtype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indefinite"/>
                                        <p:tgtEl>
                                          <p:spTgt spid="2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36" dur="indefinite"/>
                                        <p:tgtEl>
                                          <p:spTgt spid="2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7" dur="indefinite"/>
                                        <p:tgtEl>
                                          <p:spTgt spid="2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42" presetClass="pat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6.25E-7 4.81481E-6 L 0.09909 0.17615 " pathEditMode="relative" rAng="0" ptsTypes="AA">
                                      <p:cBhvr>
                                        <p:cTn id="43" dur="10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948" y="879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000"/>
                            </p:stCondLst>
                            <p:childTnLst>
                              <p:par>
                                <p:cTn id="45" presetID="1" presetClass="exit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42" presetClass="pat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91667E-6 -1.48148E-6 L -0.08607 0.15371 " pathEditMode="relative" rAng="0" ptsTypes="AA">
                                      <p:cBhvr>
                                        <p:cTn id="70" dur="1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336" y="768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1000"/>
                            </p:stCondLst>
                            <p:childTnLst>
                              <p:par>
                                <p:cTn id="72" presetID="1" presetClass="emph" presetSubtype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indefinite"/>
                                        <p:tgtEl>
                                          <p:spTgt spid="2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74" dur="indefinite"/>
                                        <p:tgtEl>
                                          <p:spTgt spid="2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5" dur="indefinite"/>
                                        <p:tgtEl>
                                          <p:spTgt spid="2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2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4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6" presetID="1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indefinite"/>
                                        <p:tgtEl>
                                          <p:spTgt spid="2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tx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98" dur="indefinite"/>
                                        <p:tgtEl>
                                          <p:spTgt spid="2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9" dur="indefinite"/>
                                        <p:tgtEl>
                                          <p:spTgt spid="2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xit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42" presetClass="pat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6.25E-7 4.81481E-6 L -0.1151 0.14583 " pathEditMode="relative" rAng="0" ptsTypes="AA">
                                      <p:cBhvr>
                                        <p:cTn id="10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755" y="729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" fill="hold">
                            <p:stCondLst>
                              <p:cond delay="1000"/>
                            </p:stCondLst>
                            <p:childTnLst>
                              <p:par>
                                <p:cTn id="108" presetID="1" presetClass="exit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" grpId="0" animBg="1"/>
      <p:bldP spid="59" grpId="1" animBg="1"/>
      <p:bldP spid="59" grpId="2" animBg="1"/>
      <p:bldP spid="61" grpId="0" animBg="1"/>
      <p:bldP spid="61" grpId="1" animBg="1"/>
      <p:bldP spid="61" grpId="2" animBg="1"/>
      <p:bldP spid="62" grpId="0" animBg="1"/>
      <p:bldP spid="62" grpId="1" animBg="1"/>
      <p:bldP spid="62" grpId="2" animBg="1"/>
      <p:bldP spid="17" grpId="0" animBg="1"/>
      <p:bldP spid="17" grpId="1" animBg="1"/>
      <p:bldP spid="17" grpId="2" animBg="1"/>
      <p:bldP spid="18" grpId="0"/>
      <p:bldP spid="18" grpId="1"/>
      <p:bldP spid="19" grpId="0"/>
      <p:bldP spid="19" grpId="1"/>
      <p:bldP spid="20" grpId="0"/>
      <p:bldP spid="20" grpId="1"/>
      <p:bldP spid="21" grpId="0"/>
      <p:bldP spid="21" grpId="1"/>
      <p:bldP spid="23" grpId="0"/>
      <p:bldP spid="24" grpId="0"/>
      <p:bldP spid="26" grpId="0"/>
      <p:bldP spid="27" grpId="0"/>
      <p:bldP spid="27" grpId="1"/>
      <p:bldP spid="28" grpId="0"/>
      <p:bldP spid="28" grpId="1"/>
      <p:bldP spid="29" grpId="0"/>
      <p:bldP spid="29" grpId="1"/>
      <p:bldP spid="30" grpId="0"/>
      <p:bldP spid="30" grpId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hteck 39"/>
          <p:cNvSpPr>
            <a:spLocks noChangeArrowheads="1"/>
          </p:cNvSpPr>
          <p:nvPr/>
        </p:nvSpPr>
        <p:spPr bwMode="gray">
          <a:xfrm>
            <a:off x="3071664" y="1700809"/>
            <a:ext cx="8784976" cy="4896000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Tx/>
              <a:buFontTx/>
              <a:buNone/>
              <a:tabLst/>
              <a:defRPr/>
            </a:pP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0482" name="_h1"/>
          <p:cNvSpPr>
            <a:spLocks noGrp="1" noChangeArrowheads="1"/>
          </p:cNvSpPr>
          <p:nvPr>
            <p:ph type="title" idx="4294967295"/>
          </p:nvPr>
        </p:nvSpPr>
        <p:spPr bwMode="gray">
          <a:xfrm>
            <a:off x="3216002" y="238125"/>
            <a:ext cx="8496300" cy="617538"/>
          </a:xfrm>
        </p:spPr>
        <p:txBody>
          <a:bodyPr/>
          <a:lstStyle/>
          <a:p>
            <a:pPr eaLnBrk="1" hangingPunct="1"/>
            <a:r>
              <a:rPr kumimoji="0" lang="ru-RU" sz="3600" b="1" noProof="1">
                <a:solidFill>
                  <a:srgbClr val="003794"/>
                </a:solidFill>
                <a:latin typeface="Arial" pitchFamily="34" charset="0"/>
                <a:cs typeface="Arial" pitchFamily="34" charset="0"/>
              </a:rPr>
              <a:t>Сети и сетевые ОС </a:t>
            </a:r>
          </a:p>
        </p:txBody>
      </p:sp>
      <p:sp>
        <p:nvSpPr>
          <p:cNvPr id="14" name="Rechteck 36"/>
          <p:cNvSpPr>
            <a:spLocks noChangeArrowheads="1"/>
          </p:cNvSpPr>
          <p:nvPr/>
        </p:nvSpPr>
        <p:spPr bwMode="gray">
          <a:xfrm>
            <a:off x="3071664" y="908721"/>
            <a:ext cx="8784976" cy="559717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ct val="200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000" b="1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itchFamily="34" charset="0"/>
                <a:ea typeface="+mn-ea"/>
                <a:cs typeface="+mn-cs"/>
              </a:rPr>
              <a:t>Одношаговая маршрутизация</a:t>
            </a:r>
          </a:p>
        </p:txBody>
      </p:sp>
      <p:sp>
        <p:nvSpPr>
          <p:cNvPr id="9" name="Rectangle 3"/>
          <p:cNvSpPr>
            <a:spLocks noGrp="1" noRot="1" noChangeArrowheads="1"/>
          </p:cNvSpPr>
          <p:nvPr>
            <p:ph type="body" sz="half" idx="4294967295"/>
          </p:nvPr>
        </p:nvSpPr>
        <p:spPr>
          <a:xfrm>
            <a:off x="3261718" y="1844824"/>
            <a:ext cx="8410575" cy="1296144"/>
          </a:xfrm>
          <a:prstGeom prst="rect">
            <a:avLst/>
          </a:prstGeom>
        </p:spPr>
        <p:txBody>
          <a:bodyPr/>
          <a:lstStyle/>
          <a:p>
            <a:pPr marL="377100" indent="0" algn="ctr" eaLnBrk="1" hangingPunct="1">
              <a:buClr>
                <a:schemeClr val="tx1"/>
              </a:buClr>
              <a:buNone/>
              <a:defRPr/>
            </a:pPr>
            <a:r>
              <a:rPr lang="ru-RU" sz="2800" dirty="0">
                <a:latin typeface="Arial" panose="020B0604020202020204" pitchFamily="34" charset="0"/>
                <a:cs typeface="Arial" panose="020B0604020202020204" pitchFamily="34" charset="0"/>
              </a:rPr>
              <a:t>Динамическая маршрутизация</a:t>
            </a:r>
          </a:p>
          <a:p>
            <a:pPr marL="377100" indent="0" algn="ctr" eaLnBrk="1" hangingPunct="1">
              <a:buClr>
                <a:schemeClr val="tx1"/>
              </a:buClr>
              <a:buNone/>
              <a:defRPr/>
            </a:pP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Векторно-дистанционные</a:t>
            </a:r>
          </a:p>
        </p:txBody>
      </p:sp>
      <p:sp>
        <p:nvSpPr>
          <p:cNvPr id="31" name="Овал 27">
            <a:extLst>
              <a:ext uri="{FF2B5EF4-FFF2-40B4-BE49-F238E27FC236}">
                <a16:creationId xmlns:a16="http://schemas.microsoft.com/office/drawing/2014/main" id="{A11B0984-0157-4843-B3DB-A88B459DF94E}"/>
              </a:ext>
            </a:extLst>
          </p:cNvPr>
          <p:cNvSpPr/>
          <p:nvPr/>
        </p:nvSpPr>
        <p:spPr bwMode="gray">
          <a:xfrm>
            <a:off x="7536160" y="4328828"/>
            <a:ext cx="360040" cy="360040"/>
          </a:xfrm>
          <a:prstGeom prst="ellipse">
            <a:avLst/>
          </a:prstGeom>
          <a:solidFill>
            <a:schemeClr val="tx1"/>
          </a:solidFill>
          <a:ln w="12700">
            <a:solidFill>
              <a:srgbClr val="C0C0C0"/>
            </a:solidFill>
            <a:miter lim="800000"/>
            <a:headEnd/>
            <a:tailEnd/>
          </a:ln>
          <a:effectLst/>
        </p:spPr>
        <p:txBody>
          <a:bodyPr lIns="216000" tIns="36000" rIns="216000" bIns="36000" rtlCol="0"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3</a:t>
            </a: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32" name="Овал 28">
            <a:extLst>
              <a:ext uri="{FF2B5EF4-FFF2-40B4-BE49-F238E27FC236}">
                <a16:creationId xmlns:a16="http://schemas.microsoft.com/office/drawing/2014/main" id="{C35CF9B9-DCD4-4B8E-AB97-9657F998F5A4}"/>
              </a:ext>
            </a:extLst>
          </p:cNvPr>
          <p:cNvSpPr/>
          <p:nvPr/>
        </p:nvSpPr>
        <p:spPr bwMode="gray">
          <a:xfrm>
            <a:off x="8268805" y="5733256"/>
            <a:ext cx="360040" cy="360040"/>
          </a:xfrm>
          <a:prstGeom prst="ellipse">
            <a:avLst/>
          </a:prstGeom>
          <a:solidFill>
            <a:schemeClr val="tx1"/>
          </a:solidFill>
          <a:ln w="12700">
            <a:solidFill>
              <a:srgbClr val="C0C0C0"/>
            </a:solidFill>
            <a:miter lim="800000"/>
            <a:headEnd/>
            <a:tailEnd/>
          </a:ln>
          <a:effectLst/>
        </p:spPr>
        <p:txBody>
          <a:bodyPr lIns="216000" tIns="36000" rIns="216000" bIns="36000" rtlCol="0"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5</a:t>
            </a: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33" name="Овал 29">
            <a:extLst>
              <a:ext uri="{FF2B5EF4-FFF2-40B4-BE49-F238E27FC236}">
                <a16:creationId xmlns:a16="http://schemas.microsoft.com/office/drawing/2014/main" id="{C7F2DC65-35B8-4AB9-87A0-D0CCEB8EA01D}"/>
              </a:ext>
            </a:extLst>
          </p:cNvPr>
          <p:cNvSpPr/>
          <p:nvPr/>
        </p:nvSpPr>
        <p:spPr bwMode="gray">
          <a:xfrm>
            <a:off x="9361491" y="3772317"/>
            <a:ext cx="360040" cy="360040"/>
          </a:xfrm>
          <a:prstGeom prst="ellipse">
            <a:avLst/>
          </a:prstGeom>
          <a:solidFill>
            <a:schemeClr val="tx1"/>
          </a:solidFill>
          <a:ln w="12700">
            <a:solidFill>
              <a:srgbClr val="C0C0C0"/>
            </a:solidFill>
            <a:miter lim="800000"/>
            <a:headEnd/>
            <a:tailEnd/>
          </a:ln>
          <a:effectLst/>
        </p:spPr>
        <p:txBody>
          <a:bodyPr lIns="216000" tIns="36000" rIns="216000" bIns="36000" rtlCol="0"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6</a:t>
            </a: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cxnSp>
        <p:nvCxnSpPr>
          <p:cNvPr id="34" name="Прямая соединительная линия 20490">
            <a:extLst>
              <a:ext uri="{FF2B5EF4-FFF2-40B4-BE49-F238E27FC236}">
                <a16:creationId xmlns:a16="http://schemas.microsoft.com/office/drawing/2014/main" id="{E53C7A13-9818-4156-8488-0085ED8CB34D}"/>
              </a:ext>
            </a:extLst>
          </p:cNvPr>
          <p:cNvCxnSpPr>
            <a:stCxn id="31" idx="6"/>
            <a:endCxn id="33" idx="2"/>
          </p:cNvCxnSpPr>
          <p:nvPr/>
        </p:nvCxnSpPr>
        <p:spPr>
          <a:xfrm flipV="1">
            <a:off x="7896201" y="3952338"/>
            <a:ext cx="1465291" cy="556511"/>
          </a:xfrm>
          <a:prstGeom prst="line">
            <a:avLst/>
          </a:prstGeom>
          <a:ln w="12700">
            <a:solidFill>
              <a:schemeClr val="tx1"/>
            </a:solidFill>
            <a:headEnd type="none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Прямая соединительная линия 20497">
            <a:extLst>
              <a:ext uri="{FF2B5EF4-FFF2-40B4-BE49-F238E27FC236}">
                <a16:creationId xmlns:a16="http://schemas.microsoft.com/office/drawing/2014/main" id="{1E264A00-6884-4CEA-AD09-1265E7657077}"/>
              </a:ext>
            </a:extLst>
          </p:cNvPr>
          <p:cNvCxnSpPr>
            <a:cxnSpLocks/>
            <a:stCxn id="31" idx="5"/>
            <a:endCxn id="32" idx="1"/>
          </p:cNvCxnSpPr>
          <p:nvPr/>
        </p:nvCxnSpPr>
        <p:spPr>
          <a:xfrm>
            <a:off x="7843474" y="4636141"/>
            <a:ext cx="478059" cy="1149842"/>
          </a:xfrm>
          <a:prstGeom prst="line">
            <a:avLst/>
          </a:prstGeom>
          <a:ln w="12700">
            <a:solidFill>
              <a:schemeClr val="tx1"/>
            </a:solidFill>
            <a:headEnd type="none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384032" y="2962882"/>
          <a:ext cx="935358" cy="1341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17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17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178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8862"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8862"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8862"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8862">
                <a:tc>
                  <a:txBody>
                    <a:bodyPr/>
                    <a:lstStyle/>
                    <a:p>
                      <a:endParaRPr lang="en-US" sz="1600" b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37" name="Table 36"/>
          <p:cNvGraphicFramePr>
            <a:graphicFrameLocks noGrp="1"/>
          </p:cNvGraphicFramePr>
          <p:nvPr/>
        </p:nvGraphicFramePr>
        <p:xfrm>
          <a:off x="9841162" y="2708920"/>
          <a:ext cx="935358" cy="1341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17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17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178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8862"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8862"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8862"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8862">
                <a:tc>
                  <a:txBody>
                    <a:bodyPr/>
                    <a:lstStyle/>
                    <a:p>
                      <a:endParaRPr lang="en-US" sz="1600" b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38" name="Table 37"/>
          <p:cNvGraphicFramePr>
            <a:graphicFrameLocks noGrp="1"/>
          </p:cNvGraphicFramePr>
          <p:nvPr/>
        </p:nvGraphicFramePr>
        <p:xfrm>
          <a:off x="8760296" y="5040208"/>
          <a:ext cx="935358" cy="1341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17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17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178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8862"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8862"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8862"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8862">
                <a:tc>
                  <a:txBody>
                    <a:bodyPr/>
                    <a:lstStyle/>
                    <a:p>
                      <a:endParaRPr lang="en-US" sz="1600" b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9" name="Овал 23">
            <a:extLst>
              <a:ext uri="{FF2B5EF4-FFF2-40B4-BE49-F238E27FC236}">
                <a16:creationId xmlns:a16="http://schemas.microsoft.com/office/drawing/2014/main" id="{37424DB8-7A7D-416B-8EFC-3BD9CF0E343B}"/>
              </a:ext>
            </a:extLst>
          </p:cNvPr>
          <p:cNvSpPr/>
          <p:nvPr/>
        </p:nvSpPr>
        <p:spPr bwMode="gray">
          <a:xfrm>
            <a:off x="6240016" y="5805264"/>
            <a:ext cx="360040" cy="360040"/>
          </a:xfrm>
          <a:prstGeom prst="ellipse">
            <a:avLst/>
          </a:prstGeom>
          <a:solidFill>
            <a:schemeClr val="tx1"/>
          </a:solidFill>
          <a:ln w="12700">
            <a:solidFill>
              <a:srgbClr val="C0C0C0"/>
            </a:solidFill>
            <a:miter lim="800000"/>
            <a:headEnd/>
            <a:tailEnd/>
          </a:ln>
          <a:effectLst/>
        </p:spPr>
        <p:txBody>
          <a:bodyPr lIns="216000" tIns="36000" rIns="216000" bIns="36000" rtlCol="0"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7</a:t>
            </a:r>
          </a:p>
        </p:txBody>
      </p:sp>
      <p:cxnSp>
        <p:nvCxnSpPr>
          <p:cNvPr id="40" name="Прямая соединительная линия 32">
            <a:extLst>
              <a:ext uri="{FF2B5EF4-FFF2-40B4-BE49-F238E27FC236}">
                <a16:creationId xmlns:a16="http://schemas.microsoft.com/office/drawing/2014/main" id="{FF9F3B21-F568-4D56-8372-4C4579AC7FB1}"/>
              </a:ext>
            </a:extLst>
          </p:cNvPr>
          <p:cNvCxnSpPr>
            <a:cxnSpLocks/>
            <a:stCxn id="39" idx="7"/>
            <a:endCxn id="31" idx="3"/>
          </p:cNvCxnSpPr>
          <p:nvPr/>
        </p:nvCxnSpPr>
        <p:spPr>
          <a:xfrm flipV="1">
            <a:off x="6547329" y="4636141"/>
            <a:ext cx="1041558" cy="1221850"/>
          </a:xfrm>
          <a:prstGeom prst="line">
            <a:avLst/>
          </a:prstGeom>
          <a:ln w="12700">
            <a:solidFill>
              <a:schemeClr val="tx1"/>
            </a:solidFill>
            <a:headEnd type="none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>
            <a:stCxn id="39" idx="6"/>
            <a:endCxn id="32" idx="2"/>
          </p:cNvCxnSpPr>
          <p:nvPr/>
        </p:nvCxnSpPr>
        <p:spPr>
          <a:xfrm flipV="1">
            <a:off x="6600057" y="5913276"/>
            <a:ext cx="1668749" cy="72008"/>
          </a:xfrm>
          <a:prstGeom prst="line">
            <a:avLst/>
          </a:prstGeom>
          <a:ln w="12700">
            <a:solidFill>
              <a:schemeClr val="tx1"/>
            </a:solidFill>
            <a:headEnd type="none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44" name="Table 43"/>
          <p:cNvGraphicFramePr>
            <a:graphicFrameLocks noGrp="1"/>
          </p:cNvGraphicFramePr>
          <p:nvPr/>
        </p:nvGraphicFramePr>
        <p:xfrm>
          <a:off x="5016626" y="5013176"/>
          <a:ext cx="935358" cy="1341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17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17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178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8862"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8862"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8862"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8862">
                <a:tc>
                  <a:txBody>
                    <a:bodyPr/>
                    <a:lstStyle/>
                    <a:p>
                      <a:endParaRPr lang="en-US" sz="1600" b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16894536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animBg="1"/>
      <p:bldP spid="32" grpId="0" animBg="1"/>
      <p:bldP spid="33" grpId="0" animBg="1"/>
      <p:bldP spid="39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hteck 39"/>
          <p:cNvSpPr>
            <a:spLocks noChangeArrowheads="1"/>
          </p:cNvSpPr>
          <p:nvPr/>
        </p:nvSpPr>
        <p:spPr bwMode="gray">
          <a:xfrm>
            <a:off x="3071664" y="1700809"/>
            <a:ext cx="8784976" cy="4896000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Tx/>
              <a:buFontTx/>
              <a:buNone/>
              <a:tabLst/>
              <a:defRPr/>
            </a:pP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0482" name="_h1"/>
          <p:cNvSpPr>
            <a:spLocks noGrp="1" noChangeArrowheads="1"/>
          </p:cNvSpPr>
          <p:nvPr>
            <p:ph type="title" idx="4294967295"/>
          </p:nvPr>
        </p:nvSpPr>
        <p:spPr bwMode="gray">
          <a:xfrm>
            <a:off x="3216002" y="238125"/>
            <a:ext cx="8496300" cy="617538"/>
          </a:xfrm>
        </p:spPr>
        <p:txBody>
          <a:bodyPr/>
          <a:lstStyle/>
          <a:p>
            <a:pPr eaLnBrk="1" hangingPunct="1"/>
            <a:r>
              <a:rPr kumimoji="0" lang="ru-RU" sz="3600" b="1" noProof="1">
                <a:solidFill>
                  <a:srgbClr val="003794"/>
                </a:solidFill>
                <a:latin typeface="Arial" pitchFamily="34" charset="0"/>
                <a:cs typeface="Arial" pitchFamily="34" charset="0"/>
              </a:rPr>
              <a:t>Сети и сетевые ОС </a:t>
            </a:r>
          </a:p>
        </p:txBody>
      </p:sp>
      <p:sp>
        <p:nvSpPr>
          <p:cNvPr id="14" name="Rechteck 36"/>
          <p:cNvSpPr>
            <a:spLocks noChangeArrowheads="1"/>
          </p:cNvSpPr>
          <p:nvPr/>
        </p:nvSpPr>
        <p:spPr bwMode="gray">
          <a:xfrm>
            <a:off x="3071664" y="908721"/>
            <a:ext cx="8784976" cy="559717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ct val="200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000" b="1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itchFamily="34" charset="0"/>
                <a:ea typeface="+mn-ea"/>
                <a:cs typeface="+mn-cs"/>
              </a:rPr>
              <a:t>Одношаговая маршрутизация</a:t>
            </a:r>
          </a:p>
        </p:txBody>
      </p:sp>
      <p:sp>
        <p:nvSpPr>
          <p:cNvPr id="9" name="Rectangle 3"/>
          <p:cNvSpPr>
            <a:spLocks noGrp="1" noRot="1" noChangeArrowheads="1"/>
          </p:cNvSpPr>
          <p:nvPr>
            <p:ph type="body" sz="half" idx="4294967295"/>
          </p:nvPr>
        </p:nvSpPr>
        <p:spPr>
          <a:xfrm>
            <a:off x="3261718" y="1844824"/>
            <a:ext cx="8410575" cy="1296144"/>
          </a:xfrm>
          <a:prstGeom prst="rect">
            <a:avLst/>
          </a:prstGeom>
        </p:spPr>
        <p:txBody>
          <a:bodyPr/>
          <a:lstStyle/>
          <a:p>
            <a:pPr marL="377100" indent="0" algn="ctr" eaLnBrk="1" hangingPunct="1">
              <a:buClr>
                <a:schemeClr val="tx1"/>
              </a:buClr>
              <a:buNone/>
              <a:defRPr/>
            </a:pPr>
            <a:r>
              <a:rPr lang="ru-RU" sz="2800" dirty="0">
                <a:latin typeface="Arial" panose="020B0604020202020204" pitchFamily="34" charset="0"/>
                <a:cs typeface="Arial" panose="020B0604020202020204" pitchFamily="34" charset="0"/>
              </a:rPr>
              <a:t>Динамическая маршрутизация</a:t>
            </a:r>
          </a:p>
          <a:p>
            <a:pPr marL="377100" indent="0" algn="ctr" eaLnBrk="1" hangingPunct="1">
              <a:buClr>
                <a:schemeClr val="tx1"/>
              </a:buClr>
              <a:buNone/>
              <a:defRPr/>
            </a:pP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Векторно-дистанционные</a:t>
            </a:r>
          </a:p>
        </p:txBody>
      </p:sp>
      <p:sp>
        <p:nvSpPr>
          <p:cNvPr id="31" name="Овал 27">
            <a:extLst>
              <a:ext uri="{FF2B5EF4-FFF2-40B4-BE49-F238E27FC236}">
                <a16:creationId xmlns:a16="http://schemas.microsoft.com/office/drawing/2014/main" id="{A11B0984-0157-4843-B3DB-A88B459DF94E}"/>
              </a:ext>
            </a:extLst>
          </p:cNvPr>
          <p:cNvSpPr/>
          <p:nvPr/>
        </p:nvSpPr>
        <p:spPr bwMode="gray">
          <a:xfrm>
            <a:off x="7536160" y="4328828"/>
            <a:ext cx="360040" cy="360040"/>
          </a:xfrm>
          <a:prstGeom prst="ellipse">
            <a:avLst/>
          </a:prstGeom>
          <a:solidFill>
            <a:schemeClr val="tx1"/>
          </a:solidFill>
          <a:ln w="12700">
            <a:solidFill>
              <a:srgbClr val="C0C0C0"/>
            </a:solidFill>
            <a:miter lim="800000"/>
            <a:headEnd/>
            <a:tailEnd/>
          </a:ln>
          <a:effectLst/>
        </p:spPr>
        <p:txBody>
          <a:bodyPr lIns="216000" tIns="36000" rIns="216000" bIns="36000" rtlCol="0"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3</a:t>
            </a: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32" name="Овал 28">
            <a:extLst>
              <a:ext uri="{FF2B5EF4-FFF2-40B4-BE49-F238E27FC236}">
                <a16:creationId xmlns:a16="http://schemas.microsoft.com/office/drawing/2014/main" id="{C35CF9B9-DCD4-4B8E-AB97-9657F998F5A4}"/>
              </a:ext>
            </a:extLst>
          </p:cNvPr>
          <p:cNvSpPr/>
          <p:nvPr/>
        </p:nvSpPr>
        <p:spPr bwMode="gray">
          <a:xfrm>
            <a:off x="8268805" y="5733256"/>
            <a:ext cx="360040" cy="360040"/>
          </a:xfrm>
          <a:prstGeom prst="ellipse">
            <a:avLst/>
          </a:prstGeom>
          <a:solidFill>
            <a:schemeClr val="tx1"/>
          </a:solidFill>
          <a:ln w="12700">
            <a:solidFill>
              <a:srgbClr val="C0C0C0"/>
            </a:solidFill>
            <a:miter lim="800000"/>
            <a:headEnd/>
            <a:tailEnd/>
          </a:ln>
          <a:effectLst/>
        </p:spPr>
        <p:txBody>
          <a:bodyPr lIns="216000" tIns="36000" rIns="216000" bIns="36000" rtlCol="0"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5</a:t>
            </a: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33" name="Овал 29">
            <a:extLst>
              <a:ext uri="{FF2B5EF4-FFF2-40B4-BE49-F238E27FC236}">
                <a16:creationId xmlns:a16="http://schemas.microsoft.com/office/drawing/2014/main" id="{C7F2DC65-35B8-4AB9-87A0-D0CCEB8EA01D}"/>
              </a:ext>
            </a:extLst>
          </p:cNvPr>
          <p:cNvSpPr/>
          <p:nvPr/>
        </p:nvSpPr>
        <p:spPr bwMode="gray">
          <a:xfrm>
            <a:off x="9361491" y="3772317"/>
            <a:ext cx="360040" cy="360040"/>
          </a:xfrm>
          <a:prstGeom prst="ellipse">
            <a:avLst/>
          </a:prstGeom>
          <a:solidFill>
            <a:schemeClr val="tx1"/>
          </a:solidFill>
          <a:ln w="12700">
            <a:solidFill>
              <a:srgbClr val="C0C0C0"/>
            </a:solidFill>
            <a:miter lim="800000"/>
            <a:headEnd/>
            <a:tailEnd/>
          </a:ln>
          <a:effectLst/>
        </p:spPr>
        <p:txBody>
          <a:bodyPr lIns="216000" tIns="36000" rIns="216000" bIns="36000" rtlCol="0"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6</a:t>
            </a: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cxnSp>
        <p:nvCxnSpPr>
          <p:cNvPr id="34" name="Прямая соединительная линия 20490">
            <a:extLst>
              <a:ext uri="{FF2B5EF4-FFF2-40B4-BE49-F238E27FC236}">
                <a16:creationId xmlns:a16="http://schemas.microsoft.com/office/drawing/2014/main" id="{E53C7A13-9818-4156-8488-0085ED8CB34D}"/>
              </a:ext>
            </a:extLst>
          </p:cNvPr>
          <p:cNvCxnSpPr>
            <a:stCxn id="31" idx="6"/>
            <a:endCxn id="33" idx="2"/>
          </p:cNvCxnSpPr>
          <p:nvPr/>
        </p:nvCxnSpPr>
        <p:spPr>
          <a:xfrm flipV="1">
            <a:off x="7896201" y="3952338"/>
            <a:ext cx="1465291" cy="556511"/>
          </a:xfrm>
          <a:prstGeom prst="line">
            <a:avLst/>
          </a:prstGeom>
          <a:ln w="12700">
            <a:solidFill>
              <a:schemeClr val="tx1"/>
            </a:solidFill>
            <a:headEnd type="none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Прямая соединительная линия 20497">
            <a:extLst>
              <a:ext uri="{FF2B5EF4-FFF2-40B4-BE49-F238E27FC236}">
                <a16:creationId xmlns:a16="http://schemas.microsoft.com/office/drawing/2014/main" id="{1E264A00-6884-4CEA-AD09-1265E7657077}"/>
              </a:ext>
            </a:extLst>
          </p:cNvPr>
          <p:cNvCxnSpPr>
            <a:cxnSpLocks/>
            <a:stCxn id="31" idx="5"/>
            <a:endCxn id="32" idx="1"/>
          </p:cNvCxnSpPr>
          <p:nvPr/>
        </p:nvCxnSpPr>
        <p:spPr>
          <a:xfrm>
            <a:off x="7843474" y="4636141"/>
            <a:ext cx="478059" cy="1149842"/>
          </a:xfrm>
          <a:prstGeom prst="line">
            <a:avLst/>
          </a:prstGeom>
          <a:ln w="12700">
            <a:solidFill>
              <a:schemeClr val="tx1"/>
            </a:solidFill>
            <a:headEnd type="none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384032" y="2962882"/>
          <a:ext cx="935358" cy="1341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17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17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178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8862"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8862"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8862"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8862">
                <a:tc>
                  <a:txBody>
                    <a:bodyPr/>
                    <a:lstStyle/>
                    <a:p>
                      <a:endParaRPr lang="en-US" sz="1600" b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37" name="Table 36"/>
          <p:cNvGraphicFramePr>
            <a:graphicFrameLocks noGrp="1"/>
          </p:cNvGraphicFramePr>
          <p:nvPr/>
        </p:nvGraphicFramePr>
        <p:xfrm>
          <a:off x="9841162" y="2708920"/>
          <a:ext cx="935358" cy="1341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17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17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178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8862"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8862"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8862"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8862">
                <a:tc>
                  <a:txBody>
                    <a:bodyPr/>
                    <a:lstStyle/>
                    <a:p>
                      <a:endParaRPr lang="en-US" sz="1600" b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38" name="Table 37"/>
          <p:cNvGraphicFramePr>
            <a:graphicFrameLocks noGrp="1"/>
          </p:cNvGraphicFramePr>
          <p:nvPr/>
        </p:nvGraphicFramePr>
        <p:xfrm>
          <a:off x="8760296" y="5040208"/>
          <a:ext cx="935358" cy="1341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17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17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178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8862"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8862"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8862"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8862">
                <a:tc>
                  <a:txBody>
                    <a:bodyPr/>
                    <a:lstStyle/>
                    <a:p>
                      <a:endParaRPr lang="en-US" sz="1600" b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9" name="Овал 23">
            <a:extLst>
              <a:ext uri="{FF2B5EF4-FFF2-40B4-BE49-F238E27FC236}">
                <a16:creationId xmlns:a16="http://schemas.microsoft.com/office/drawing/2014/main" id="{37424DB8-7A7D-416B-8EFC-3BD9CF0E343B}"/>
              </a:ext>
            </a:extLst>
          </p:cNvPr>
          <p:cNvSpPr/>
          <p:nvPr/>
        </p:nvSpPr>
        <p:spPr bwMode="gray">
          <a:xfrm>
            <a:off x="6240016" y="5805264"/>
            <a:ext cx="360040" cy="360040"/>
          </a:xfrm>
          <a:prstGeom prst="ellipse">
            <a:avLst/>
          </a:prstGeom>
          <a:solidFill>
            <a:schemeClr val="tx1"/>
          </a:solidFill>
          <a:ln w="12700">
            <a:solidFill>
              <a:srgbClr val="C0C0C0"/>
            </a:solidFill>
            <a:miter lim="800000"/>
            <a:headEnd/>
            <a:tailEnd/>
          </a:ln>
          <a:effectLst/>
        </p:spPr>
        <p:txBody>
          <a:bodyPr lIns="216000" tIns="36000" rIns="216000" bIns="36000" rtlCol="0"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7</a:t>
            </a:r>
          </a:p>
        </p:txBody>
      </p:sp>
      <p:cxnSp>
        <p:nvCxnSpPr>
          <p:cNvPr id="40" name="Прямая соединительная линия 32">
            <a:extLst>
              <a:ext uri="{FF2B5EF4-FFF2-40B4-BE49-F238E27FC236}">
                <a16:creationId xmlns:a16="http://schemas.microsoft.com/office/drawing/2014/main" id="{FF9F3B21-F568-4D56-8372-4C4579AC7FB1}"/>
              </a:ext>
            </a:extLst>
          </p:cNvPr>
          <p:cNvCxnSpPr>
            <a:cxnSpLocks/>
            <a:stCxn id="39" idx="7"/>
            <a:endCxn id="31" idx="3"/>
          </p:cNvCxnSpPr>
          <p:nvPr/>
        </p:nvCxnSpPr>
        <p:spPr>
          <a:xfrm flipV="1">
            <a:off x="6547329" y="4636141"/>
            <a:ext cx="1041558" cy="1221850"/>
          </a:xfrm>
          <a:prstGeom prst="line">
            <a:avLst/>
          </a:prstGeom>
          <a:ln w="12700">
            <a:solidFill>
              <a:schemeClr val="tx1"/>
            </a:solidFill>
            <a:headEnd type="none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>
            <a:stCxn id="39" idx="6"/>
            <a:endCxn id="32" idx="2"/>
          </p:cNvCxnSpPr>
          <p:nvPr/>
        </p:nvCxnSpPr>
        <p:spPr>
          <a:xfrm flipV="1">
            <a:off x="6600057" y="5913276"/>
            <a:ext cx="1668749" cy="72008"/>
          </a:xfrm>
          <a:prstGeom prst="line">
            <a:avLst/>
          </a:prstGeom>
          <a:ln w="12700">
            <a:solidFill>
              <a:schemeClr val="tx1"/>
            </a:solidFill>
            <a:headEnd type="none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44" name="Table 43"/>
          <p:cNvGraphicFramePr>
            <a:graphicFrameLocks noGrp="1"/>
          </p:cNvGraphicFramePr>
          <p:nvPr/>
        </p:nvGraphicFramePr>
        <p:xfrm>
          <a:off x="5016626" y="5013176"/>
          <a:ext cx="935358" cy="1341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17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17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178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8862"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8862"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8862"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8862">
                <a:tc>
                  <a:txBody>
                    <a:bodyPr/>
                    <a:lstStyle/>
                    <a:p>
                      <a:endParaRPr lang="en-US" sz="1600" b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719736" y="5040208"/>
          <a:ext cx="935358" cy="1341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17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17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178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8862"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8862"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8862"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8862">
                <a:tc>
                  <a:txBody>
                    <a:bodyPr/>
                    <a:lstStyle/>
                    <a:p>
                      <a:endParaRPr lang="en-US" sz="1600" b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" name="TextBox 1"/>
          <p:cNvSpPr txBox="1"/>
          <p:nvPr/>
        </p:nvSpPr>
        <p:spPr>
          <a:xfrm>
            <a:off x="3719736" y="4437112"/>
            <a:ext cx="8640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От 5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24696397"/>
      </p:ext>
    </p:extLst>
  </p:cSld>
  <p:clrMapOvr>
    <a:masterClrMapping/>
  </p:clrMapOvr>
  <p:transition spd="med"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hteck 39"/>
          <p:cNvSpPr>
            <a:spLocks noChangeArrowheads="1"/>
          </p:cNvSpPr>
          <p:nvPr/>
        </p:nvSpPr>
        <p:spPr bwMode="gray">
          <a:xfrm>
            <a:off x="3071664" y="1700809"/>
            <a:ext cx="8784976" cy="4896000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Tx/>
              <a:buFontTx/>
              <a:buNone/>
              <a:tabLst/>
              <a:defRPr/>
            </a:pP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0482" name="_h1"/>
          <p:cNvSpPr>
            <a:spLocks noGrp="1" noChangeArrowheads="1"/>
          </p:cNvSpPr>
          <p:nvPr>
            <p:ph type="title" idx="4294967295"/>
          </p:nvPr>
        </p:nvSpPr>
        <p:spPr bwMode="gray">
          <a:xfrm>
            <a:off x="3216002" y="238125"/>
            <a:ext cx="8496300" cy="617538"/>
          </a:xfrm>
        </p:spPr>
        <p:txBody>
          <a:bodyPr/>
          <a:lstStyle/>
          <a:p>
            <a:pPr eaLnBrk="1" hangingPunct="1"/>
            <a:r>
              <a:rPr kumimoji="0" lang="ru-RU" sz="3600" b="1" noProof="1">
                <a:solidFill>
                  <a:srgbClr val="003794"/>
                </a:solidFill>
                <a:latin typeface="Arial" pitchFamily="34" charset="0"/>
                <a:cs typeface="Arial" pitchFamily="34" charset="0"/>
              </a:rPr>
              <a:t>Сети и сетевые ОС </a:t>
            </a:r>
          </a:p>
        </p:txBody>
      </p:sp>
      <p:sp>
        <p:nvSpPr>
          <p:cNvPr id="14" name="Rechteck 36"/>
          <p:cNvSpPr>
            <a:spLocks noChangeArrowheads="1"/>
          </p:cNvSpPr>
          <p:nvPr/>
        </p:nvSpPr>
        <p:spPr bwMode="gray">
          <a:xfrm>
            <a:off x="3071664" y="908721"/>
            <a:ext cx="8784976" cy="559717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ct val="200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000" b="1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itchFamily="34" charset="0"/>
                <a:ea typeface="+mn-ea"/>
                <a:cs typeface="+mn-cs"/>
              </a:rPr>
              <a:t>Одношаговая маршрутизация</a:t>
            </a:r>
          </a:p>
        </p:txBody>
      </p:sp>
      <p:sp>
        <p:nvSpPr>
          <p:cNvPr id="9" name="Rectangle 3"/>
          <p:cNvSpPr>
            <a:spLocks noGrp="1" noRot="1" noChangeArrowheads="1"/>
          </p:cNvSpPr>
          <p:nvPr>
            <p:ph type="body" sz="half" idx="4294967295"/>
          </p:nvPr>
        </p:nvSpPr>
        <p:spPr>
          <a:xfrm>
            <a:off x="3261718" y="1844824"/>
            <a:ext cx="8410575" cy="1296144"/>
          </a:xfrm>
          <a:prstGeom prst="rect">
            <a:avLst/>
          </a:prstGeom>
        </p:spPr>
        <p:txBody>
          <a:bodyPr/>
          <a:lstStyle/>
          <a:p>
            <a:pPr marL="377100" indent="0" algn="ctr" eaLnBrk="1" hangingPunct="1">
              <a:buClr>
                <a:schemeClr val="tx1"/>
              </a:buClr>
              <a:buNone/>
              <a:defRPr/>
            </a:pPr>
            <a:r>
              <a:rPr lang="ru-RU" sz="2800" dirty="0">
                <a:latin typeface="Arial" panose="020B0604020202020204" pitchFamily="34" charset="0"/>
                <a:cs typeface="Arial" panose="020B0604020202020204" pitchFamily="34" charset="0"/>
              </a:rPr>
              <a:t>Динамическая маршрутизация</a:t>
            </a:r>
          </a:p>
          <a:p>
            <a:pPr marL="377100" indent="0" algn="ctr" eaLnBrk="1" hangingPunct="1">
              <a:buClr>
                <a:schemeClr val="tx1"/>
              </a:buClr>
              <a:buNone/>
              <a:defRPr/>
            </a:pP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Векторно-дистанционные</a:t>
            </a:r>
          </a:p>
        </p:txBody>
      </p:sp>
      <p:sp>
        <p:nvSpPr>
          <p:cNvPr id="31" name="Овал 27">
            <a:extLst>
              <a:ext uri="{FF2B5EF4-FFF2-40B4-BE49-F238E27FC236}">
                <a16:creationId xmlns:a16="http://schemas.microsoft.com/office/drawing/2014/main" id="{A11B0984-0157-4843-B3DB-A88B459DF94E}"/>
              </a:ext>
            </a:extLst>
          </p:cNvPr>
          <p:cNvSpPr/>
          <p:nvPr/>
        </p:nvSpPr>
        <p:spPr bwMode="gray">
          <a:xfrm>
            <a:off x="7536160" y="4328828"/>
            <a:ext cx="360040" cy="360040"/>
          </a:xfrm>
          <a:prstGeom prst="ellipse">
            <a:avLst/>
          </a:prstGeom>
          <a:solidFill>
            <a:schemeClr val="tx1"/>
          </a:solidFill>
          <a:ln w="12700">
            <a:solidFill>
              <a:srgbClr val="C0C0C0"/>
            </a:solidFill>
            <a:miter lim="800000"/>
            <a:headEnd/>
            <a:tailEnd/>
          </a:ln>
          <a:effectLst/>
        </p:spPr>
        <p:txBody>
          <a:bodyPr lIns="216000" tIns="36000" rIns="216000" bIns="36000" rtlCol="0"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3</a:t>
            </a: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32" name="Овал 28">
            <a:extLst>
              <a:ext uri="{FF2B5EF4-FFF2-40B4-BE49-F238E27FC236}">
                <a16:creationId xmlns:a16="http://schemas.microsoft.com/office/drawing/2014/main" id="{C35CF9B9-DCD4-4B8E-AB97-9657F998F5A4}"/>
              </a:ext>
            </a:extLst>
          </p:cNvPr>
          <p:cNvSpPr/>
          <p:nvPr/>
        </p:nvSpPr>
        <p:spPr bwMode="gray">
          <a:xfrm>
            <a:off x="8268805" y="5733256"/>
            <a:ext cx="360040" cy="360040"/>
          </a:xfrm>
          <a:prstGeom prst="ellipse">
            <a:avLst/>
          </a:prstGeom>
          <a:solidFill>
            <a:schemeClr val="tx1"/>
          </a:solidFill>
          <a:ln w="12700">
            <a:solidFill>
              <a:srgbClr val="C0C0C0"/>
            </a:solidFill>
            <a:miter lim="800000"/>
            <a:headEnd/>
            <a:tailEnd/>
          </a:ln>
          <a:effectLst/>
        </p:spPr>
        <p:txBody>
          <a:bodyPr lIns="216000" tIns="36000" rIns="216000" bIns="36000" rtlCol="0"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5</a:t>
            </a: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33" name="Овал 29">
            <a:extLst>
              <a:ext uri="{FF2B5EF4-FFF2-40B4-BE49-F238E27FC236}">
                <a16:creationId xmlns:a16="http://schemas.microsoft.com/office/drawing/2014/main" id="{C7F2DC65-35B8-4AB9-87A0-D0CCEB8EA01D}"/>
              </a:ext>
            </a:extLst>
          </p:cNvPr>
          <p:cNvSpPr/>
          <p:nvPr/>
        </p:nvSpPr>
        <p:spPr bwMode="gray">
          <a:xfrm>
            <a:off x="9361491" y="3772317"/>
            <a:ext cx="360040" cy="360040"/>
          </a:xfrm>
          <a:prstGeom prst="ellipse">
            <a:avLst/>
          </a:prstGeom>
          <a:solidFill>
            <a:schemeClr val="tx1"/>
          </a:solidFill>
          <a:ln w="12700">
            <a:solidFill>
              <a:srgbClr val="C0C0C0"/>
            </a:solidFill>
            <a:miter lim="800000"/>
            <a:headEnd/>
            <a:tailEnd/>
          </a:ln>
          <a:effectLst/>
        </p:spPr>
        <p:txBody>
          <a:bodyPr lIns="216000" tIns="36000" rIns="216000" bIns="36000" rtlCol="0"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6</a:t>
            </a: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cxnSp>
        <p:nvCxnSpPr>
          <p:cNvPr id="34" name="Прямая соединительная линия 20490">
            <a:extLst>
              <a:ext uri="{FF2B5EF4-FFF2-40B4-BE49-F238E27FC236}">
                <a16:creationId xmlns:a16="http://schemas.microsoft.com/office/drawing/2014/main" id="{E53C7A13-9818-4156-8488-0085ED8CB34D}"/>
              </a:ext>
            </a:extLst>
          </p:cNvPr>
          <p:cNvCxnSpPr>
            <a:stCxn id="31" idx="6"/>
            <a:endCxn id="33" idx="2"/>
          </p:cNvCxnSpPr>
          <p:nvPr/>
        </p:nvCxnSpPr>
        <p:spPr>
          <a:xfrm flipV="1">
            <a:off x="7896201" y="3952338"/>
            <a:ext cx="1465291" cy="556511"/>
          </a:xfrm>
          <a:prstGeom prst="line">
            <a:avLst/>
          </a:prstGeom>
          <a:ln w="12700">
            <a:solidFill>
              <a:schemeClr val="tx1"/>
            </a:solidFill>
            <a:headEnd type="none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Прямая соединительная линия 20497">
            <a:extLst>
              <a:ext uri="{FF2B5EF4-FFF2-40B4-BE49-F238E27FC236}">
                <a16:creationId xmlns:a16="http://schemas.microsoft.com/office/drawing/2014/main" id="{1E264A00-6884-4CEA-AD09-1265E7657077}"/>
              </a:ext>
            </a:extLst>
          </p:cNvPr>
          <p:cNvCxnSpPr>
            <a:cxnSpLocks/>
            <a:stCxn id="31" idx="5"/>
            <a:endCxn id="32" idx="1"/>
          </p:cNvCxnSpPr>
          <p:nvPr/>
        </p:nvCxnSpPr>
        <p:spPr>
          <a:xfrm>
            <a:off x="7843474" y="4636141"/>
            <a:ext cx="478059" cy="1149842"/>
          </a:xfrm>
          <a:prstGeom prst="line">
            <a:avLst/>
          </a:prstGeom>
          <a:ln w="12700">
            <a:solidFill>
              <a:schemeClr val="tx1"/>
            </a:solidFill>
            <a:headEnd type="none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384032" y="2962882"/>
          <a:ext cx="935358" cy="1341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17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17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178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8862"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8862"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8862"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8862">
                <a:tc>
                  <a:txBody>
                    <a:bodyPr/>
                    <a:lstStyle/>
                    <a:p>
                      <a:endParaRPr lang="en-US" sz="1600" b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37" name="Table 36"/>
          <p:cNvGraphicFramePr>
            <a:graphicFrameLocks noGrp="1"/>
          </p:cNvGraphicFramePr>
          <p:nvPr/>
        </p:nvGraphicFramePr>
        <p:xfrm>
          <a:off x="9841162" y="2708920"/>
          <a:ext cx="935358" cy="1341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17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17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178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8862"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8862"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8862"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8862">
                <a:tc>
                  <a:txBody>
                    <a:bodyPr/>
                    <a:lstStyle/>
                    <a:p>
                      <a:endParaRPr lang="en-US" sz="1600" b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38" name="Table 37"/>
          <p:cNvGraphicFramePr>
            <a:graphicFrameLocks noGrp="1"/>
          </p:cNvGraphicFramePr>
          <p:nvPr/>
        </p:nvGraphicFramePr>
        <p:xfrm>
          <a:off x="8760296" y="5040208"/>
          <a:ext cx="935358" cy="1341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17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17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178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8862"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8862"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8862"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8862">
                <a:tc>
                  <a:txBody>
                    <a:bodyPr/>
                    <a:lstStyle/>
                    <a:p>
                      <a:endParaRPr lang="en-US" sz="1600" b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9" name="Овал 23">
            <a:extLst>
              <a:ext uri="{FF2B5EF4-FFF2-40B4-BE49-F238E27FC236}">
                <a16:creationId xmlns:a16="http://schemas.microsoft.com/office/drawing/2014/main" id="{37424DB8-7A7D-416B-8EFC-3BD9CF0E343B}"/>
              </a:ext>
            </a:extLst>
          </p:cNvPr>
          <p:cNvSpPr/>
          <p:nvPr/>
        </p:nvSpPr>
        <p:spPr bwMode="gray">
          <a:xfrm>
            <a:off x="6240016" y="5805264"/>
            <a:ext cx="360040" cy="360040"/>
          </a:xfrm>
          <a:prstGeom prst="ellipse">
            <a:avLst/>
          </a:prstGeom>
          <a:solidFill>
            <a:schemeClr val="tx1"/>
          </a:solidFill>
          <a:ln w="12700">
            <a:solidFill>
              <a:srgbClr val="C0C0C0"/>
            </a:solidFill>
            <a:miter lim="800000"/>
            <a:headEnd/>
            <a:tailEnd/>
          </a:ln>
          <a:effectLst/>
        </p:spPr>
        <p:txBody>
          <a:bodyPr lIns="216000" tIns="36000" rIns="216000" bIns="36000" rtlCol="0"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7</a:t>
            </a:r>
          </a:p>
        </p:txBody>
      </p:sp>
      <p:cxnSp>
        <p:nvCxnSpPr>
          <p:cNvPr id="40" name="Прямая соединительная линия 32">
            <a:extLst>
              <a:ext uri="{FF2B5EF4-FFF2-40B4-BE49-F238E27FC236}">
                <a16:creationId xmlns:a16="http://schemas.microsoft.com/office/drawing/2014/main" id="{FF9F3B21-F568-4D56-8372-4C4579AC7FB1}"/>
              </a:ext>
            </a:extLst>
          </p:cNvPr>
          <p:cNvCxnSpPr>
            <a:cxnSpLocks/>
            <a:stCxn id="39" idx="7"/>
            <a:endCxn id="31" idx="3"/>
          </p:cNvCxnSpPr>
          <p:nvPr/>
        </p:nvCxnSpPr>
        <p:spPr>
          <a:xfrm flipV="1">
            <a:off x="6547329" y="4636141"/>
            <a:ext cx="1041558" cy="1221850"/>
          </a:xfrm>
          <a:prstGeom prst="line">
            <a:avLst/>
          </a:prstGeom>
          <a:ln w="12700">
            <a:solidFill>
              <a:schemeClr val="tx1"/>
            </a:solidFill>
            <a:headEnd type="none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>
            <a:stCxn id="39" idx="6"/>
            <a:endCxn id="32" idx="2"/>
          </p:cNvCxnSpPr>
          <p:nvPr/>
        </p:nvCxnSpPr>
        <p:spPr>
          <a:xfrm flipV="1">
            <a:off x="6600057" y="5913276"/>
            <a:ext cx="1668749" cy="72008"/>
          </a:xfrm>
          <a:prstGeom prst="line">
            <a:avLst/>
          </a:prstGeom>
          <a:ln w="12700">
            <a:solidFill>
              <a:schemeClr val="tx1"/>
            </a:solidFill>
            <a:headEnd type="none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44" name="Table 43"/>
          <p:cNvGraphicFramePr>
            <a:graphicFrameLocks noGrp="1"/>
          </p:cNvGraphicFramePr>
          <p:nvPr/>
        </p:nvGraphicFramePr>
        <p:xfrm>
          <a:off x="5016626" y="5013176"/>
          <a:ext cx="935358" cy="1341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17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17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178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8862"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8862"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8862"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8862">
                <a:tc>
                  <a:txBody>
                    <a:bodyPr/>
                    <a:lstStyle/>
                    <a:p>
                      <a:endParaRPr lang="en-US" sz="1600" b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719736" y="5040208"/>
          <a:ext cx="935358" cy="1341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17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17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178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8862"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8862"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8862"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8862">
                <a:tc>
                  <a:txBody>
                    <a:bodyPr/>
                    <a:lstStyle/>
                    <a:p>
                      <a:endParaRPr lang="en-US" sz="1600" b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3719736" y="4437112"/>
            <a:ext cx="8640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От 5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12982914"/>
      </p:ext>
    </p:extLst>
  </p:cSld>
  <p:clrMapOvr>
    <a:masterClrMapping/>
  </p:clrMapOvr>
  <p:transition spd="med"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hteck 39"/>
          <p:cNvSpPr>
            <a:spLocks noChangeArrowheads="1"/>
          </p:cNvSpPr>
          <p:nvPr/>
        </p:nvSpPr>
        <p:spPr bwMode="gray">
          <a:xfrm>
            <a:off x="3071664" y="1700809"/>
            <a:ext cx="8784976" cy="4896000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Tx/>
              <a:buFontTx/>
              <a:buNone/>
              <a:tabLst/>
              <a:defRPr/>
            </a:pP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0482" name="_h1"/>
          <p:cNvSpPr>
            <a:spLocks noGrp="1" noChangeArrowheads="1"/>
          </p:cNvSpPr>
          <p:nvPr>
            <p:ph type="title" idx="4294967295"/>
          </p:nvPr>
        </p:nvSpPr>
        <p:spPr bwMode="gray">
          <a:xfrm>
            <a:off x="3216002" y="238125"/>
            <a:ext cx="8496300" cy="617538"/>
          </a:xfrm>
        </p:spPr>
        <p:txBody>
          <a:bodyPr/>
          <a:lstStyle/>
          <a:p>
            <a:pPr eaLnBrk="1" hangingPunct="1"/>
            <a:r>
              <a:rPr kumimoji="0" lang="ru-RU" sz="3600" b="1" noProof="1">
                <a:solidFill>
                  <a:srgbClr val="003794"/>
                </a:solidFill>
                <a:latin typeface="Arial" pitchFamily="34" charset="0"/>
                <a:cs typeface="Arial" pitchFamily="34" charset="0"/>
              </a:rPr>
              <a:t>Сети и сетевые ОС </a:t>
            </a:r>
          </a:p>
        </p:txBody>
      </p:sp>
      <p:sp>
        <p:nvSpPr>
          <p:cNvPr id="14" name="Rechteck 36"/>
          <p:cNvSpPr>
            <a:spLocks noChangeArrowheads="1"/>
          </p:cNvSpPr>
          <p:nvPr/>
        </p:nvSpPr>
        <p:spPr bwMode="gray">
          <a:xfrm>
            <a:off x="3071664" y="908721"/>
            <a:ext cx="8784976" cy="559717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ct val="200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000" b="1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itchFamily="34" charset="0"/>
                <a:ea typeface="+mn-ea"/>
                <a:cs typeface="+mn-cs"/>
              </a:rPr>
              <a:t>Одношаговая маршрутизация</a:t>
            </a:r>
          </a:p>
        </p:txBody>
      </p:sp>
      <p:sp>
        <p:nvSpPr>
          <p:cNvPr id="9" name="Rectangle 3"/>
          <p:cNvSpPr>
            <a:spLocks noGrp="1" noRot="1" noChangeArrowheads="1"/>
          </p:cNvSpPr>
          <p:nvPr>
            <p:ph type="body" sz="half" idx="4294967295"/>
          </p:nvPr>
        </p:nvSpPr>
        <p:spPr>
          <a:xfrm>
            <a:off x="3261718" y="1844824"/>
            <a:ext cx="8410575" cy="1296144"/>
          </a:xfrm>
          <a:prstGeom prst="rect">
            <a:avLst/>
          </a:prstGeom>
        </p:spPr>
        <p:txBody>
          <a:bodyPr/>
          <a:lstStyle/>
          <a:p>
            <a:pPr marL="377100" indent="0" algn="ctr" eaLnBrk="1" hangingPunct="1">
              <a:buClr>
                <a:schemeClr val="tx1"/>
              </a:buClr>
              <a:buNone/>
              <a:defRPr/>
            </a:pPr>
            <a:r>
              <a:rPr lang="ru-RU" sz="2800" dirty="0">
                <a:latin typeface="Arial" panose="020B0604020202020204" pitchFamily="34" charset="0"/>
                <a:cs typeface="Arial" panose="020B0604020202020204" pitchFamily="34" charset="0"/>
              </a:rPr>
              <a:t>Динамическая маршрутизация</a:t>
            </a:r>
          </a:p>
          <a:p>
            <a:pPr marL="377100" indent="0" algn="ctr" eaLnBrk="1" hangingPunct="1">
              <a:buClr>
                <a:schemeClr val="tx1"/>
              </a:buClr>
              <a:buNone/>
              <a:defRPr/>
            </a:pP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Векторно-дистанционные</a:t>
            </a:r>
          </a:p>
        </p:txBody>
      </p:sp>
      <p:sp>
        <p:nvSpPr>
          <p:cNvPr id="31" name="Овал 27">
            <a:extLst>
              <a:ext uri="{FF2B5EF4-FFF2-40B4-BE49-F238E27FC236}">
                <a16:creationId xmlns:a16="http://schemas.microsoft.com/office/drawing/2014/main" id="{A11B0984-0157-4843-B3DB-A88B459DF94E}"/>
              </a:ext>
            </a:extLst>
          </p:cNvPr>
          <p:cNvSpPr/>
          <p:nvPr/>
        </p:nvSpPr>
        <p:spPr bwMode="gray">
          <a:xfrm>
            <a:off x="7536160" y="4328828"/>
            <a:ext cx="360040" cy="360040"/>
          </a:xfrm>
          <a:prstGeom prst="ellipse">
            <a:avLst/>
          </a:prstGeom>
          <a:solidFill>
            <a:schemeClr val="tx1"/>
          </a:solidFill>
          <a:ln w="12700">
            <a:solidFill>
              <a:srgbClr val="C0C0C0"/>
            </a:solidFill>
            <a:miter lim="800000"/>
            <a:headEnd/>
            <a:tailEnd/>
          </a:ln>
          <a:effectLst/>
        </p:spPr>
        <p:txBody>
          <a:bodyPr lIns="216000" tIns="36000" rIns="216000" bIns="36000" rtlCol="0"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3</a:t>
            </a: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32" name="Овал 28">
            <a:extLst>
              <a:ext uri="{FF2B5EF4-FFF2-40B4-BE49-F238E27FC236}">
                <a16:creationId xmlns:a16="http://schemas.microsoft.com/office/drawing/2014/main" id="{C35CF9B9-DCD4-4B8E-AB97-9657F998F5A4}"/>
              </a:ext>
            </a:extLst>
          </p:cNvPr>
          <p:cNvSpPr/>
          <p:nvPr/>
        </p:nvSpPr>
        <p:spPr bwMode="gray">
          <a:xfrm>
            <a:off x="8268805" y="5733256"/>
            <a:ext cx="360040" cy="360040"/>
          </a:xfrm>
          <a:prstGeom prst="ellipse">
            <a:avLst/>
          </a:prstGeom>
          <a:solidFill>
            <a:schemeClr val="tx1"/>
          </a:solidFill>
          <a:ln w="12700">
            <a:solidFill>
              <a:srgbClr val="C0C0C0"/>
            </a:solidFill>
            <a:miter lim="800000"/>
            <a:headEnd/>
            <a:tailEnd/>
          </a:ln>
          <a:effectLst/>
        </p:spPr>
        <p:txBody>
          <a:bodyPr lIns="216000" tIns="36000" rIns="216000" bIns="36000" rtlCol="0"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5</a:t>
            </a: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33" name="Овал 29">
            <a:extLst>
              <a:ext uri="{FF2B5EF4-FFF2-40B4-BE49-F238E27FC236}">
                <a16:creationId xmlns:a16="http://schemas.microsoft.com/office/drawing/2014/main" id="{C7F2DC65-35B8-4AB9-87A0-D0CCEB8EA01D}"/>
              </a:ext>
            </a:extLst>
          </p:cNvPr>
          <p:cNvSpPr/>
          <p:nvPr/>
        </p:nvSpPr>
        <p:spPr bwMode="gray">
          <a:xfrm>
            <a:off x="9361491" y="3772317"/>
            <a:ext cx="360040" cy="360040"/>
          </a:xfrm>
          <a:prstGeom prst="ellipse">
            <a:avLst/>
          </a:prstGeom>
          <a:solidFill>
            <a:schemeClr val="tx1"/>
          </a:solidFill>
          <a:ln w="12700">
            <a:solidFill>
              <a:srgbClr val="C0C0C0"/>
            </a:solidFill>
            <a:miter lim="800000"/>
            <a:headEnd/>
            <a:tailEnd/>
          </a:ln>
          <a:effectLst/>
        </p:spPr>
        <p:txBody>
          <a:bodyPr lIns="216000" tIns="36000" rIns="216000" bIns="36000" rtlCol="0"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6</a:t>
            </a: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cxnSp>
        <p:nvCxnSpPr>
          <p:cNvPr id="34" name="Прямая соединительная линия 20490">
            <a:extLst>
              <a:ext uri="{FF2B5EF4-FFF2-40B4-BE49-F238E27FC236}">
                <a16:creationId xmlns:a16="http://schemas.microsoft.com/office/drawing/2014/main" id="{E53C7A13-9818-4156-8488-0085ED8CB34D}"/>
              </a:ext>
            </a:extLst>
          </p:cNvPr>
          <p:cNvCxnSpPr>
            <a:stCxn id="31" idx="6"/>
            <a:endCxn id="33" idx="2"/>
          </p:cNvCxnSpPr>
          <p:nvPr/>
        </p:nvCxnSpPr>
        <p:spPr>
          <a:xfrm flipV="1">
            <a:off x="7896201" y="3952338"/>
            <a:ext cx="1465291" cy="556511"/>
          </a:xfrm>
          <a:prstGeom prst="line">
            <a:avLst/>
          </a:prstGeom>
          <a:ln w="12700">
            <a:solidFill>
              <a:schemeClr val="tx1"/>
            </a:solidFill>
            <a:headEnd type="none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Прямая соединительная линия 20497">
            <a:extLst>
              <a:ext uri="{FF2B5EF4-FFF2-40B4-BE49-F238E27FC236}">
                <a16:creationId xmlns:a16="http://schemas.microsoft.com/office/drawing/2014/main" id="{1E264A00-6884-4CEA-AD09-1265E7657077}"/>
              </a:ext>
            </a:extLst>
          </p:cNvPr>
          <p:cNvCxnSpPr>
            <a:cxnSpLocks/>
            <a:stCxn id="31" idx="5"/>
            <a:endCxn id="32" idx="1"/>
          </p:cNvCxnSpPr>
          <p:nvPr/>
        </p:nvCxnSpPr>
        <p:spPr>
          <a:xfrm>
            <a:off x="7843474" y="4636141"/>
            <a:ext cx="478059" cy="1149842"/>
          </a:xfrm>
          <a:prstGeom prst="line">
            <a:avLst/>
          </a:prstGeom>
          <a:ln w="12700">
            <a:solidFill>
              <a:schemeClr val="tx1"/>
            </a:solidFill>
            <a:headEnd type="none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384032" y="2962882"/>
          <a:ext cx="935358" cy="1341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17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17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178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8862"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8862"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8862"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8862">
                <a:tc>
                  <a:txBody>
                    <a:bodyPr/>
                    <a:lstStyle/>
                    <a:p>
                      <a:endParaRPr lang="en-US" sz="1600" b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37" name="Table 36"/>
          <p:cNvGraphicFramePr>
            <a:graphicFrameLocks noGrp="1"/>
          </p:cNvGraphicFramePr>
          <p:nvPr/>
        </p:nvGraphicFramePr>
        <p:xfrm>
          <a:off x="9841162" y="2708920"/>
          <a:ext cx="935358" cy="1341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17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17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178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8862"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8862"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8862"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8862">
                <a:tc>
                  <a:txBody>
                    <a:bodyPr/>
                    <a:lstStyle/>
                    <a:p>
                      <a:endParaRPr lang="en-US" sz="1600" b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38" name="Table 37"/>
          <p:cNvGraphicFramePr>
            <a:graphicFrameLocks noGrp="1"/>
          </p:cNvGraphicFramePr>
          <p:nvPr/>
        </p:nvGraphicFramePr>
        <p:xfrm>
          <a:off x="8760296" y="5040208"/>
          <a:ext cx="935358" cy="1341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17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17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178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8862"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8862"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8862"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8862">
                <a:tc>
                  <a:txBody>
                    <a:bodyPr/>
                    <a:lstStyle/>
                    <a:p>
                      <a:endParaRPr lang="en-US" sz="1600" b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9" name="Овал 23">
            <a:extLst>
              <a:ext uri="{FF2B5EF4-FFF2-40B4-BE49-F238E27FC236}">
                <a16:creationId xmlns:a16="http://schemas.microsoft.com/office/drawing/2014/main" id="{37424DB8-7A7D-416B-8EFC-3BD9CF0E343B}"/>
              </a:ext>
            </a:extLst>
          </p:cNvPr>
          <p:cNvSpPr/>
          <p:nvPr/>
        </p:nvSpPr>
        <p:spPr bwMode="gray">
          <a:xfrm>
            <a:off x="6240016" y="5805264"/>
            <a:ext cx="360040" cy="360040"/>
          </a:xfrm>
          <a:prstGeom prst="ellipse">
            <a:avLst/>
          </a:prstGeom>
          <a:solidFill>
            <a:schemeClr val="tx1"/>
          </a:solidFill>
          <a:ln w="12700">
            <a:solidFill>
              <a:srgbClr val="C0C0C0"/>
            </a:solidFill>
            <a:miter lim="800000"/>
            <a:headEnd/>
            <a:tailEnd/>
          </a:ln>
          <a:effectLst/>
        </p:spPr>
        <p:txBody>
          <a:bodyPr lIns="216000" tIns="36000" rIns="216000" bIns="36000" rtlCol="0"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7</a:t>
            </a:r>
          </a:p>
        </p:txBody>
      </p:sp>
      <p:cxnSp>
        <p:nvCxnSpPr>
          <p:cNvPr id="40" name="Прямая соединительная линия 32">
            <a:extLst>
              <a:ext uri="{FF2B5EF4-FFF2-40B4-BE49-F238E27FC236}">
                <a16:creationId xmlns:a16="http://schemas.microsoft.com/office/drawing/2014/main" id="{FF9F3B21-F568-4D56-8372-4C4579AC7FB1}"/>
              </a:ext>
            </a:extLst>
          </p:cNvPr>
          <p:cNvCxnSpPr>
            <a:cxnSpLocks/>
            <a:stCxn id="39" idx="7"/>
            <a:endCxn id="31" idx="3"/>
          </p:cNvCxnSpPr>
          <p:nvPr/>
        </p:nvCxnSpPr>
        <p:spPr>
          <a:xfrm flipV="1">
            <a:off x="6547329" y="4636141"/>
            <a:ext cx="1041558" cy="1221850"/>
          </a:xfrm>
          <a:prstGeom prst="line">
            <a:avLst/>
          </a:prstGeom>
          <a:ln w="12700">
            <a:solidFill>
              <a:schemeClr val="tx1"/>
            </a:solidFill>
            <a:headEnd type="none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>
            <a:stCxn id="39" idx="6"/>
            <a:endCxn id="32" idx="2"/>
          </p:cNvCxnSpPr>
          <p:nvPr/>
        </p:nvCxnSpPr>
        <p:spPr>
          <a:xfrm flipV="1">
            <a:off x="6600057" y="5913276"/>
            <a:ext cx="1668749" cy="72008"/>
          </a:xfrm>
          <a:prstGeom prst="line">
            <a:avLst/>
          </a:prstGeom>
          <a:ln w="12700">
            <a:solidFill>
              <a:schemeClr val="tx1"/>
            </a:solidFill>
            <a:headEnd type="none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44" name="Table 43"/>
          <p:cNvGraphicFramePr>
            <a:graphicFrameLocks noGrp="1"/>
          </p:cNvGraphicFramePr>
          <p:nvPr/>
        </p:nvGraphicFramePr>
        <p:xfrm>
          <a:off x="5016626" y="5013176"/>
          <a:ext cx="935358" cy="1341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17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17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178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8862"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8862"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8862"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8862">
                <a:tc>
                  <a:txBody>
                    <a:bodyPr/>
                    <a:lstStyle/>
                    <a:p>
                      <a:endParaRPr lang="en-US" sz="1600" b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719736" y="5040208"/>
          <a:ext cx="935358" cy="1341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17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17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178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8862"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8862"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8862"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8862">
                <a:tc>
                  <a:txBody>
                    <a:bodyPr/>
                    <a:lstStyle/>
                    <a:p>
                      <a:endParaRPr lang="en-US" sz="1600" b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3719736" y="4437112"/>
            <a:ext cx="8640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От 5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2248958"/>
      </p:ext>
    </p:extLst>
  </p:cSld>
  <p:clrMapOvr>
    <a:masterClrMapping/>
  </p:clrMapOvr>
  <p:transition spd="med"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hteck 39"/>
          <p:cNvSpPr>
            <a:spLocks noChangeArrowheads="1"/>
          </p:cNvSpPr>
          <p:nvPr/>
        </p:nvSpPr>
        <p:spPr bwMode="gray">
          <a:xfrm>
            <a:off x="3071664" y="1700809"/>
            <a:ext cx="8784976" cy="4896000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Tx/>
              <a:buFontTx/>
              <a:buNone/>
              <a:tabLst/>
              <a:defRPr/>
            </a:pP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0482" name="_h1"/>
          <p:cNvSpPr>
            <a:spLocks noGrp="1" noChangeArrowheads="1"/>
          </p:cNvSpPr>
          <p:nvPr>
            <p:ph type="title" idx="4294967295"/>
          </p:nvPr>
        </p:nvSpPr>
        <p:spPr bwMode="gray">
          <a:xfrm>
            <a:off x="3216002" y="238125"/>
            <a:ext cx="8496300" cy="617538"/>
          </a:xfrm>
        </p:spPr>
        <p:txBody>
          <a:bodyPr/>
          <a:lstStyle/>
          <a:p>
            <a:pPr eaLnBrk="1" hangingPunct="1"/>
            <a:r>
              <a:rPr kumimoji="0" lang="ru-RU" sz="3600" b="1" noProof="1">
                <a:solidFill>
                  <a:srgbClr val="003794"/>
                </a:solidFill>
                <a:latin typeface="Arial" pitchFamily="34" charset="0"/>
                <a:cs typeface="Arial" pitchFamily="34" charset="0"/>
              </a:rPr>
              <a:t>Сети и сетевые ОС </a:t>
            </a:r>
          </a:p>
        </p:txBody>
      </p:sp>
      <p:sp>
        <p:nvSpPr>
          <p:cNvPr id="14" name="Rechteck 36"/>
          <p:cNvSpPr>
            <a:spLocks noChangeArrowheads="1"/>
          </p:cNvSpPr>
          <p:nvPr/>
        </p:nvSpPr>
        <p:spPr bwMode="gray">
          <a:xfrm>
            <a:off x="3071664" y="908721"/>
            <a:ext cx="8784976" cy="559717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ct val="200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000" b="1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itchFamily="34" charset="0"/>
                <a:ea typeface="+mn-ea"/>
                <a:cs typeface="+mn-cs"/>
              </a:rPr>
              <a:t>Одношаговая маршрутизация</a:t>
            </a:r>
          </a:p>
        </p:txBody>
      </p:sp>
      <p:sp>
        <p:nvSpPr>
          <p:cNvPr id="9" name="Rectangle 3"/>
          <p:cNvSpPr>
            <a:spLocks noGrp="1" noRot="1" noChangeArrowheads="1"/>
          </p:cNvSpPr>
          <p:nvPr>
            <p:ph type="body" sz="half" idx="4294967295"/>
          </p:nvPr>
        </p:nvSpPr>
        <p:spPr>
          <a:xfrm>
            <a:off x="3261718" y="1844824"/>
            <a:ext cx="8410575" cy="1296144"/>
          </a:xfrm>
          <a:prstGeom prst="rect">
            <a:avLst/>
          </a:prstGeom>
        </p:spPr>
        <p:txBody>
          <a:bodyPr/>
          <a:lstStyle/>
          <a:p>
            <a:pPr marL="377100" indent="0" algn="ctr" eaLnBrk="1" hangingPunct="1">
              <a:buClr>
                <a:schemeClr val="tx1"/>
              </a:buClr>
              <a:buNone/>
              <a:defRPr/>
            </a:pPr>
            <a:r>
              <a:rPr lang="ru-RU" sz="2800" dirty="0">
                <a:latin typeface="Arial" panose="020B0604020202020204" pitchFamily="34" charset="0"/>
                <a:cs typeface="Arial" panose="020B0604020202020204" pitchFamily="34" charset="0"/>
              </a:rPr>
              <a:t>Динамическая маршрутизация</a:t>
            </a:r>
          </a:p>
          <a:p>
            <a:pPr marL="377100" indent="0" algn="ctr" eaLnBrk="1" hangingPunct="1">
              <a:buClr>
                <a:schemeClr val="tx1"/>
              </a:buClr>
              <a:buNone/>
              <a:defRPr/>
            </a:pP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Векторно-дистанционные</a:t>
            </a:r>
          </a:p>
        </p:txBody>
      </p:sp>
      <p:sp>
        <p:nvSpPr>
          <p:cNvPr id="31" name="Овал 27">
            <a:extLst>
              <a:ext uri="{FF2B5EF4-FFF2-40B4-BE49-F238E27FC236}">
                <a16:creationId xmlns:a16="http://schemas.microsoft.com/office/drawing/2014/main" id="{A11B0984-0157-4843-B3DB-A88B459DF94E}"/>
              </a:ext>
            </a:extLst>
          </p:cNvPr>
          <p:cNvSpPr/>
          <p:nvPr/>
        </p:nvSpPr>
        <p:spPr bwMode="gray">
          <a:xfrm>
            <a:off x="7536160" y="4328828"/>
            <a:ext cx="360040" cy="360040"/>
          </a:xfrm>
          <a:prstGeom prst="ellipse">
            <a:avLst/>
          </a:prstGeom>
          <a:solidFill>
            <a:schemeClr val="tx1"/>
          </a:solidFill>
          <a:ln w="12700">
            <a:solidFill>
              <a:srgbClr val="C0C0C0"/>
            </a:solidFill>
            <a:miter lim="800000"/>
            <a:headEnd/>
            <a:tailEnd/>
          </a:ln>
          <a:effectLst/>
        </p:spPr>
        <p:txBody>
          <a:bodyPr lIns="216000" tIns="36000" rIns="216000" bIns="36000" rtlCol="0"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3</a:t>
            </a: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32" name="Овал 28">
            <a:extLst>
              <a:ext uri="{FF2B5EF4-FFF2-40B4-BE49-F238E27FC236}">
                <a16:creationId xmlns:a16="http://schemas.microsoft.com/office/drawing/2014/main" id="{C35CF9B9-DCD4-4B8E-AB97-9657F998F5A4}"/>
              </a:ext>
            </a:extLst>
          </p:cNvPr>
          <p:cNvSpPr/>
          <p:nvPr/>
        </p:nvSpPr>
        <p:spPr bwMode="gray">
          <a:xfrm>
            <a:off x="8268805" y="5733256"/>
            <a:ext cx="360040" cy="360040"/>
          </a:xfrm>
          <a:prstGeom prst="ellipse">
            <a:avLst/>
          </a:prstGeom>
          <a:solidFill>
            <a:schemeClr val="tx1"/>
          </a:solidFill>
          <a:ln w="12700">
            <a:solidFill>
              <a:srgbClr val="C0C0C0"/>
            </a:solidFill>
            <a:miter lim="800000"/>
            <a:headEnd/>
            <a:tailEnd/>
          </a:ln>
          <a:effectLst/>
        </p:spPr>
        <p:txBody>
          <a:bodyPr lIns="216000" tIns="36000" rIns="216000" bIns="36000" rtlCol="0"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5</a:t>
            </a: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33" name="Овал 29">
            <a:extLst>
              <a:ext uri="{FF2B5EF4-FFF2-40B4-BE49-F238E27FC236}">
                <a16:creationId xmlns:a16="http://schemas.microsoft.com/office/drawing/2014/main" id="{C7F2DC65-35B8-4AB9-87A0-D0CCEB8EA01D}"/>
              </a:ext>
            </a:extLst>
          </p:cNvPr>
          <p:cNvSpPr/>
          <p:nvPr/>
        </p:nvSpPr>
        <p:spPr bwMode="gray">
          <a:xfrm>
            <a:off x="9361491" y="3772317"/>
            <a:ext cx="360040" cy="360040"/>
          </a:xfrm>
          <a:prstGeom prst="ellipse">
            <a:avLst/>
          </a:prstGeom>
          <a:solidFill>
            <a:schemeClr val="tx1"/>
          </a:solidFill>
          <a:ln w="12700">
            <a:solidFill>
              <a:srgbClr val="C0C0C0"/>
            </a:solidFill>
            <a:miter lim="800000"/>
            <a:headEnd/>
            <a:tailEnd/>
          </a:ln>
          <a:effectLst/>
        </p:spPr>
        <p:txBody>
          <a:bodyPr lIns="216000" tIns="36000" rIns="216000" bIns="36000" rtlCol="0"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6</a:t>
            </a: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cxnSp>
        <p:nvCxnSpPr>
          <p:cNvPr id="34" name="Прямая соединительная линия 20490">
            <a:extLst>
              <a:ext uri="{FF2B5EF4-FFF2-40B4-BE49-F238E27FC236}">
                <a16:creationId xmlns:a16="http://schemas.microsoft.com/office/drawing/2014/main" id="{E53C7A13-9818-4156-8488-0085ED8CB34D}"/>
              </a:ext>
            </a:extLst>
          </p:cNvPr>
          <p:cNvCxnSpPr>
            <a:stCxn id="31" idx="6"/>
            <a:endCxn id="33" idx="2"/>
          </p:cNvCxnSpPr>
          <p:nvPr/>
        </p:nvCxnSpPr>
        <p:spPr>
          <a:xfrm flipV="1">
            <a:off x="7896201" y="3952338"/>
            <a:ext cx="1465291" cy="556511"/>
          </a:xfrm>
          <a:prstGeom prst="line">
            <a:avLst/>
          </a:prstGeom>
          <a:ln w="12700">
            <a:solidFill>
              <a:schemeClr val="tx1"/>
            </a:solidFill>
            <a:headEnd type="none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Прямая соединительная линия 20497">
            <a:extLst>
              <a:ext uri="{FF2B5EF4-FFF2-40B4-BE49-F238E27FC236}">
                <a16:creationId xmlns:a16="http://schemas.microsoft.com/office/drawing/2014/main" id="{1E264A00-6884-4CEA-AD09-1265E7657077}"/>
              </a:ext>
            </a:extLst>
          </p:cNvPr>
          <p:cNvCxnSpPr>
            <a:cxnSpLocks/>
            <a:stCxn id="31" idx="5"/>
            <a:endCxn id="32" idx="1"/>
          </p:cNvCxnSpPr>
          <p:nvPr/>
        </p:nvCxnSpPr>
        <p:spPr>
          <a:xfrm>
            <a:off x="7843474" y="4636141"/>
            <a:ext cx="478059" cy="1149842"/>
          </a:xfrm>
          <a:prstGeom prst="line">
            <a:avLst/>
          </a:prstGeom>
          <a:ln w="12700">
            <a:solidFill>
              <a:schemeClr val="tx1"/>
            </a:solidFill>
            <a:headEnd type="none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384032" y="2962882"/>
          <a:ext cx="935358" cy="1341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17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17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178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8862"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8862"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8862"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8862">
                <a:tc>
                  <a:txBody>
                    <a:bodyPr/>
                    <a:lstStyle/>
                    <a:p>
                      <a:endParaRPr lang="en-US" sz="1600" b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37" name="Table 36"/>
          <p:cNvGraphicFramePr>
            <a:graphicFrameLocks noGrp="1"/>
          </p:cNvGraphicFramePr>
          <p:nvPr/>
        </p:nvGraphicFramePr>
        <p:xfrm>
          <a:off x="9841162" y="2708920"/>
          <a:ext cx="935358" cy="1341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17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17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178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8862"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8862"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8862"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8862">
                <a:tc>
                  <a:txBody>
                    <a:bodyPr/>
                    <a:lstStyle/>
                    <a:p>
                      <a:endParaRPr lang="en-US" sz="1600" b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38" name="Table 37"/>
          <p:cNvGraphicFramePr>
            <a:graphicFrameLocks noGrp="1"/>
          </p:cNvGraphicFramePr>
          <p:nvPr/>
        </p:nvGraphicFramePr>
        <p:xfrm>
          <a:off x="8760296" y="5040208"/>
          <a:ext cx="935358" cy="1341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17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17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178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8862"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8862"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8862"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8862">
                <a:tc>
                  <a:txBody>
                    <a:bodyPr/>
                    <a:lstStyle/>
                    <a:p>
                      <a:endParaRPr lang="en-US" sz="1600" b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9" name="Овал 23">
            <a:extLst>
              <a:ext uri="{FF2B5EF4-FFF2-40B4-BE49-F238E27FC236}">
                <a16:creationId xmlns:a16="http://schemas.microsoft.com/office/drawing/2014/main" id="{37424DB8-7A7D-416B-8EFC-3BD9CF0E343B}"/>
              </a:ext>
            </a:extLst>
          </p:cNvPr>
          <p:cNvSpPr/>
          <p:nvPr/>
        </p:nvSpPr>
        <p:spPr bwMode="gray">
          <a:xfrm>
            <a:off x="6240016" y="5805264"/>
            <a:ext cx="360040" cy="360040"/>
          </a:xfrm>
          <a:prstGeom prst="ellipse">
            <a:avLst/>
          </a:prstGeom>
          <a:solidFill>
            <a:schemeClr val="tx1"/>
          </a:solidFill>
          <a:ln w="12700">
            <a:solidFill>
              <a:srgbClr val="C0C0C0"/>
            </a:solidFill>
            <a:miter lim="800000"/>
            <a:headEnd/>
            <a:tailEnd/>
          </a:ln>
          <a:effectLst/>
        </p:spPr>
        <p:txBody>
          <a:bodyPr lIns="216000" tIns="36000" rIns="216000" bIns="36000" rtlCol="0"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7</a:t>
            </a:r>
          </a:p>
        </p:txBody>
      </p:sp>
      <p:cxnSp>
        <p:nvCxnSpPr>
          <p:cNvPr id="40" name="Прямая соединительная линия 32">
            <a:extLst>
              <a:ext uri="{FF2B5EF4-FFF2-40B4-BE49-F238E27FC236}">
                <a16:creationId xmlns:a16="http://schemas.microsoft.com/office/drawing/2014/main" id="{FF9F3B21-F568-4D56-8372-4C4579AC7FB1}"/>
              </a:ext>
            </a:extLst>
          </p:cNvPr>
          <p:cNvCxnSpPr>
            <a:cxnSpLocks/>
            <a:stCxn id="39" idx="7"/>
            <a:endCxn id="31" idx="3"/>
          </p:cNvCxnSpPr>
          <p:nvPr/>
        </p:nvCxnSpPr>
        <p:spPr>
          <a:xfrm flipV="1">
            <a:off x="6547329" y="4636141"/>
            <a:ext cx="1041558" cy="1221850"/>
          </a:xfrm>
          <a:prstGeom prst="line">
            <a:avLst/>
          </a:prstGeom>
          <a:ln w="12700">
            <a:solidFill>
              <a:schemeClr val="tx1"/>
            </a:solidFill>
            <a:headEnd type="none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>
            <a:stCxn id="39" idx="6"/>
            <a:endCxn id="32" idx="2"/>
          </p:cNvCxnSpPr>
          <p:nvPr/>
        </p:nvCxnSpPr>
        <p:spPr>
          <a:xfrm flipV="1">
            <a:off x="6600057" y="5913276"/>
            <a:ext cx="1668749" cy="72008"/>
          </a:xfrm>
          <a:prstGeom prst="line">
            <a:avLst/>
          </a:prstGeom>
          <a:ln w="12700">
            <a:solidFill>
              <a:schemeClr val="tx1"/>
            </a:solidFill>
            <a:headEnd type="none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44" name="Table 43"/>
          <p:cNvGraphicFramePr>
            <a:graphicFrameLocks noGrp="1"/>
          </p:cNvGraphicFramePr>
          <p:nvPr/>
        </p:nvGraphicFramePr>
        <p:xfrm>
          <a:off x="5016626" y="5013176"/>
          <a:ext cx="935358" cy="1341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17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17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178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8862"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8862"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8862"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8862"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719736" y="5040208"/>
          <a:ext cx="935358" cy="1341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17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17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178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8862"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8862"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8862"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8862">
                <a:tc>
                  <a:txBody>
                    <a:bodyPr/>
                    <a:lstStyle/>
                    <a:p>
                      <a:endParaRPr lang="en-US" sz="1600" b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3719736" y="4437112"/>
            <a:ext cx="8640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От 5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40474883"/>
      </p:ext>
    </p:extLst>
  </p:cSld>
  <p:clrMapOvr>
    <a:masterClrMapping/>
  </p:clrMapOvr>
  <p:transition spd="med"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hteck 39"/>
          <p:cNvSpPr>
            <a:spLocks noChangeArrowheads="1"/>
          </p:cNvSpPr>
          <p:nvPr/>
        </p:nvSpPr>
        <p:spPr bwMode="gray">
          <a:xfrm>
            <a:off x="3071664" y="1700809"/>
            <a:ext cx="8784976" cy="4896000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Tx/>
              <a:buFontTx/>
              <a:buNone/>
              <a:tabLst/>
              <a:defRPr/>
            </a:pP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0482" name="_h1"/>
          <p:cNvSpPr>
            <a:spLocks noGrp="1" noChangeArrowheads="1"/>
          </p:cNvSpPr>
          <p:nvPr>
            <p:ph type="title" idx="4294967295"/>
          </p:nvPr>
        </p:nvSpPr>
        <p:spPr bwMode="gray">
          <a:xfrm>
            <a:off x="3216002" y="238125"/>
            <a:ext cx="8496300" cy="617538"/>
          </a:xfrm>
        </p:spPr>
        <p:txBody>
          <a:bodyPr/>
          <a:lstStyle/>
          <a:p>
            <a:pPr eaLnBrk="1" hangingPunct="1"/>
            <a:r>
              <a:rPr kumimoji="0" lang="ru-RU" sz="3600" b="1" noProof="1">
                <a:solidFill>
                  <a:srgbClr val="003794"/>
                </a:solidFill>
                <a:latin typeface="Arial" pitchFamily="34" charset="0"/>
                <a:cs typeface="Arial" pitchFamily="34" charset="0"/>
              </a:rPr>
              <a:t>Сети и сетевые ОС </a:t>
            </a:r>
          </a:p>
        </p:txBody>
      </p:sp>
      <p:sp>
        <p:nvSpPr>
          <p:cNvPr id="14" name="Rechteck 36"/>
          <p:cNvSpPr>
            <a:spLocks noChangeArrowheads="1"/>
          </p:cNvSpPr>
          <p:nvPr/>
        </p:nvSpPr>
        <p:spPr bwMode="gray">
          <a:xfrm>
            <a:off x="3071664" y="908721"/>
            <a:ext cx="8784976" cy="559717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ct val="200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000" b="1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itchFamily="34" charset="0"/>
                <a:ea typeface="+mn-ea"/>
                <a:cs typeface="+mn-cs"/>
              </a:rPr>
              <a:t>Одношаговая маршрутизация</a:t>
            </a:r>
          </a:p>
        </p:txBody>
      </p:sp>
      <p:sp>
        <p:nvSpPr>
          <p:cNvPr id="9" name="Rectangle 3"/>
          <p:cNvSpPr>
            <a:spLocks noGrp="1" noRot="1" noChangeArrowheads="1"/>
          </p:cNvSpPr>
          <p:nvPr>
            <p:ph type="body" sz="half" idx="4294967295"/>
          </p:nvPr>
        </p:nvSpPr>
        <p:spPr>
          <a:xfrm>
            <a:off x="3261718" y="1844824"/>
            <a:ext cx="8410575" cy="1296144"/>
          </a:xfrm>
          <a:prstGeom prst="rect">
            <a:avLst/>
          </a:prstGeom>
        </p:spPr>
        <p:txBody>
          <a:bodyPr/>
          <a:lstStyle/>
          <a:p>
            <a:pPr marL="377100" indent="0" algn="ctr" eaLnBrk="1" hangingPunct="1">
              <a:buClr>
                <a:schemeClr val="tx1"/>
              </a:buClr>
              <a:buNone/>
              <a:defRPr/>
            </a:pPr>
            <a:r>
              <a:rPr lang="ru-RU" sz="2800" dirty="0">
                <a:latin typeface="Arial" panose="020B0604020202020204" pitchFamily="34" charset="0"/>
                <a:cs typeface="Arial" panose="020B0604020202020204" pitchFamily="34" charset="0"/>
              </a:rPr>
              <a:t>Динамическая маршрутизация</a:t>
            </a:r>
          </a:p>
          <a:p>
            <a:pPr marL="377100" indent="0" algn="ctr" eaLnBrk="1" hangingPunct="1">
              <a:buClr>
                <a:schemeClr val="tx1"/>
              </a:buClr>
              <a:buNone/>
              <a:defRPr/>
            </a:pP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Векторно-дистанционные</a:t>
            </a:r>
          </a:p>
        </p:txBody>
      </p:sp>
      <p:sp>
        <p:nvSpPr>
          <p:cNvPr id="31" name="Овал 27">
            <a:extLst>
              <a:ext uri="{FF2B5EF4-FFF2-40B4-BE49-F238E27FC236}">
                <a16:creationId xmlns:a16="http://schemas.microsoft.com/office/drawing/2014/main" id="{A11B0984-0157-4843-B3DB-A88B459DF94E}"/>
              </a:ext>
            </a:extLst>
          </p:cNvPr>
          <p:cNvSpPr/>
          <p:nvPr/>
        </p:nvSpPr>
        <p:spPr bwMode="gray">
          <a:xfrm>
            <a:off x="7536160" y="4328828"/>
            <a:ext cx="360040" cy="360040"/>
          </a:xfrm>
          <a:prstGeom prst="ellipse">
            <a:avLst/>
          </a:prstGeom>
          <a:solidFill>
            <a:schemeClr val="tx1"/>
          </a:solidFill>
          <a:ln w="12700">
            <a:solidFill>
              <a:srgbClr val="C0C0C0"/>
            </a:solidFill>
            <a:miter lim="800000"/>
            <a:headEnd/>
            <a:tailEnd/>
          </a:ln>
          <a:effectLst/>
        </p:spPr>
        <p:txBody>
          <a:bodyPr lIns="216000" tIns="36000" rIns="216000" bIns="36000" rtlCol="0"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3</a:t>
            </a: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32" name="Овал 28">
            <a:extLst>
              <a:ext uri="{FF2B5EF4-FFF2-40B4-BE49-F238E27FC236}">
                <a16:creationId xmlns:a16="http://schemas.microsoft.com/office/drawing/2014/main" id="{C35CF9B9-DCD4-4B8E-AB97-9657F998F5A4}"/>
              </a:ext>
            </a:extLst>
          </p:cNvPr>
          <p:cNvSpPr/>
          <p:nvPr/>
        </p:nvSpPr>
        <p:spPr bwMode="gray">
          <a:xfrm>
            <a:off x="8268805" y="5733256"/>
            <a:ext cx="360040" cy="360040"/>
          </a:xfrm>
          <a:prstGeom prst="ellipse">
            <a:avLst/>
          </a:prstGeom>
          <a:solidFill>
            <a:schemeClr val="tx1"/>
          </a:solidFill>
          <a:ln w="12700">
            <a:solidFill>
              <a:srgbClr val="C0C0C0"/>
            </a:solidFill>
            <a:miter lim="800000"/>
            <a:headEnd/>
            <a:tailEnd/>
          </a:ln>
          <a:effectLst/>
        </p:spPr>
        <p:txBody>
          <a:bodyPr lIns="216000" tIns="36000" rIns="216000" bIns="36000" rtlCol="0"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5</a:t>
            </a: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33" name="Овал 29">
            <a:extLst>
              <a:ext uri="{FF2B5EF4-FFF2-40B4-BE49-F238E27FC236}">
                <a16:creationId xmlns:a16="http://schemas.microsoft.com/office/drawing/2014/main" id="{C7F2DC65-35B8-4AB9-87A0-D0CCEB8EA01D}"/>
              </a:ext>
            </a:extLst>
          </p:cNvPr>
          <p:cNvSpPr/>
          <p:nvPr/>
        </p:nvSpPr>
        <p:spPr bwMode="gray">
          <a:xfrm>
            <a:off x="9361491" y="3772317"/>
            <a:ext cx="360040" cy="360040"/>
          </a:xfrm>
          <a:prstGeom prst="ellipse">
            <a:avLst/>
          </a:prstGeom>
          <a:solidFill>
            <a:schemeClr val="tx1"/>
          </a:solidFill>
          <a:ln w="12700">
            <a:solidFill>
              <a:srgbClr val="C0C0C0"/>
            </a:solidFill>
            <a:miter lim="800000"/>
            <a:headEnd/>
            <a:tailEnd/>
          </a:ln>
          <a:effectLst/>
        </p:spPr>
        <p:txBody>
          <a:bodyPr lIns="216000" tIns="36000" rIns="216000" bIns="36000" rtlCol="0"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6</a:t>
            </a: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cxnSp>
        <p:nvCxnSpPr>
          <p:cNvPr id="34" name="Прямая соединительная линия 20490">
            <a:extLst>
              <a:ext uri="{FF2B5EF4-FFF2-40B4-BE49-F238E27FC236}">
                <a16:creationId xmlns:a16="http://schemas.microsoft.com/office/drawing/2014/main" id="{E53C7A13-9818-4156-8488-0085ED8CB34D}"/>
              </a:ext>
            </a:extLst>
          </p:cNvPr>
          <p:cNvCxnSpPr>
            <a:stCxn id="31" idx="6"/>
            <a:endCxn id="33" idx="2"/>
          </p:cNvCxnSpPr>
          <p:nvPr/>
        </p:nvCxnSpPr>
        <p:spPr>
          <a:xfrm flipV="1">
            <a:off x="7896201" y="3952338"/>
            <a:ext cx="1465291" cy="556511"/>
          </a:xfrm>
          <a:prstGeom prst="line">
            <a:avLst/>
          </a:prstGeom>
          <a:ln w="12700">
            <a:solidFill>
              <a:schemeClr val="tx1"/>
            </a:solidFill>
            <a:headEnd type="none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Прямая соединительная линия 20497">
            <a:extLst>
              <a:ext uri="{FF2B5EF4-FFF2-40B4-BE49-F238E27FC236}">
                <a16:creationId xmlns:a16="http://schemas.microsoft.com/office/drawing/2014/main" id="{1E264A00-6884-4CEA-AD09-1265E7657077}"/>
              </a:ext>
            </a:extLst>
          </p:cNvPr>
          <p:cNvCxnSpPr>
            <a:cxnSpLocks/>
            <a:stCxn id="31" idx="5"/>
            <a:endCxn id="32" idx="1"/>
          </p:cNvCxnSpPr>
          <p:nvPr/>
        </p:nvCxnSpPr>
        <p:spPr>
          <a:xfrm>
            <a:off x="7843474" y="4636141"/>
            <a:ext cx="478059" cy="1149842"/>
          </a:xfrm>
          <a:prstGeom prst="line">
            <a:avLst/>
          </a:prstGeom>
          <a:ln w="12700">
            <a:solidFill>
              <a:schemeClr val="tx1"/>
            </a:solidFill>
            <a:headEnd type="none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384032" y="2962882"/>
          <a:ext cx="935358" cy="1341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17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17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178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8862"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8862"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8862"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8862">
                <a:tc>
                  <a:txBody>
                    <a:bodyPr/>
                    <a:lstStyle/>
                    <a:p>
                      <a:endParaRPr lang="en-US" sz="1600" b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37" name="Table 36"/>
          <p:cNvGraphicFramePr>
            <a:graphicFrameLocks noGrp="1"/>
          </p:cNvGraphicFramePr>
          <p:nvPr/>
        </p:nvGraphicFramePr>
        <p:xfrm>
          <a:off x="9841162" y="2708920"/>
          <a:ext cx="935358" cy="1341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17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17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178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8862"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8862"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8862"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8862">
                <a:tc>
                  <a:txBody>
                    <a:bodyPr/>
                    <a:lstStyle/>
                    <a:p>
                      <a:endParaRPr lang="en-US" sz="1600" b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38" name="Table 37"/>
          <p:cNvGraphicFramePr>
            <a:graphicFrameLocks noGrp="1"/>
          </p:cNvGraphicFramePr>
          <p:nvPr/>
        </p:nvGraphicFramePr>
        <p:xfrm>
          <a:off x="8760296" y="5040208"/>
          <a:ext cx="935358" cy="1341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17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17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178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8862"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8862"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8862"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8862">
                <a:tc>
                  <a:txBody>
                    <a:bodyPr/>
                    <a:lstStyle/>
                    <a:p>
                      <a:endParaRPr lang="en-US" sz="1600" b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9" name="Овал 23">
            <a:extLst>
              <a:ext uri="{FF2B5EF4-FFF2-40B4-BE49-F238E27FC236}">
                <a16:creationId xmlns:a16="http://schemas.microsoft.com/office/drawing/2014/main" id="{37424DB8-7A7D-416B-8EFC-3BD9CF0E343B}"/>
              </a:ext>
            </a:extLst>
          </p:cNvPr>
          <p:cNvSpPr/>
          <p:nvPr/>
        </p:nvSpPr>
        <p:spPr bwMode="gray">
          <a:xfrm>
            <a:off x="6240016" y="5805264"/>
            <a:ext cx="360040" cy="360040"/>
          </a:xfrm>
          <a:prstGeom prst="ellipse">
            <a:avLst/>
          </a:prstGeom>
          <a:solidFill>
            <a:schemeClr val="tx1"/>
          </a:solidFill>
          <a:ln w="12700">
            <a:solidFill>
              <a:srgbClr val="C0C0C0"/>
            </a:solidFill>
            <a:miter lim="800000"/>
            <a:headEnd/>
            <a:tailEnd/>
          </a:ln>
          <a:effectLst/>
        </p:spPr>
        <p:txBody>
          <a:bodyPr lIns="216000" tIns="36000" rIns="216000" bIns="36000" rtlCol="0"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7</a:t>
            </a:r>
          </a:p>
        </p:txBody>
      </p:sp>
      <p:cxnSp>
        <p:nvCxnSpPr>
          <p:cNvPr id="40" name="Прямая соединительная линия 32">
            <a:extLst>
              <a:ext uri="{FF2B5EF4-FFF2-40B4-BE49-F238E27FC236}">
                <a16:creationId xmlns:a16="http://schemas.microsoft.com/office/drawing/2014/main" id="{FF9F3B21-F568-4D56-8372-4C4579AC7FB1}"/>
              </a:ext>
            </a:extLst>
          </p:cNvPr>
          <p:cNvCxnSpPr>
            <a:cxnSpLocks/>
            <a:stCxn id="39" idx="7"/>
            <a:endCxn id="31" idx="3"/>
          </p:cNvCxnSpPr>
          <p:nvPr/>
        </p:nvCxnSpPr>
        <p:spPr>
          <a:xfrm flipV="1">
            <a:off x="6547329" y="4636141"/>
            <a:ext cx="1041558" cy="1221850"/>
          </a:xfrm>
          <a:prstGeom prst="line">
            <a:avLst/>
          </a:prstGeom>
          <a:ln w="12700">
            <a:solidFill>
              <a:schemeClr val="tx1"/>
            </a:solidFill>
            <a:headEnd type="none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>
            <a:stCxn id="39" idx="6"/>
            <a:endCxn id="32" idx="2"/>
          </p:cNvCxnSpPr>
          <p:nvPr/>
        </p:nvCxnSpPr>
        <p:spPr>
          <a:xfrm flipV="1">
            <a:off x="6600057" y="5913276"/>
            <a:ext cx="1668749" cy="72008"/>
          </a:xfrm>
          <a:prstGeom prst="line">
            <a:avLst/>
          </a:prstGeom>
          <a:ln w="12700">
            <a:solidFill>
              <a:schemeClr val="tx1"/>
            </a:solidFill>
            <a:headEnd type="none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44" name="Table 43"/>
          <p:cNvGraphicFramePr>
            <a:graphicFrameLocks noGrp="1"/>
          </p:cNvGraphicFramePr>
          <p:nvPr/>
        </p:nvGraphicFramePr>
        <p:xfrm>
          <a:off x="5016626" y="5013176"/>
          <a:ext cx="935358" cy="1341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17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17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178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8862"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8862"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8862"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8862"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3719736" y="4437112"/>
            <a:ext cx="8640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От 3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3647728" y="5013176"/>
          <a:ext cx="935358" cy="1341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17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17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178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8862"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8862"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8862"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8862">
                <a:tc>
                  <a:txBody>
                    <a:bodyPr/>
                    <a:lstStyle/>
                    <a:p>
                      <a:endParaRPr lang="en-US" sz="1600" b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71787724"/>
      </p:ext>
    </p:extLst>
  </p:cSld>
  <p:clrMapOvr>
    <a:masterClrMapping/>
  </p:clrMapOvr>
  <p:transition spd="med"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hteck 39"/>
          <p:cNvSpPr>
            <a:spLocks noChangeArrowheads="1"/>
          </p:cNvSpPr>
          <p:nvPr/>
        </p:nvSpPr>
        <p:spPr bwMode="gray">
          <a:xfrm>
            <a:off x="3071664" y="1700809"/>
            <a:ext cx="8784976" cy="4896000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Tx/>
              <a:buFontTx/>
              <a:buNone/>
              <a:tabLst/>
              <a:defRPr/>
            </a:pP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0482" name="_h1"/>
          <p:cNvSpPr>
            <a:spLocks noGrp="1" noChangeArrowheads="1"/>
          </p:cNvSpPr>
          <p:nvPr>
            <p:ph type="title" idx="4294967295"/>
          </p:nvPr>
        </p:nvSpPr>
        <p:spPr bwMode="gray">
          <a:xfrm>
            <a:off x="3216002" y="238125"/>
            <a:ext cx="8496300" cy="617538"/>
          </a:xfrm>
        </p:spPr>
        <p:txBody>
          <a:bodyPr/>
          <a:lstStyle/>
          <a:p>
            <a:pPr eaLnBrk="1" hangingPunct="1"/>
            <a:r>
              <a:rPr kumimoji="0" lang="ru-RU" sz="3600" b="1" noProof="1">
                <a:solidFill>
                  <a:srgbClr val="003794"/>
                </a:solidFill>
                <a:latin typeface="Arial" pitchFamily="34" charset="0"/>
                <a:cs typeface="Arial" pitchFamily="34" charset="0"/>
              </a:rPr>
              <a:t>Сети и сетевые ОС </a:t>
            </a:r>
          </a:p>
        </p:txBody>
      </p:sp>
      <p:sp>
        <p:nvSpPr>
          <p:cNvPr id="14" name="Rechteck 36"/>
          <p:cNvSpPr>
            <a:spLocks noChangeArrowheads="1"/>
          </p:cNvSpPr>
          <p:nvPr/>
        </p:nvSpPr>
        <p:spPr bwMode="gray">
          <a:xfrm>
            <a:off x="3071664" y="908721"/>
            <a:ext cx="8784976" cy="559717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ct val="200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000" b="1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itchFamily="34" charset="0"/>
                <a:ea typeface="+mn-ea"/>
                <a:cs typeface="+mn-cs"/>
              </a:rPr>
              <a:t>Одношаговая маршрутизация</a:t>
            </a:r>
          </a:p>
        </p:txBody>
      </p:sp>
      <p:sp>
        <p:nvSpPr>
          <p:cNvPr id="9" name="Rectangle 3"/>
          <p:cNvSpPr>
            <a:spLocks noGrp="1" noRot="1" noChangeArrowheads="1"/>
          </p:cNvSpPr>
          <p:nvPr>
            <p:ph type="body" sz="half" idx="4294967295"/>
          </p:nvPr>
        </p:nvSpPr>
        <p:spPr>
          <a:xfrm>
            <a:off x="3261718" y="1844824"/>
            <a:ext cx="8410575" cy="1296144"/>
          </a:xfrm>
          <a:prstGeom prst="rect">
            <a:avLst/>
          </a:prstGeom>
        </p:spPr>
        <p:txBody>
          <a:bodyPr/>
          <a:lstStyle/>
          <a:p>
            <a:pPr marL="377100" indent="0" algn="ctr" eaLnBrk="1" hangingPunct="1">
              <a:buClr>
                <a:schemeClr val="tx1"/>
              </a:buClr>
              <a:buNone/>
              <a:defRPr/>
            </a:pPr>
            <a:r>
              <a:rPr lang="ru-RU" sz="2800" dirty="0">
                <a:latin typeface="Arial" panose="020B0604020202020204" pitchFamily="34" charset="0"/>
                <a:cs typeface="Arial" panose="020B0604020202020204" pitchFamily="34" charset="0"/>
              </a:rPr>
              <a:t>Динамическая маршрутизация</a:t>
            </a:r>
          </a:p>
          <a:p>
            <a:pPr marL="377100" indent="0" algn="ctr" eaLnBrk="1" hangingPunct="1">
              <a:buClr>
                <a:schemeClr val="tx1"/>
              </a:buClr>
              <a:buNone/>
              <a:defRPr/>
            </a:pP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Векторно-дистанционные</a:t>
            </a:r>
          </a:p>
        </p:txBody>
      </p:sp>
      <p:sp>
        <p:nvSpPr>
          <p:cNvPr id="31" name="Овал 27">
            <a:extLst>
              <a:ext uri="{FF2B5EF4-FFF2-40B4-BE49-F238E27FC236}">
                <a16:creationId xmlns:a16="http://schemas.microsoft.com/office/drawing/2014/main" id="{A11B0984-0157-4843-B3DB-A88B459DF94E}"/>
              </a:ext>
            </a:extLst>
          </p:cNvPr>
          <p:cNvSpPr/>
          <p:nvPr/>
        </p:nvSpPr>
        <p:spPr bwMode="gray">
          <a:xfrm>
            <a:off x="7536160" y="4328828"/>
            <a:ext cx="360040" cy="360040"/>
          </a:xfrm>
          <a:prstGeom prst="ellipse">
            <a:avLst/>
          </a:prstGeom>
          <a:solidFill>
            <a:schemeClr val="tx1"/>
          </a:solidFill>
          <a:ln w="12700">
            <a:solidFill>
              <a:srgbClr val="C0C0C0"/>
            </a:solidFill>
            <a:miter lim="800000"/>
            <a:headEnd/>
            <a:tailEnd/>
          </a:ln>
          <a:effectLst/>
        </p:spPr>
        <p:txBody>
          <a:bodyPr lIns="216000" tIns="36000" rIns="216000" bIns="36000" rtlCol="0"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3</a:t>
            </a: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32" name="Овал 28">
            <a:extLst>
              <a:ext uri="{FF2B5EF4-FFF2-40B4-BE49-F238E27FC236}">
                <a16:creationId xmlns:a16="http://schemas.microsoft.com/office/drawing/2014/main" id="{C35CF9B9-DCD4-4B8E-AB97-9657F998F5A4}"/>
              </a:ext>
            </a:extLst>
          </p:cNvPr>
          <p:cNvSpPr/>
          <p:nvPr/>
        </p:nvSpPr>
        <p:spPr bwMode="gray">
          <a:xfrm>
            <a:off x="8268805" y="5733256"/>
            <a:ext cx="360040" cy="360040"/>
          </a:xfrm>
          <a:prstGeom prst="ellipse">
            <a:avLst/>
          </a:prstGeom>
          <a:solidFill>
            <a:schemeClr val="tx1"/>
          </a:solidFill>
          <a:ln w="12700">
            <a:solidFill>
              <a:srgbClr val="C0C0C0"/>
            </a:solidFill>
            <a:miter lim="800000"/>
            <a:headEnd/>
            <a:tailEnd/>
          </a:ln>
          <a:effectLst/>
        </p:spPr>
        <p:txBody>
          <a:bodyPr lIns="216000" tIns="36000" rIns="216000" bIns="36000" rtlCol="0"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5</a:t>
            </a: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33" name="Овал 29">
            <a:extLst>
              <a:ext uri="{FF2B5EF4-FFF2-40B4-BE49-F238E27FC236}">
                <a16:creationId xmlns:a16="http://schemas.microsoft.com/office/drawing/2014/main" id="{C7F2DC65-35B8-4AB9-87A0-D0CCEB8EA01D}"/>
              </a:ext>
            </a:extLst>
          </p:cNvPr>
          <p:cNvSpPr/>
          <p:nvPr/>
        </p:nvSpPr>
        <p:spPr bwMode="gray">
          <a:xfrm>
            <a:off x="9361491" y="3772317"/>
            <a:ext cx="360040" cy="360040"/>
          </a:xfrm>
          <a:prstGeom prst="ellipse">
            <a:avLst/>
          </a:prstGeom>
          <a:solidFill>
            <a:schemeClr val="tx1"/>
          </a:solidFill>
          <a:ln w="12700">
            <a:solidFill>
              <a:srgbClr val="C0C0C0"/>
            </a:solidFill>
            <a:miter lim="800000"/>
            <a:headEnd/>
            <a:tailEnd/>
          </a:ln>
          <a:effectLst/>
        </p:spPr>
        <p:txBody>
          <a:bodyPr lIns="216000" tIns="36000" rIns="216000" bIns="36000" rtlCol="0"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6</a:t>
            </a: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cxnSp>
        <p:nvCxnSpPr>
          <p:cNvPr id="34" name="Прямая соединительная линия 20490">
            <a:extLst>
              <a:ext uri="{FF2B5EF4-FFF2-40B4-BE49-F238E27FC236}">
                <a16:creationId xmlns:a16="http://schemas.microsoft.com/office/drawing/2014/main" id="{E53C7A13-9818-4156-8488-0085ED8CB34D}"/>
              </a:ext>
            </a:extLst>
          </p:cNvPr>
          <p:cNvCxnSpPr>
            <a:stCxn id="31" idx="6"/>
            <a:endCxn id="33" idx="2"/>
          </p:cNvCxnSpPr>
          <p:nvPr/>
        </p:nvCxnSpPr>
        <p:spPr>
          <a:xfrm flipV="1">
            <a:off x="7896201" y="3952338"/>
            <a:ext cx="1465291" cy="556511"/>
          </a:xfrm>
          <a:prstGeom prst="line">
            <a:avLst/>
          </a:prstGeom>
          <a:ln w="12700">
            <a:solidFill>
              <a:schemeClr val="tx1"/>
            </a:solidFill>
            <a:headEnd type="none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Прямая соединительная линия 20497">
            <a:extLst>
              <a:ext uri="{FF2B5EF4-FFF2-40B4-BE49-F238E27FC236}">
                <a16:creationId xmlns:a16="http://schemas.microsoft.com/office/drawing/2014/main" id="{1E264A00-6884-4CEA-AD09-1265E7657077}"/>
              </a:ext>
            </a:extLst>
          </p:cNvPr>
          <p:cNvCxnSpPr>
            <a:cxnSpLocks/>
            <a:stCxn id="31" idx="5"/>
            <a:endCxn id="32" idx="1"/>
          </p:cNvCxnSpPr>
          <p:nvPr/>
        </p:nvCxnSpPr>
        <p:spPr>
          <a:xfrm>
            <a:off x="7843474" y="4636141"/>
            <a:ext cx="478059" cy="1149842"/>
          </a:xfrm>
          <a:prstGeom prst="line">
            <a:avLst/>
          </a:prstGeom>
          <a:ln w="12700">
            <a:solidFill>
              <a:schemeClr val="tx1"/>
            </a:solidFill>
            <a:headEnd type="none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384032" y="2962882"/>
          <a:ext cx="935358" cy="1341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17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17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178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8862"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8862"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8862"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8862">
                <a:tc>
                  <a:txBody>
                    <a:bodyPr/>
                    <a:lstStyle/>
                    <a:p>
                      <a:endParaRPr lang="en-US" sz="1600" b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37" name="Table 36"/>
          <p:cNvGraphicFramePr>
            <a:graphicFrameLocks noGrp="1"/>
          </p:cNvGraphicFramePr>
          <p:nvPr/>
        </p:nvGraphicFramePr>
        <p:xfrm>
          <a:off x="9841162" y="2708920"/>
          <a:ext cx="935358" cy="1341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17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17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178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8862"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8862"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8862"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8862">
                <a:tc>
                  <a:txBody>
                    <a:bodyPr/>
                    <a:lstStyle/>
                    <a:p>
                      <a:endParaRPr lang="en-US" sz="1600" b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38" name="Table 37"/>
          <p:cNvGraphicFramePr>
            <a:graphicFrameLocks noGrp="1"/>
          </p:cNvGraphicFramePr>
          <p:nvPr/>
        </p:nvGraphicFramePr>
        <p:xfrm>
          <a:off x="8760296" y="5040208"/>
          <a:ext cx="935358" cy="1341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17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17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178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8862"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8862"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8862"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8862">
                <a:tc>
                  <a:txBody>
                    <a:bodyPr/>
                    <a:lstStyle/>
                    <a:p>
                      <a:endParaRPr lang="en-US" sz="1600" b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9" name="Овал 23">
            <a:extLst>
              <a:ext uri="{FF2B5EF4-FFF2-40B4-BE49-F238E27FC236}">
                <a16:creationId xmlns:a16="http://schemas.microsoft.com/office/drawing/2014/main" id="{37424DB8-7A7D-416B-8EFC-3BD9CF0E343B}"/>
              </a:ext>
            </a:extLst>
          </p:cNvPr>
          <p:cNvSpPr/>
          <p:nvPr/>
        </p:nvSpPr>
        <p:spPr bwMode="gray">
          <a:xfrm>
            <a:off x="6240016" y="5805264"/>
            <a:ext cx="360040" cy="360040"/>
          </a:xfrm>
          <a:prstGeom prst="ellipse">
            <a:avLst/>
          </a:prstGeom>
          <a:solidFill>
            <a:schemeClr val="tx1"/>
          </a:solidFill>
          <a:ln w="12700">
            <a:solidFill>
              <a:srgbClr val="C0C0C0"/>
            </a:solidFill>
            <a:miter lim="800000"/>
            <a:headEnd/>
            <a:tailEnd/>
          </a:ln>
          <a:effectLst/>
        </p:spPr>
        <p:txBody>
          <a:bodyPr lIns="216000" tIns="36000" rIns="216000" bIns="36000" rtlCol="0"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7</a:t>
            </a:r>
          </a:p>
        </p:txBody>
      </p:sp>
      <p:cxnSp>
        <p:nvCxnSpPr>
          <p:cNvPr id="40" name="Прямая соединительная линия 32">
            <a:extLst>
              <a:ext uri="{FF2B5EF4-FFF2-40B4-BE49-F238E27FC236}">
                <a16:creationId xmlns:a16="http://schemas.microsoft.com/office/drawing/2014/main" id="{FF9F3B21-F568-4D56-8372-4C4579AC7FB1}"/>
              </a:ext>
            </a:extLst>
          </p:cNvPr>
          <p:cNvCxnSpPr>
            <a:cxnSpLocks/>
            <a:stCxn id="39" idx="7"/>
            <a:endCxn id="31" idx="3"/>
          </p:cNvCxnSpPr>
          <p:nvPr/>
        </p:nvCxnSpPr>
        <p:spPr>
          <a:xfrm flipV="1">
            <a:off x="6547329" y="4636141"/>
            <a:ext cx="1041558" cy="1221850"/>
          </a:xfrm>
          <a:prstGeom prst="line">
            <a:avLst/>
          </a:prstGeom>
          <a:ln w="12700">
            <a:solidFill>
              <a:schemeClr val="tx1"/>
            </a:solidFill>
            <a:headEnd type="none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>
            <a:stCxn id="39" idx="6"/>
            <a:endCxn id="32" idx="2"/>
          </p:cNvCxnSpPr>
          <p:nvPr/>
        </p:nvCxnSpPr>
        <p:spPr>
          <a:xfrm flipV="1">
            <a:off x="6600057" y="5913276"/>
            <a:ext cx="1668749" cy="72008"/>
          </a:xfrm>
          <a:prstGeom prst="line">
            <a:avLst/>
          </a:prstGeom>
          <a:ln w="12700">
            <a:solidFill>
              <a:schemeClr val="tx1"/>
            </a:solidFill>
            <a:headEnd type="none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44" name="Table 43"/>
          <p:cNvGraphicFramePr>
            <a:graphicFrameLocks noGrp="1"/>
          </p:cNvGraphicFramePr>
          <p:nvPr/>
        </p:nvGraphicFramePr>
        <p:xfrm>
          <a:off x="5016626" y="5013176"/>
          <a:ext cx="935358" cy="1341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17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17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178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8862"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8862"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8862"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8862"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3719736" y="4437112"/>
            <a:ext cx="8640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От 3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3647728" y="5013176"/>
          <a:ext cx="935358" cy="1341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17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17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178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8862"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8862"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8862"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8862">
                <a:tc>
                  <a:txBody>
                    <a:bodyPr/>
                    <a:lstStyle/>
                    <a:p>
                      <a:endParaRPr lang="en-US" sz="1600" b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43205502"/>
      </p:ext>
    </p:extLst>
  </p:cSld>
  <p:clrMapOvr>
    <a:masterClrMapping/>
  </p:clrMapOvr>
  <p:transition spd="med">
    <p:fad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hteck 39"/>
          <p:cNvSpPr>
            <a:spLocks noChangeArrowheads="1"/>
          </p:cNvSpPr>
          <p:nvPr/>
        </p:nvSpPr>
        <p:spPr bwMode="gray">
          <a:xfrm>
            <a:off x="3071664" y="1700809"/>
            <a:ext cx="8784976" cy="4896000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Tx/>
              <a:buFontTx/>
              <a:buNone/>
              <a:tabLst/>
              <a:defRPr/>
            </a:pP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0482" name="_h1"/>
          <p:cNvSpPr>
            <a:spLocks noGrp="1" noChangeArrowheads="1"/>
          </p:cNvSpPr>
          <p:nvPr>
            <p:ph type="title" idx="4294967295"/>
          </p:nvPr>
        </p:nvSpPr>
        <p:spPr bwMode="gray">
          <a:xfrm>
            <a:off x="3216002" y="238125"/>
            <a:ext cx="8496300" cy="617538"/>
          </a:xfrm>
        </p:spPr>
        <p:txBody>
          <a:bodyPr/>
          <a:lstStyle/>
          <a:p>
            <a:pPr eaLnBrk="1" hangingPunct="1"/>
            <a:r>
              <a:rPr kumimoji="0" lang="ru-RU" sz="3600" b="1" noProof="1">
                <a:solidFill>
                  <a:srgbClr val="003794"/>
                </a:solidFill>
                <a:latin typeface="Arial" pitchFamily="34" charset="0"/>
                <a:cs typeface="Arial" pitchFamily="34" charset="0"/>
              </a:rPr>
              <a:t>Сети и сетевые ОС </a:t>
            </a:r>
          </a:p>
        </p:txBody>
      </p:sp>
      <p:sp>
        <p:nvSpPr>
          <p:cNvPr id="14" name="Rechteck 36"/>
          <p:cNvSpPr>
            <a:spLocks noChangeArrowheads="1"/>
          </p:cNvSpPr>
          <p:nvPr/>
        </p:nvSpPr>
        <p:spPr bwMode="gray">
          <a:xfrm>
            <a:off x="3071664" y="908721"/>
            <a:ext cx="8784976" cy="559717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ct val="200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000" b="1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itchFamily="34" charset="0"/>
                <a:ea typeface="+mn-ea"/>
                <a:cs typeface="+mn-cs"/>
              </a:rPr>
              <a:t>Одношаговая маршрутизация</a:t>
            </a:r>
          </a:p>
        </p:txBody>
      </p:sp>
      <p:sp>
        <p:nvSpPr>
          <p:cNvPr id="9" name="Rectangle 3"/>
          <p:cNvSpPr>
            <a:spLocks noGrp="1" noRot="1" noChangeArrowheads="1"/>
          </p:cNvSpPr>
          <p:nvPr>
            <p:ph type="body" sz="half" idx="4294967295"/>
          </p:nvPr>
        </p:nvSpPr>
        <p:spPr>
          <a:xfrm>
            <a:off x="3261718" y="1844824"/>
            <a:ext cx="8410575" cy="1296144"/>
          </a:xfrm>
          <a:prstGeom prst="rect">
            <a:avLst/>
          </a:prstGeom>
        </p:spPr>
        <p:txBody>
          <a:bodyPr/>
          <a:lstStyle/>
          <a:p>
            <a:pPr marL="377100" indent="0" algn="ctr" eaLnBrk="1" hangingPunct="1">
              <a:buClr>
                <a:schemeClr val="tx1"/>
              </a:buClr>
              <a:buNone/>
              <a:defRPr/>
            </a:pPr>
            <a:r>
              <a:rPr lang="ru-RU" sz="2800" dirty="0">
                <a:latin typeface="Arial" panose="020B0604020202020204" pitchFamily="34" charset="0"/>
                <a:cs typeface="Arial" panose="020B0604020202020204" pitchFamily="34" charset="0"/>
              </a:rPr>
              <a:t>Динамическая маршрутизация</a:t>
            </a:r>
          </a:p>
          <a:p>
            <a:pPr marL="377100" indent="0" algn="ctr" eaLnBrk="1" hangingPunct="1">
              <a:buClr>
                <a:schemeClr val="tx1"/>
              </a:buClr>
              <a:buNone/>
              <a:defRPr/>
            </a:pP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Векторно-дистанционные</a:t>
            </a:r>
          </a:p>
        </p:txBody>
      </p:sp>
      <p:sp>
        <p:nvSpPr>
          <p:cNvPr id="31" name="Овал 27">
            <a:extLst>
              <a:ext uri="{FF2B5EF4-FFF2-40B4-BE49-F238E27FC236}">
                <a16:creationId xmlns:a16="http://schemas.microsoft.com/office/drawing/2014/main" id="{A11B0984-0157-4843-B3DB-A88B459DF94E}"/>
              </a:ext>
            </a:extLst>
          </p:cNvPr>
          <p:cNvSpPr/>
          <p:nvPr/>
        </p:nvSpPr>
        <p:spPr bwMode="gray">
          <a:xfrm>
            <a:off x="7536160" y="4328828"/>
            <a:ext cx="360040" cy="360040"/>
          </a:xfrm>
          <a:prstGeom prst="ellipse">
            <a:avLst/>
          </a:prstGeom>
          <a:solidFill>
            <a:schemeClr val="tx1"/>
          </a:solidFill>
          <a:ln w="12700">
            <a:solidFill>
              <a:srgbClr val="C0C0C0"/>
            </a:solidFill>
            <a:miter lim="800000"/>
            <a:headEnd/>
            <a:tailEnd/>
          </a:ln>
          <a:effectLst/>
        </p:spPr>
        <p:txBody>
          <a:bodyPr lIns="216000" tIns="36000" rIns="216000" bIns="36000" rtlCol="0"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3</a:t>
            </a: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32" name="Овал 28">
            <a:extLst>
              <a:ext uri="{FF2B5EF4-FFF2-40B4-BE49-F238E27FC236}">
                <a16:creationId xmlns:a16="http://schemas.microsoft.com/office/drawing/2014/main" id="{C35CF9B9-DCD4-4B8E-AB97-9657F998F5A4}"/>
              </a:ext>
            </a:extLst>
          </p:cNvPr>
          <p:cNvSpPr/>
          <p:nvPr/>
        </p:nvSpPr>
        <p:spPr bwMode="gray">
          <a:xfrm>
            <a:off x="8268805" y="5733256"/>
            <a:ext cx="360040" cy="360040"/>
          </a:xfrm>
          <a:prstGeom prst="ellipse">
            <a:avLst/>
          </a:prstGeom>
          <a:solidFill>
            <a:schemeClr val="tx1"/>
          </a:solidFill>
          <a:ln w="12700">
            <a:solidFill>
              <a:srgbClr val="C0C0C0"/>
            </a:solidFill>
            <a:miter lim="800000"/>
            <a:headEnd/>
            <a:tailEnd/>
          </a:ln>
          <a:effectLst/>
        </p:spPr>
        <p:txBody>
          <a:bodyPr lIns="216000" tIns="36000" rIns="216000" bIns="36000" rtlCol="0"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5</a:t>
            </a: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33" name="Овал 29">
            <a:extLst>
              <a:ext uri="{FF2B5EF4-FFF2-40B4-BE49-F238E27FC236}">
                <a16:creationId xmlns:a16="http://schemas.microsoft.com/office/drawing/2014/main" id="{C7F2DC65-35B8-4AB9-87A0-D0CCEB8EA01D}"/>
              </a:ext>
            </a:extLst>
          </p:cNvPr>
          <p:cNvSpPr/>
          <p:nvPr/>
        </p:nvSpPr>
        <p:spPr bwMode="gray">
          <a:xfrm>
            <a:off x="9361491" y="3772317"/>
            <a:ext cx="360040" cy="360040"/>
          </a:xfrm>
          <a:prstGeom prst="ellipse">
            <a:avLst/>
          </a:prstGeom>
          <a:solidFill>
            <a:schemeClr val="tx1"/>
          </a:solidFill>
          <a:ln w="12700">
            <a:solidFill>
              <a:srgbClr val="C0C0C0"/>
            </a:solidFill>
            <a:miter lim="800000"/>
            <a:headEnd/>
            <a:tailEnd/>
          </a:ln>
          <a:effectLst/>
        </p:spPr>
        <p:txBody>
          <a:bodyPr lIns="216000" tIns="36000" rIns="216000" bIns="36000" rtlCol="0"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6</a:t>
            </a: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cxnSp>
        <p:nvCxnSpPr>
          <p:cNvPr id="34" name="Прямая соединительная линия 20490">
            <a:extLst>
              <a:ext uri="{FF2B5EF4-FFF2-40B4-BE49-F238E27FC236}">
                <a16:creationId xmlns:a16="http://schemas.microsoft.com/office/drawing/2014/main" id="{E53C7A13-9818-4156-8488-0085ED8CB34D}"/>
              </a:ext>
            </a:extLst>
          </p:cNvPr>
          <p:cNvCxnSpPr>
            <a:stCxn id="31" idx="6"/>
            <a:endCxn id="33" idx="2"/>
          </p:cNvCxnSpPr>
          <p:nvPr/>
        </p:nvCxnSpPr>
        <p:spPr>
          <a:xfrm flipV="1">
            <a:off x="7896201" y="3952338"/>
            <a:ext cx="1465291" cy="556511"/>
          </a:xfrm>
          <a:prstGeom prst="line">
            <a:avLst/>
          </a:prstGeom>
          <a:ln w="12700">
            <a:solidFill>
              <a:schemeClr val="tx1"/>
            </a:solidFill>
            <a:headEnd type="none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Прямая соединительная линия 20497">
            <a:extLst>
              <a:ext uri="{FF2B5EF4-FFF2-40B4-BE49-F238E27FC236}">
                <a16:creationId xmlns:a16="http://schemas.microsoft.com/office/drawing/2014/main" id="{1E264A00-6884-4CEA-AD09-1265E7657077}"/>
              </a:ext>
            </a:extLst>
          </p:cNvPr>
          <p:cNvCxnSpPr>
            <a:cxnSpLocks/>
            <a:stCxn id="31" idx="5"/>
            <a:endCxn id="32" idx="1"/>
          </p:cNvCxnSpPr>
          <p:nvPr/>
        </p:nvCxnSpPr>
        <p:spPr>
          <a:xfrm>
            <a:off x="7843474" y="4636141"/>
            <a:ext cx="478059" cy="1149842"/>
          </a:xfrm>
          <a:prstGeom prst="line">
            <a:avLst/>
          </a:prstGeom>
          <a:ln w="12700">
            <a:solidFill>
              <a:schemeClr val="tx1"/>
            </a:solidFill>
            <a:headEnd type="none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384032" y="2962882"/>
          <a:ext cx="935358" cy="1341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17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17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178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8862"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8862"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8862"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8862">
                <a:tc>
                  <a:txBody>
                    <a:bodyPr/>
                    <a:lstStyle/>
                    <a:p>
                      <a:endParaRPr lang="en-US" sz="1600" b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37" name="Table 36"/>
          <p:cNvGraphicFramePr>
            <a:graphicFrameLocks noGrp="1"/>
          </p:cNvGraphicFramePr>
          <p:nvPr/>
        </p:nvGraphicFramePr>
        <p:xfrm>
          <a:off x="9841162" y="2708920"/>
          <a:ext cx="935358" cy="1341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17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17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178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8862"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8862"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8862"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8862">
                <a:tc>
                  <a:txBody>
                    <a:bodyPr/>
                    <a:lstStyle/>
                    <a:p>
                      <a:endParaRPr lang="en-US" sz="1600" b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38" name="Table 37"/>
          <p:cNvGraphicFramePr>
            <a:graphicFrameLocks noGrp="1"/>
          </p:cNvGraphicFramePr>
          <p:nvPr/>
        </p:nvGraphicFramePr>
        <p:xfrm>
          <a:off x="8760296" y="5040208"/>
          <a:ext cx="935358" cy="1341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17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17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178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8862"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8862"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8862"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8862">
                <a:tc>
                  <a:txBody>
                    <a:bodyPr/>
                    <a:lstStyle/>
                    <a:p>
                      <a:endParaRPr lang="en-US" sz="1600" b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9" name="Овал 23">
            <a:extLst>
              <a:ext uri="{FF2B5EF4-FFF2-40B4-BE49-F238E27FC236}">
                <a16:creationId xmlns:a16="http://schemas.microsoft.com/office/drawing/2014/main" id="{37424DB8-7A7D-416B-8EFC-3BD9CF0E343B}"/>
              </a:ext>
            </a:extLst>
          </p:cNvPr>
          <p:cNvSpPr/>
          <p:nvPr/>
        </p:nvSpPr>
        <p:spPr bwMode="gray">
          <a:xfrm>
            <a:off x="6240016" y="5805264"/>
            <a:ext cx="360040" cy="360040"/>
          </a:xfrm>
          <a:prstGeom prst="ellipse">
            <a:avLst/>
          </a:prstGeom>
          <a:solidFill>
            <a:schemeClr val="tx1"/>
          </a:solidFill>
          <a:ln w="12700">
            <a:solidFill>
              <a:srgbClr val="C0C0C0"/>
            </a:solidFill>
            <a:miter lim="800000"/>
            <a:headEnd/>
            <a:tailEnd/>
          </a:ln>
          <a:effectLst/>
        </p:spPr>
        <p:txBody>
          <a:bodyPr lIns="216000" tIns="36000" rIns="216000" bIns="36000" rtlCol="0"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7</a:t>
            </a:r>
          </a:p>
        </p:txBody>
      </p:sp>
      <p:cxnSp>
        <p:nvCxnSpPr>
          <p:cNvPr id="40" name="Прямая соединительная линия 32">
            <a:extLst>
              <a:ext uri="{FF2B5EF4-FFF2-40B4-BE49-F238E27FC236}">
                <a16:creationId xmlns:a16="http://schemas.microsoft.com/office/drawing/2014/main" id="{FF9F3B21-F568-4D56-8372-4C4579AC7FB1}"/>
              </a:ext>
            </a:extLst>
          </p:cNvPr>
          <p:cNvCxnSpPr>
            <a:cxnSpLocks/>
            <a:stCxn id="39" idx="7"/>
            <a:endCxn id="31" idx="3"/>
          </p:cNvCxnSpPr>
          <p:nvPr/>
        </p:nvCxnSpPr>
        <p:spPr>
          <a:xfrm flipV="1">
            <a:off x="6547329" y="4636141"/>
            <a:ext cx="1041558" cy="1221850"/>
          </a:xfrm>
          <a:prstGeom prst="line">
            <a:avLst/>
          </a:prstGeom>
          <a:ln w="12700">
            <a:solidFill>
              <a:schemeClr val="tx1"/>
            </a:solidFill>
            <a:headEnd type="none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>
            <a:stCxn id="39" idx="6"/>
            <a:endCxn id="32" idx="2"/>
          </p:cNvCxnSpPr>
          <p:nvPr/>
        </p:nvCxnSpPr>
        <p:spPr>
          <a:xfrm flipV="1">
            <a:off x="6600057" y="5913276"/>
            <a:ext cx="1668749" cy="72008"/>
          </a:xfrm>
          <a:prstGeom prst="line">
            <a:avLst/>
          </a:prstGeom>
          <a:ln w="12700">
            <a:solidFill>
              <a:schemeClr val="tx1"/>
            </a:solidFill>
            <a:headEnd type="none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44" name="Table 43"/>
          <p:cNvGraphicFramePr>
            <a:graphicFrameLocks noGrp="1"/>
          </p:cNvGraphicFramePr>
          <p:nvPr/>
        </p:nvGraphicFramePr>
        <p:xfrm>
          <a:off x="5016626" y="5013176"/>
          <a:ext cx="935358" cy="1341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17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17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178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8862"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8862"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8862"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8862"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3719736" y="4437112"/>
            <a:ext cx="8640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От 3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3647728" y="5013176"/>
          <a:ext cx="935358" cy="1341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17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17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178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8862"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8862"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8862"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8862">
                <a:tc>
                  <a:txBody>
                    <a:bodyPr/>
                    <a:lstStyle/>
                    <a:p>
                      <a:endParaRPr lang="en-US" sz="1600" b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60720501"/>
      </p:ext>
    </p:extLst>
  </p:cSld>
  <p:clrMapOvr>
    <a:masterClrMapping/>
  </p:clrMapOvr>
  <p:transition spd="med">
    <p:fad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hteck 39"/>
          <p:cNvSpPr>
            <a:spLocks noChangeArrowheads="1"/>
          </p:cNvSpPr>
          <p:nvPr/>
        </p:nvSpPr>
        <p:spPr bwMode="gray">
          <a:xfrm>
            <a:off x="3071664" y="1700809"/>
            <a:ext cx="8784976" cy="4896000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Tx/>
              <a:buFontTx/>
              <a:buNone/>
              <a:tabLst/>
              <a:defRPr/>
            </a:pP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0482" name="_h1"/>
          <p:cNvSpPr>
            <a:spLocks noGrp="1" noChangeArrowheads="1"/>
          </p:cNvSpPr>
          <p:nvPr>
            <p:ph type="title" idx="4294967295"/>
          </p:nvPr>
        </p:nvSpPr>
        <p:spPr bwMode="gray">
          <a:xfrm>
            <a:off x="3216002" y="238125"/>
            <a:ext cx="8496300" cy="617538"/>
          </a:xfrm>
        </p:spPr>
        <p:txBody>
          <a:bodyPr/>
          <a:lstStyle/>
          <a:p>
            <a:pPr eaLnBrk="1" hangingPunct="1"/>
            <a:r>
              <a:rPr kumimoji="0" lang="ru-RU" sz="3600" b="1" noProof="1">
                <a:solidFill>
                  <a:srgbClr val="003794"/>
                </a:solidFill>
                <a:latin typeface="Arial" pitchFamily="34" charset="0"/>
                <a:cs typeface="Arial" pitchFamily="34" charset="0"/>
              </a:rPr>
              <a:t>Сети и сетевые ОС </a:t>
            </a:r>
          </a:p>
        </p:txBody>
      </p:sp>
      <p:sp>
        <p:nvSpPr>
          <p:cNvPr id="14" name="Rechteck 36"/>
          <p:cNvSpPr>
            <a:spLocks noChangeArrowheads="1"/>
          </p:cNvSpPr>
          <p:nvPr/>
        </p:nvSpPr>
        <p:spPr bwMode="gray">
          <a:xfrm>
            <a:off x="3071664" y="908721"/>
            <a:ext cx="8784976" cy="559717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ct val="200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000" b="1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itchFamily="34" charset="0"/>
                <a:ea typeface="+mn-ea"/>
                <a:cs typeface="+mn-cs"/>
              </a:rPr>
              <a:t>Одношаговая маршрутизация</a:t>
            </a:r>
          </a:p>
        </p:txBody>
      </p:sp>
      <p:sp>
        <p:nvSpPr>
          <p:cNvPr id="9" name="Rectangle 3"/>
          <p:cNvSpPr>
            <a:spLocks noGrp="1" noRot="1" noChangeArrowheads="1"/>
          </p:cNvSpPr>
          <p:nvPr>
            <p:ph type="body" sz="half" idx="4294967295"/>
          </p:nvPr>
        </p:nvSpPr>
        <p:spPr>
          <a:xfrm>
            <a:off x="3261718" y="1844824"/>
            <a:ext cx="8410575" cy="1296144"/>
          </a:xfrm>
          <a:prstGeom prst="rect">
            <a:avLst/>
          </a:prstGeom>
        </p:spPr>
        <p:txBody>
          <a:bodyPr/>
          <a:lstStyle/>
          <a:p>
            <a:pPr marL="377100" indent="0" algn="ctr" eaLnBrk="1" hangingPunct="1">
              <a:buClr>
                <a:schemeClr val="tx1"/>
              </a:buClr>
              <a:buNone/>
              <a:defRPr/>
            </a:pPr>
            <a:r>
              <a:rPr lang="ru-RU" sz="2800" dirty="0">
                <a:latin typeface="Arial" panose="020B0604020202020204" pitchFamily="34" charset="0"/>
                <a:cs typeface="Arial" panose="020B0604020202020204" pitchFamily="34" charset="0"/>
              </a:rPr>
              <a:t>Динамическая маршрутизация</a:t>
            </a:r>
          </a:p>
          <a:p>
            <a:pPr marL="377100" indent="0" algn="ctr" eaLnBrk="1" hangingPunct="1">
              <a:buClr>
                <a:schemeClr val="tx1"/>
              </a:buClr>
              <a:buNone/>
              <a:defRPr/>
            </a:pP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Векторно-дистанционные</a:t>
            </a:r>
          </a:p>
        </p:txBody>
      </p:sp>
      <p:sp>
        <p:nvSpPr>
          <p:cNvPr id="31" name="Овал 27">
            <a:extLst>
              <a:ext uri="{FF2B5EF4-FFF2-40B4-BE49-F238E27FC236}">
                <a16:creationId xmlns:a16="http://schemas.microsoft.com/office/drawing/2014/main" id="{A11B0984-0157-4843-B3DB-A88B459DF94E}"/>
              </a:ext>
            </a:extLst>
          </p:cNvPr>
          <p:cNvSpPr/>
          <p:nvPr/>
        </p:nvSpPr>
        <p:spPr bwMode="gray">
          <a:xfrm>
            <a:off x="7536160" y="4328828"/>
            <a:ext cx="360040" cy="360040"/>
          </a:xfrm>
          <a:prstGeom prst="ellipse">
            <a:avLst/>
          </a:prstGeom>
          <a:solidFill>
            <a:schemeClr val="tx1"/>
          </a:solidFill>
          <a:ln w="12700">
            <a:solidFill>
              <a:srgbClr val="C0C0C0"/>
            </a:solidFill>
            <a:miter lim="800000"/>
            <a:headEnd/>
            <a:tailEnd/>
          </a:ln>
          <a:effectLst/>
        </p:spPr>
        <p:txBody>
          <a:bodyPr lIns="216000" tIns="36000" rIns="216000" bIns="36000" rtlCol="0"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3</a:t>
            </a: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32" name="Овал 28">
            <a:extLst>
              <a:ext uri="{FF2B5EF4-FFF2-40B4-BE49-F238E27FC236}">
                <a16:creationId xmlns:a16="http://schemas.microsoft.com/office/drawing/2014/main" id="{C35CF9B9-DCD4-4B8E-AB97-9657F998F5A4}"/>
              </a:ext>
            </a:extLst>
          </p:cNvPr>
          <p:cNvSpPr/>
          <p:nvPr/>
        </p:nvSpPr>
        <p:spPr bwMode="gray">
          <a:xfrm>
            <a:off x="8268805" y="5733256"/>
            <a:ext cx="360040" cy="360040"/>
          </a:xfrm>
          <a:prstGeom prst="ellipse">
            <a:avLst/>
          </a:prstGeom>
          <a:solidFill>
            <a:schemeClr val="tx1"/>
          </a:solidFill>
          <a:ln w="12700">
            <a:solidFill>
              <a:srgbClr val="C0C0C0"/>
            </a:solidFill>
            <a:miter lim="800000"/>
            <a:headEnd/>
            <a:tailEnd/>
          </a:ln>
          <a:effectLst/>
        </p:spPr>
        <p:txBody>
          <a:bodyPr lIns="216000" tIns="36000" rIns="216000" bIns="36000" rtlCol="0"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5</a:t>
            </a: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33" name="Овал 29">
            <a:extLst>
              <a:ext uri="{FF2B5EF4-FFF2-40B4-BE49-F238E27FC236}">
                <a16:creationId xmlns:a16="http://schemas.microsoft.com/office/drawing/2014/main" id="{C7F2DC65-35B8-4AB9-87A0-D0CCEB8EA01D}"/>
              </a:ext>
            </a:extLst>
          </p:cNvPr>
          <p:cNvSpPr/>
          <p:nvPr/>
        </p:nvSpPr>
        <p:spPr bwMode="gray">
          <a:xfrm>
            <a:off x="9361491" y="3772317"/>
            <a:ext cx="360040" cy="360040"/>
          </a:xfrm>
          <a:prstGeom prst="ellipse">
            <a:avLst/>
          </a:prstGeom>
          <a:solidFill>
            <a:schemeClr val="tx1"/>
          </a:solidFill>
          <a:ln w="12700">
            <a:solidFill>
              <a:srgbClr val="C0C0C0"/>
            </a:solidFill>
            <a:miter lim="800000"/>
            <a:headEnd/>
            <a:tailEnd/>
          </a:ln>
          <a:effectLst/>
        </p:spPr>
        <p:txBody>
          <a:bodyPr lIns="216000" tIns="36000" rIns="216000" bIns="36000" rtlCol="0"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6</a:t>
            </a: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cxnSp>
        <p:nvCxnSpPr>
          <p:cNvPr id="34" name="Прямая соединительная линия 20490">
            <a:extLst>
              <a:ext uri="{FF2B5EF4-FFF2-40B4-BE49-F238E27FC236}">
                <a16:creationId xmlns:a16="http://schemas.microsoft.com/office/drawing/2014/main" id="{E53C7A13-9818-4156-8488-0085ED8CB34D}"/>
              </a:ext>
            </a:extLst>
          </p:cNvPr>
          <p:cNvCxnSpPr>
            <a:stCxn id="31" idx="6"/>
            <a:endCxn id="33" idx="2"/>
          </p:cNvCxnSpPr>
          <p:nvPr/>
        </p:nvCxnSpPr>
        <p:spPr>
          <a:xfrm flipV="1">
            <a:off x="7896201" y="3952338"/>
            <a:ext cx="1465291" cy="556511"/>
          </a:xfrm>
          <a:prstGeom prst="line">
            <a:avLst/>
          </a:prstGeom>
          <a:ln w="12700">
            <a:solidFill>
              <a:schemeClr val="tx1"/>
            </a:solidFill>
            <a:headEnd type="none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Прямая соединительная линия 20497">
            <a:extLst>
              <a:ext uri="{FF2B5EF4-FFF2-40B4-BE49-F238E27FC236}">
                <a16:creationId xmlns:a16="http://schemas.microsoft.com/office/drawing/2014/main" id="{1E264A00-6884-4CEA-AD09-1265E7657077}"/>
              </a:ext>
            </a:extLst>
          </p:cNvPr>
          <p:cNvCxnSpPr>
            <a:cxnSpLocks/>
            <a:stCxn id="31" idx="5"/>
            <a:endCxn id="32" idx="1"/>
          </p:cNvCxnSpPr>
          <p:nvPr/>
        </p:nvCxnSpPr>
        <p:spPr>
          <a:xfrm>
            <a:off x="7843474" y="4636141"/>
            <a:ext cx="478059" cy="1149842"/>
          </a:xfrm>
          <a:prstGeom prst="line">
            <a:avLst/>
          </a:prstGeom>
          <a:ln w="12700">
            <a:solidFill>
              <a:schemeClr val="tx1"/>
            </a:solidFill>
            <a:headEnd type="none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384032" y="2962882"/>
          <a:ext cx="935358" cy="1341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17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17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178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8862"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8862"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8862"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8862">
                <a:tc>
                  <a:txBody>
                    <a:bodyPr/>
                    <a:lstStyle/>
                    <a:p>
                      <a:endParaRPr lang="en-US" sz="1600" b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37" name="Table 36"/>
          <p:cNvGraphicFramePr>
            <a:graphicFrameLocks noGrp="1"/>
          </p:cNvGraphicFramePr>
          <p:nvPr/>
        </p:nvGraphicFramePr>
        <p:xfrm>
          <a:off x="9841162" y="2708920"/>
          <a:ext cx="935358" cy="1341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17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17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178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8862"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8862"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8862"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8862">
                <a:tc>
                  <a:txBody>
                    <a:bodyPr/>
                    <a:lstStyle/>
                    <a:p>
                      <a:endParaRPr lang="en-US" sz="1600" b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38" name="Table 37"/>
          <p:cNvGraphicFramePr>
            <a:graphicFrameLocks noGrp="1"/>
          </p:cNvGraphicFramePr>
          <p:nvPr/>
        </p:nvGraphicFramePr>
        <p:xfrm>
          <a:off x="8760296" y="5040208"/>
          <a:ext cx="935358" cy="1341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17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17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178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8862"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8862"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8862"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8862">
                <a:tc>
                  <a:txBody>
                    <a:bodyPr/>
                    <a:lstStyle/>
                    <a:p>
                      <a:endParaRPr lang="en-US" sz="1600" b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9" name="Овал 23">
            <a:extLst>
              <a:ext uri="{FF2B5EF4-FFF2-40B4-BE49-F238E27FC236}">
                <a16:creationId xmlns:a16="http://schemas.microsoft.com/office/drawing/2014/main" id="{37424DB8-7A7D-416B-8EFC-3BD9CF0E343B}"/>
              </a:ext>
            </a:extLst>
          </p:cNvPr>
          <p:cNvSpPr/>
          <p:nvPr/>
        </p:nvSpPr>
        <p:spPr bwMode="gray">
          <a:xfrm>
            <a:off x="6240016" y="5805264"/>
            <a:ext cx="360040" cy="360040"/>
          </a:xfrm>
          <a:prstGeom prst="ellipse">
            <a:avLst/>
          </a:prstGeom>
          <a:solidFill>
            <a:schemeClr val="tx1"/>
          </a:solidFill>
          <a:ln w="12700">
            <a:solidFill>
              <a:srgbClr val="C0C0C0"/>
            </a:solidFill>
            <a:miter lim="800000"/>
            <a:headEnd/>
            <a:tailEnd/>
          </a:ln>
          <a:effectLst/>
        </p:spPr>
        <p:txBody>
          <a:bodyPr lIns="216000" tIns="36000" rIns="216000" bIns="36000" rtlCol="0"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7</a:t>
            </a:r>
          </a:p>
        </p:txBody>
      </p:sp>
      <p:cxnSp>
        <p:nvCxnSpPr>
          <p:cNvPr id="40" name="Прямая соединительная линия 32">
            <a:extLst>
              <a:ext uri="{FF2B5EF4-FFF2-40B4-BE49-F238E27FC236}">
                <a16:creationId xmlns:a16="http://schemas.microsoft.com/office/drawing/2014/main" id="{FF9F3B21-F568-4D56-8372-4C4579AC7FB1}"/>
              </a:ext>
            </a:extLst>
          </p:cNvPr>
          <p:cNvCxnSpPr>
            <a:cxnSpLocks/>
            <a:stCxn id="39" idx="7"/>
            <a:endCxn id="31" idx="3"/>
          </p:cNvCxnSpPr>
          <p:nvPr/>
        </p:nvCxnSpPr>
        <p:spPr>
          <a:xfrm flipV="1">
            <a:off x="6547329" y="4636141"/>
            <a:ext cx="1041558" cy="1221850"/>
          </a:xfrm>
          <a:prstGeom prst="line">
            <a:avLst/>
          </a:prstGeom>
          <a:ln w="12700">
            <a:solidFill>
              <a:schemeClr val="tx1"/>
            </a:solidFill>
            <a:headEnd type="none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>
            <a:stCxn id="39" idx="6"/>
            <a:endCxn id="32" idx="2"/>
          </p:cNvCxnSpPr>
          <p:nvPr/>
        </p:nvCxnSpPr>
        <p:spPr>
          <a:xfrm flipV="1">
            <a:off x="6600057" y="5913276"/>
            <a:ext cx="1668749" cy="72008"/>
          </a:xfrm>
          <a:prstGeom prst="line">
            <a:avLst/>
          </a:prstGeom>
          <a:ln w="12700">
            <a:solidFill>
              <a:schemeClr val="tx1"/>
            </a:solidFill>
            <a:headEnd type="none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44" name="Table 43"/>
          <p:cNvGraphicFramePr>
            <a:graphicFrameLocks noGrp="1"/>
          </p:cNvGraphicFramePr>
          <p:nvPr/>
        </p:nvGraphicFramePr>
        <p:xfrm>
          <a:off x="5016626" y="5013176"/>
          <a:ext cx="935358" cy="1341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17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17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178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8862"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8862"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8862"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8862"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3719736" y="4437112"/>
            <a:ext cx="8640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От 3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3647728" y="5013176"/>
          <a:ext cx="935358" cy="1341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17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17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178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8862"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8862"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8862"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8862">
                <a:tc>
                  <a:txBody>
                    <a:bodyPr/>
                    <a:lstStyle/>
                    <a:p>
                      <a:endParaRPr lang="en-US" sz="1600" b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4273250"/>
      </p:ext>
    </p:extLst>
  </p:cSld>
  <p:clrMapOvr>
    <a:masterClrMapping/>
  </p:clrMapOvr>
  <p:transition spd="med">
    <p:fade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hteck 39"/>
          <p:cNvSpPr>
            <a:spLocks noChangeArrowheads="1"/>
          </p:cNvSpPr>
          <p:nvPr/>
        </p:nvSpPr>
        <p:spPr bwMode="gray">
          <a:xfrm>
            <a:off x="3071664" y="1700809"/>
            <a:ext cx="8784976" cy="4896000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Tx/>
              <a:buFontTx/>
              <a:buNone/>
              <a:tabLst/>
              <a:defRPr/>
            </a:pP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0482" name="_h1"/>
          <p:cNvSpPr>
            <a:spLocks noGrp="1" noChangeArrowheads="1"/>
          </p:cNvSpPr>
          <p:nvPr>
            <p:ph type="title" idx="4294967295"/>
          </p:nvPr>
        </p:nvSpPr>
        <p:spPr bwMode="gray">
          <a:xfrm>
            <a:off x="3216002" y="238125"/>
            <a:ext cx="8496300" cy="617538"/>
          </a:xfrm>
        </p:spPr>
        <p:txBody>
          <a:bodyPr/>
          <a:lstStyle/>
          <a:p>
            <a:pPr eaLnBrk="1" hangingPunct="1"/>
            <a:r>
              <a:rPr kumimoji="0" lang="ru-RU" sz="3600" b="1" noProof="1">
                <a:solidFill>
                  <a:srgbClr val="003794"/>
                </a:solidFill>
                <a:latin typeface="Arial" pitchFamily="34" charset="0"/>
                <a:cs typeface="Arial" pitchFamily="34" charset="0"/>
              </a:rPr>
              <a:t>Сети и сетевые ОС </a:t>
            </a:r>
          </a:p>
        </p:txBody>
      </p:sp>
      <p:sp>
        <p:nvSpPr>
          <p:cNvPr id="14" name="Rechteck 36"/>
          <p:cNvSpPr>
            <a:spLocks noChangeArrowheads="1"/>
          </p:cNvSpPr>
          <p:nvPr/>
        </p:nvSpPr>
        <p:spPr bwMode="gray">
          <a:xfrm>
            <a:off x="3071664" y="908721"/>
            <a:ext cx="8784976" cy="559717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ct val="200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000" b="1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itchFamily="34" charset="0"/>
                <a:ea typeface="+mn-ea"/>
                <a:cs typeface="+mn-cs"/>
              </a:rPr>
              <a:t>Одношаговая маршрутизация</a:t>
            </a:r>
          </a:p>
        </p:txBody>
      </p:sp>
      <p:sp>
        <p:nvSpPr>
          <p:cNvPr id="9" name="Rectangle 3"/>
          <p:cNvSpPr>
            <a:spLocks noGrp="1" noRot="1" noChangeArrowheads="1"/>
          </p:cNvSpPr>
          <p:nvPr>
            <p:ph type="body" sz="half" idx="4294967295"/>
          </p:nvPr>
        </p:nvSpPr>
        <p:spPr>
          <a:xfrm>
            <a:off x="3261718" y="1844824"/>
            <a:ext cx="8410575" cy="1296144"/>
          </a:xfrm>
          <a:prstGeom prst="rect">
            <a:avLst/>
          </a:prstGeom>
        </p:spPr>
        <p:txBody>
          <a:bodyPr/>
          <a:lstStyle/>
          <a:p>
            <a:pPr marL="377100" indent="0" algn="ctr" eaLnBrk="1" hangingPunct="1">
              <a:buClr>
                <a:schemeClr val="tx1"/>
              </a:buClr>
              <a:buNone/>
              <a:defRPr/>
            </a:pPr>
            <a:r>
              <a:rPr lang="ru-RU" sz="2800" dirty="0">
                <a:latin typeface="Arial" panose="020B0604020202020204" pitchFamily="34" charset="0"/>
                <a:cs typeface="Arial" panose="020B0604020202020204" pitchFamily="34" charset="0"/>
              </a:rPr>
              <a:t>Динамическая маршрутизация</a:t>
            </a:r>
          </a:p>
          <a:p>
            <a:pPr marL="377100" indent="0" algn="ctr" eaLnBrk="1" hangingPunct="1">
              <a:buClr>
                <a:schemeClr val="tx1"/>
              </a:buClr>
              <a:buNone/>
              <a:defRPr/>
            </a:pP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Векторно-дистанционные</a:t>
            </a:r>
          </a:p>
        </p:txBody>
      </p:sp>
      <p:sp>
        <p:nvSpPr>
          <p:cNvPr id="31" name="Овал 27">
            <a:extLst>
              <a:ext uri="{FF2B5EF4-FFF2-40B4-BE49-F238E27FC236}">
                <a16:creationId xmlns:a16="http://schemas.microsoft.com/office/drawing/2014/main" id="{A11B0984-0157-4843-B3DB-A88B459DF94E}"/>
              </a:ext>
            </a:extLst>
          </p:cNvPr>
          <p:cNvSpPr/>
          <p:nvPr/>
        </p:nvSpPr>
        <p:spPr bwMode="gray">
          <a:xfrm>
            <a:off x="7536160" y="4328828"/>
            <a:ext cx="360040" cy="360040"/>
          </a:xfrm>
          <a:prstGeom prst="ellipse">
            <a:avLst/>
          </a:prstGeom>
          <a:solidFill>
            <a:schemeClr val="tx1"/>
          </a:solidFill>
          <a:ln w="12700">
            <a:solidFill>
              <a:srgbClr val="C0C0C0"/>
            </a:solidFill>
            <a:miter lim="800000"/>
            <a:headEnd/>
            <a:tailEnd/>
          </a:ln>
          <a:effectLst/>
        </p:spPr>
        <p:txBody>
          <a:bodyPr lIns="216000" tIns="36000" rIns="216000" bIns="36000" rtlCol="0"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3</a:t>
            </a: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32" name="Овал 28">
            <a:extLst>
              <a:ext uri="{FF2B5EF4-FFF2-40B4-BE49-F238E27FC236}">
                <a16:creationId xmlns:a16="http://schemas.microsoft.com/office/drawing/2014/main" id="{C35CF9B9-DCD4-4B8E-AB97-9657F998F5A4}"/>
              </a:ext>
            </a:extLst>
          </p:cNvPr>
          <p:cNvSpPr/>
          <p:nvPr/>
        </p:nvSpPr>
        <p:spPr bwMode="gray">
          <a:xfrm>
            <a:off x="8268805" y="5733256"/>
            <a:ext cx="360040" cy="360040"/>
          </a:xfrm>
          <a:prstGeom prst="ellipse">
            <a:avLst/>
          </a:prstGeom>
          <a:solidFill>
            <a:schemeClr val="tx1"/>
          </a:solidFill>
          <a:ln w="12700">
            <a:solidFill>
              <a:srgbClr val="C0C0C0"/>
            </a:solidFill>
            <a:miter lim="800000"/>
            <a:headEnd/>
            <a:tailEnd/>
          </a:ln>
          <a:effectLst/>
        </p:spPr>
        <p:txBody>
          <a:bodyPr lIns="216000" tIns="36000" rIns="216000" bIns="36000" rtlCol="0"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5</a:t>
            </a: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sp>
        <p:nvSpPr>
          <p:cNvPr id="33" name="Овал 29">
            <a:extLst>
              <a:ext uri="{FF2B5EF4-FFF2-40B4-BE49-F238E27FC236}">
                <a16:creationId xmlns:a16="http://schemas.microsoft.com/office/drawing/2014/main" id="{C7F2DC65-35B8-4AB9-87A0-D0CCEB8EA01D}"/>
              </a:ext>
            </a:extLst>
          </p:cNvPr>
          <p:cNvSpPr/>
          <p:nvPr/>
        </p:nvSpPr>
        <p:spPr bwMode="gray">
          <a:xfrm>
            <a:off x="9361491" y="3772317"/>
            <a:ext cx="360040" cy="360040"/>
          </a:xfrm>
          <a:prstGeom prst="ellipse">
            <a:avLst/>
          </a:prstGeom>
          <a:solidFill>
            <a:schemeClr val="tx1"/>
          </a:solidFill>
          <a:ln w="12700">
            <a:solidFill>
              <a:srgbClr val="C0C0C0"/>
            </a:solidFill>
            <a:miter lim="800000"/>
            <a:headEnd/>
            <a:tailEnd/>
          </a:ln>
          <a:effectLst/>
        </p:spPr>
        <p:txBody>
          <a:bodyPr lIns="216000" tIns="36000" rIns="216000" bIns="36000" rtlCol="0"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6</a:t>
            </a:r>
            <a:endParaRPr kumimoji="0" lang="ru-RU" sz="20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cxnSp>
        <p:nvCxnSpPr>
          <p:cNvPr id="34" name="Прямая соединительная линия 20490">
            <a:extLst>
              <a:ext uri="{FF2B5EF4-FFF2-40B4-BE49-F238E27FC236}">
                <a16:creationId xmlns:a16="http://schemas.microsoft.com/office/drawing/2014/main" id="{E53C7A13-9818-4156-8488-0085ED8CB34D}"/>
              </a:ext>
            </a:extLst>
          </p:cNvPr>
          <p:cNvCxnSpPr>
            <a:stCxn id="31" idx="6"/>
            <a:endCxn id="33" idx="2"/>
          </p:cNvCxnSpPr>
          <p:nvPr/>
        </p:nvCxnSpPr>
        <p:spPr>
          <a:xfrm flipV="1">
            <a:off x="7896201" y="3952338"/>
            <a:ext cx="1465291" cy="556511"/>
          </a:xfrm>
          <a:prstGeom prst="line">
            <a:avLst/>
          </a:prstGeom>
          <a:ln w="12700">
            <a:solidFill>
              <a:schemeClr val="tx1"/>
            </a:solidFill>
            <a:headEnd type="none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Прямая соединительная линия 20497">
            <a:extLst>
              <a:ext uri="{FF2B5EF4-FFF2-40B4-BE49-F238E27FC236}">
                <a16:creationId xmlns:a16="http://schemas.microsoft.com/office/drawing/2014/main" id="{1E264A00-6884-4CEA-AD09-1265E7657077}"/>
              </a:ext>
            </a:extLst>
          </p:cNvPr>
          <p:cNvCxnSpPr>
            <a:cxnSpLocks/>
            <a:stCxn id="31" idx="5"/>
            <a:endCxn id="32" idx="1"/>
          </p:cNvCxnSpPr>
          <p:nvPr/>
        </p:nvCxnSpPr>
        <p:spPr>
          <a:xfrm>
            <a:off x="7843474" y="4636141"/>
            <a:ext cx="478059" cy="1149842"/>
          </a:xfrm>
          <a:prstGeom prst="line">
            <a:avLst/>
          </a:prstGeom>
          <a:ln w="12700">
            <a:solidFill>
              <a:schemeClr val="tx1"/>
            </a:solidFill>
            <a:headEnd type="none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384032" y="2962882"/>
          <a:ext cx="935358" cy="1341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17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17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178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8862"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8862"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8862"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8862"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37" name="Table 36"/>
          <p:cNvGraphicFramePr>
            <a:graphicFrameLocks noGrp="1"/>
          </p:cNvGraphicFramePr>
          <p:nvPr/>
        </p:nvGraphicFramePr>
        <p:xfrm>
          <a:off x="9841162" y="2708920"/>
          <a:ext cx="935358" cy="1341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17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17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178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8862"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8862"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8862"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8862"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38" name="Table 37"/>
          <p:cNvGraphicFramePr>
            <a:graphicFrameLocks noGrp="1"/>
          </p:cNvGraphicFramePr>
          <p:nvPr/>
        </p:nvGraphicFramePr>
        <p:xfrm>
          <a:off x="8760296" y="5040208"/>
          <a:ext cx="935358" cy="1341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17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17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178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8862"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8862"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8862"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8862"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9" name="Овал 23">
            <a:extLst>
              <a:ext uri="{FF2B5EF4-FFF2-40B4-BE49-F238E27FC236}">
                <a16:creationId xmlns:a16="http://schemas.microsoft.com/office/drawing/2014/main" id="{37424DB8-7A7D-416B-8EFC-3BD9CF0E343B}"/>
              </a:ext>
            </a:extLst>
          </p:cNvPr>
          <p:cNvSpPr/>
          <p:nvPr/>
        </p:nvSpPr>
        <p:spPr bwMode="gray">
          <a:xfrm>
            <a:off x="6240016" y="5805264"/>
            <a:ext cx="360040" cy="360040"/>
          </a:xfrm>
          <a:prstGeom prst="ellipse">
            <a:avLst/>
          </a:prstGeom>
          <a:solidFill>
            <a:schemeClr val="tx1"/>
          </a:solidFill>
          <a:ln w="12700">
            <a:solidFill>
              <a:srgbClr val="C0C0C0"/>
            </a:solidFill>
            <a:miter lim="800000"/>
            <a:headEnd/>
            <a:tailEnd/>
          </a:ln>
          <a:effectLst/>
        </p:spPr>
        <p:txBody>
          <a:bodyPr lIns="216000" tIns="36000" rIns="216000" bIns="36000" rtlCol="0" anchor="ctr"/>
          <a:lstStyle/>
          <a:p>
            <a:pPr marL="0" marR="0" lvl="0" indent="0" algn="ct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7</a:t>
            </a:r>
          </a:p>
        </p:txBody>
      </p:sp>
      <p:cxnSp>
        <p:nvCxnSpPr>
          <p:cNvPr id="40" name="Прямая соединительная линия 32">
            <a:extLst>
              <a:ext uri="{FF2B5EF4-FFF2-40B4-BE49-F238E27FC236}">
                <a16:creationId xmlns:a16="http://schemas.microsoft.com/office/drawing/2014/main" id="{FF9F3B21-F568-4D56-8372-4C4579AC7FB1}"/>
              </a:ext>
            </a:extLst>
          </p:cNvPr>
          <p:cNvCxnSpPr>
            <a:cxnSpLocks/>
            <a:stCxn id="39" idx="7"/>
            <a:endCxn id="31" idx="3"/>
          </p:cNvCxnSpPr>
          <p:nvPr/>
        </p:nvCxnSpPr>
        <p:spPr>
          <a:xfrm flipV="1">
            <a:off x="6547329" y="4636141"/>
            <a:ext cx="1041558" cy="1221850"/>
          </a:xfrm>
          <a:prstGeom prst="line">
            <a:avLst/>
          </a:prstGeom>
          <a:ln w="12700">
            <a:solidFill>
              <a:schemeClr val="tx1"/>
            </a:solidFill>
            <a:headEnd type="none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>
            <a:stCxn id="39" idx="6"/>
            <a:endCxn id="32" idx="2"/>
          </p:cNvCxnSpPr>
          <p:nvPr/>
        </p:nvCxnSpPr>
        <p:spPr>
          <a:xfrm flipV="1">
            <a:off x="6600057" y="5913276"/>
            <a:ext cx="1668749" cy="72008"/>
          </a:xfrm>
          <a:prstGeom prst="line">
            <a:avLst/>
          </a:prstGeom>
          <a:ln w="12700">
            <a:solidFill>
              <a:schemeClr val="tx1"/>
            </a:solidFill>
            <a:headEnd type="none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44" name="Table 43"/>
          <p:cNvGraphicFramePr>
            <a:graphicFrameLocks noGrp="1"/>
          </p:cNvGraphicFramePr>
          <p:nvPr/>
        </p:nvGraphicFramePr>
        <p:xfrm>
          <a:off x="5016626" y="5013176"/>
          <a:ext cx="935358" cy="1341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17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17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178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8862"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8862"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8862"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8862"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600" b="0" dirty="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lang="en-US" sz="1600" b="0" dirty="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40079000"/>
      </p:ext>
    </p:extLst>
  </p:cSld>
  <p:clrMapOvr>
    <a:masterClrMapping/>
  </p:clrMapOvr>
  <p:transition spd="med">
    <p:fade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hteck 39"/>
          <p:cNvSpPr>
            <a:spLocks noChangeArrowheads="1"/>
          </p:cNvSpPr>
          <p:nvPr/>
        </p:nvSpPr>
        <p:spPr bwMode="gray">
          <a:xfrm>
            <a:off x="3071664" y="1700809"/>
            <a:ext cx="8784976" cy="4896000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Tx/>
              <a:buFontTx/>
              <a:buNone/>
              <a:tabLst/>
              <a:defRPr/>
            </a:pP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0482" name="_h1"/>
          <p:cNvSpPr>
            <a:spLocks noGrp="1" noChangeArrowheads="1"/>
          </p:cNvSpPr>
          <p:nvPr>
            <p:ph type="title" idx="4294967295"/>
          </p:nvPr>
        </p:nvSpPr>
        <p:spPr bwMode="gray">
          <a:xfrm>
            <a:off x="3216002" y="238125"/>
            <a:ext cx="8496300" cy="617538"/>
          </a:xfrm>
        </p:spPr>
        <p:txBody>
          <a:bodyPr/>
          <a:lstStyle/>
          <a:p>
            <a:pPr eaLnBrk="1" hangingPunct="1"/>
            <a:r>
              <a:rPr kumimoji="0" lang="ru-RU" sz="3600" b="1" noProof="1">
                <a:solidFill>
                  <a:srgbClr val="003794"/>
                </a:solidFill>
                <a:latin typeface="Arial" pitchFamily="34" charset="0"/>
                <a:cs typeface="Arial" pitchFamily="34" charset="0"/>
              </a:rPr>
              <a:t>Сети и сетевые ОС </a:t>
            </a:r>
          </a:p>
        </p:txBody>
      </p:sp>
      <p:sp>
        <p:nvSpPr>
          <p:cNvPr id="14" name="Rechteck 36"/>
          <p:cNvSpPr>
            <a:spLocks noChangeArrowheads="1"/>
          </p:cNvSpPr>
          <p:nvPr/>
        </p:nvSpPr>
        <p:spPr bwMode="gray">
          <a:xfrm>
            <a:off x="3071664" y="908721"/>
            <a:ext cx="8784976" cy="559717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ct val="200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000" b="1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itchFamily="34" charset="0"/>
                <a:ea typeface="+mn-ea"/>
                <a:cs typeface="+mn-cs"/>
              </a:rPr>
              <a:t>Одношаговая маршрутизация</a:t>
            </a:r>
          </a:p>
        </p:txBody>
      </p:sp>
      <p:sp>
        <p:nvSpPr>
          <p:cNvPr id="9" name="Rectangle 3"/>
          <p:cNvSpPr>
            <a:spLocks noGrp="1" noRot="1" noChangeArrowheads="1"/>
          </p:cNvSpPr>
          <p:nvPr>
            <p:ph type="body" sz="half" idx="4294967295"/>
          </p:nvPr>
        </p:nvSpPr>
        <p:spPr>
          <a:xfrm>
            <a:off x="3261718" y="1844824"/>
            <a:ext cx="8410575" cy="1296144"/>
          </a:xfrm>
          <a:prstGeom prst="rect">
            <a:avLst/>
          </a:prstGeom>
        </p:spPr>
        <p:txBody>
          <a:bodyPr/>
          <a:lstStyle/>
          <a:p>
            <a:pPr marL="377100" indent="0" algn="ctr" eaLnBrk="1" hangingPunct="1">
              <a:buClr>
                <a:schemeClr val="tx1"/>
              </a:buClr>
              <a:buNone/>
              <a:defRPr/>
            </a:pPr>
            <a:r>
              <a:rPr lang="ru-RU" sz="2800" dirty="0">
                <a:latin typeface="Arial" panose="020B0604020202020204" pitchFamily="34" charset="0"/>
                <a:cs typeface="Arial" panose="020B0604020202020204" pitchFamily="34" charset="0"/>
              </a:rPr>
              <a:t>Динамическая маршрутизация</a:t>
            </a:r>
          </a:p>
          <a:p>
            <a:pPr marL="377100" indent="0" algn="ctr" eaLnBrk="1" hangingPunct="1">
              <a:buClr>
                <a:schemeClr val="tx1"/>
              </a:buClr>
              <a:buNone/>
              <a:defRPr/>
            </a:pPr>
            <a:r>
              <a:rPr lang="ru-RU" sz="2400" dirty="0">
                <a:latin typeface="Arial" panose="020B0604020202020204" pitchFamily="34" charset="0"/>
                <a:cs typeface="Arial" panose="020B0604020202020204" pitchFamily="34" charset="0"/>
              </a:rPr>
              <a:t>Алгоритмы состояния связей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3261718" y="2924945"/>
            <a:ext cx="8306891" cy="34317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Каждый маршрутизатор должен:</a:t>
            </a: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Обнаруживать соседей и узнавать их адреса</a:t>
            </a: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Задавать вес связи с каждым из своих соседей</a:t>
            </a: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Создавать пакет с собранной информацией</a:t>
            </a: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Пересылать его всем другим и принимать от них аналогичные пакеты</a:t>
            </a:r>
          </a:p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Вычислять пути с наименьшим весом к другим маршрутизаторам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06206278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_h1"/>
          <p:cNvSpPr>
            <a:spLocks noGrp="1" noChangeArrowheads="1"/>
          </p:cNvSpPr>
          <p:nvPr>
            <p:ph type="title" idx="4294967295"/>
          </p:nvPr>
        </p:nvSpPr>
        <p:spPr bwMode="gray">
          <a:xfrm>
            <a:off x="3216002" y="238125"/>
            <a:ext cx="8496300" cy="617538"/>
          </a:xfrm>
        </p:spPr>
        <p:txBody>
          <a:bodyPr/>
          <a:lstStyle/>
          <a:p>
            <a:pPr eaLnBrk="1" hangingPunct="1"/>
            <a:r>
              <a:rPr kumimoji="0" lang="ru-RU" sz="3600" b="1" noProof="1">
                <a:solidFill>
                  <a:srgbClr val="003794"/>
                </a:solidFill>
                <a:latin typeface="Arial" pitchFamily="34" charset="0"/>
                <a:cs typeface="Arial" pitchFamily="34" charset="0"/>
              </a:rPr>
              <a:t>Сети и сетевые ОС </a:t>
            </a:r>
          </a:p>
        </p:txBody>
      </p:sp>
      <p:sp>
        <p:nvSpPr>
          <p:cNvPr id="12" name="Rechteck 39"/>
          <p:cNvSpPr>
            <a:spLocks noChangeArrowheads="1"/>
          </p:cNvSpPr>
          <p:nvPr/>
        </p:nvSpPr>
        <p:spPr bwMode="gray">
          <a:xfrm>
            <a:off x="3071664" y="1988840"/>
            <a:ext cx="8784976" cy="3528392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D9D9D9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Tx/>
              <a:buFontTx/>
              <a:buNone/>
              <a:tabLst/>
              <a:defRPr/>
            </a:pP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4" name="Rechteck 36"/>
          <p:cNvSpPr>
            <a:spLocks noChangeArrowheads="1"/>
          </p:cNvSpPr>
          <p:nvPr/>
        </p:nvSpPr>
        <p:spPr bwMode="gray">
          <a:xfrm>
            <a:off x="3071664" y="908721"/>
            <a:ext cx="8784976" cy="559717"/>
          </a:xfrm>
          <a:prstGeom prst="rect">
            <a:avLst/>
          </a:prstGeom>
          <a:gradFill rotWithShape="0">
            <a:gsLst>
              <a:gs pos="0">
                <a:srgbClr val="B9CDE5"/>
              </a:gs>
              <a:gs pos="100000">
                <a:srgbClr val="95B3D7"/>
              </a:gs>
            </a:gsLst>
            <a:lin ang="5400000" scaled="1"/>
          </a:gradFill>
          <a:ln w="12700">
            <a:solidFill>
              <a:srgbClr val="C0C0C0"/>
            </a:solidFill>
            <a:miter lim="800000"/>
            <a:headEnd/>
            <a:tailEnd/>
          </a:ln>
          <a:effectLst>
            <a:outerShdw dist="38100" dir="2700000" algn="tl" rotWithShape="0">
              <a:srgbClr val="808080">
                <a:alpha val="39999"/>
              </a:srgbClr>
            </a:outerShdw>
          </a:effectLst>
        </p:spPr>
        <p:txBody>
          <a:bodyPr lIns="216000" tIns="36000" rIns="216000" bIns="3600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ct val="200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000" b="1" i="0" u="none" strike="noStrike" kern="1200" cap="none" spc="0" normalizeH="0" baseline="0" noProof="1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Arial" pitchFamily="34" charset="0"/>
                <a:ea typeface="+mn-ea"/>
                <a:cs typeface="+mn-cs"/>
              </a:rPr>
              <a:t>Интерфейсы</a:t>
            </a:r>
          </a:p>
        </p:txBody>
      </p:sp>
      <p:sp>
        <p:nvSpPr>
          <p:cNvPr id="7" name="Rectangle 3"/>
          <p:cNvSpPr>
            <a:spLocks noGrp="1" noRot="1" noChangeArrowheads="1"/>
          </p:cNvSpPr>
          <p:nvPr>
            <p:ph type="body" sz="half" idx="4294967295"/>
          </p:nvPr>
        </p:nvSpPr>
        <p:spPr>
          <a:xfrm>
            <a:off x="3258866" y="2421111"/>
            <a:ext cx="8410575" cy="2232025"/>
          </a:xfrm>
          <a:prstGeom prst="rect">
            <a:avLst/>
          </a:prstGeom>
        </p:spPr>
        <p:txBody>
          <a:bodyPr/>
          <a:lstStyle/>
          <a:p>
            <a:pPr eaLnBrk="1" hangingPunct="1">
              <a:buClr>
                <a:schemeClr val="tx1"/>
              </a:buClr>
              <a:defRPr/>
            </a:pPr>
            <a:r>
              <a:rPr lang="ru-RU" sz="2800" dirty="0">
                <a:latin typeface="Arial" panose="020B0604020202020204" pitchFamily="34" charset="0"/>
                <a:cs typeface="Arial" panose="020B0604020202020204" pitchFamily="34" charset="0"/>
              </a:rPr>
              <a:t>Протоколы без установления логического соединения или протоколы обмена </a:t>
            </a:r>
            <a:r>
              <a:rPr lang="ru-RU" sz="2800" dirty="0" err="1">
                <a:latin typeface="Arial" panose="020B0604020202020204" pitchFamily="34" charset="0"/>
                <a:cs typeface="Arial" panose="020B0604020202020204" pitchFamily="34" charset="0"/>
              </a:rPr>
              <a:t>датаграммами</a:t>
            </a:r>
            <a:r>
              <a:rPr lang="ru-RU" sz="2800" dirty="0"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datagramm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r>
              <a:rPr lang="ru-RU" sz="2800" dirty="0">
                <a:latin typeface="Arial" panose="020B0604020202020204" pitchFamily="34" charset="0"/>
                <a:cs typeface="Arial" panose="020B0604020202020204" pitchFamily="34" charset="0"/>
              </a:rPr>
              <a:t> - 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connectionless</a:t>
            </a:r>
          </a:p>
          <a:p>
            <a:pPr eaLnBrk="1" hangingPunct="1">
              <a:buClr>
                <a:schemeClr val="tx1"/>
              </a:buClr>
              <a:defRPr/>
            </a:pPr>
            <a:r>
              <a:rPr lang="ru-RU" sz="2800" dirty="0">
                <a:latin typeface="Arial" panose="020B0604020202020204" pitchFamily="34" charset="0"/>
                <a:cs typeface="Arial" panose="020B0604020202020204" pitchFamily="34" charset="0"/>
              </a:rPr>
              <a:t>Протоколы, требующие установления логического соединения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– connection-oriented</a:t>
            </a:r>
            <a:endParaRPr lang="ru-RU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2" eaLnBrk="1" hangingPunct="1">
              <a:buClr>
                <a:schemeClr val="tx1"/>
              </a:buClr>
              <a:buFont typeface="Wingdings" panose="05000000000000000000" pitchFamily="2" charset="2"/>
              <a:buNone/>
              <a:defRPr/>
            </a:pPr>
            <a:endParaRPr lang="ru-RU" sz="18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91306199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Группа 2"/>
          <p:cNvGrpSpPr/>
          <p:nvPr/>
        </p:nvGrpSpPr>
        <p:grpSpPr>
          <a:xfrm>
            <a:off x="7752184" y="836712"/>
            <a:ext cx="2982912" cy="3433762"/>
            <a:chOff x="2775273" y="1162323"/>
            <a:chExt cx="2982912" cy="3433762"/>
          </a:xfrm>
        </p:grpSpPr>
        <p:sp>
          <p:nvSpPr>
            <p:cNvPr id="143361" name="WordArt 3"/>
            <p:cNvSpPr>
              <a:spLocks noChangeArrowheads="1" noChangeShapeType="1" noTextEdit="1"/>
            </p:cNvSpPr>
            <p:nvPr/>
          </p:nvSpPr>
          <p:spPr bwMode="gray">
            <a:xfrm>
              <a:off x="3592835" y="1162323"/>
              <a:ext cx="1322388" cy="2166937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ru-RU" sz="3600" b="0" i="0" u="none" strike="noStrike" kern="10" cap="none" spc="0" normalizeH="0" baseline="0" noProof="0" dirty="0">
                  <a:ln w="28575">
                    <a:solidFill>
                      <a:srgbClr val="FFFFFF"/>
                    </a:solidFill>
                    <a:round/>
                    <a:headEnd/>
                    <a:tailEnd/>
                  </a:ln>
                  <a:gradFill rotWithShape="1">
                    <a:gsLst>
                      <a:gs pos="0">
                        <a:srgbClr val="C0C0C0"/>
                      </a:gs>
                      <a:gs pos="100000">
                        <a:srgbClr val="484848"/>
                      </a:gs>
                    </a:gsLst>
                    <a:lin ang="5400000" scaled="1"/>
                  </a:gradFill>
                  <a:effectLst>
                    <a:outerShdw dist="63500" dir="2212194" algn="ctr" rotWithShape="0">
                      <a:srgbClr val="808080">
                        <a:alpha val="50000"/>
                      </a:srgbClr>
                    </a:outerShdw>
                  </a:effectLst>
                  <a:uLnTx/>
                  <a:uFillTx/>
                  <a:latin typeface="Arial Black"/>
                  <a:ea typeface="+mn-ea"/>
                  <a:cs typeface="Arial" charset="0"/>
                </a:rPr>
                <a:t>?</a:t>
              </a:r>
            </a:p>
          </p:txBody>
        </p:sp>
        <p:sp>
          <p:nvSpPr>
            <p:cNvPr id="143362" name="WordArt 8"/>
            <p:cNvSpPr>
              <a:spLocks noChangeArrowheads="1" noChangeShapeType="1" noTextEdit="1"/>
            </p:cNvSpPr>
            <p:nvPr/>
          </p:nvSpPr>
          <p:spPr bwMode="gray">
            <a:xfrm>
              <a:off x="2775273" y="2113235"/>
              <a:ext cx="1004887" cy="1647825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ru-RU" sz="3600" b="0" i="0" u="none" strike="noStrike" kern="10" cap="none" spc="0" normalizeH="0" baseline="0" noProof="0" dirty="0">
                  <a:ln w="28575">
                    <a:solidFill>
                      <a:srgbClr val="FFFFFF"/>
                    </a:solidFill>
                    <a:round/>
                    <a:headEnd/>
                    <a:tailEnd/>
                  </a:ln>
                  <a:gradFill rotWithShape="1">
                    <a:gsLst>
                      <a:gs pos="0">
                        <a:srgbClr val="FFFFFF"/>
                      </a:gs>
                      <a:gs pos="100000">
                        <a:srgbClr val="B4B4B4"/>
                      </a:gs>
                    </a:gsLst>
                    <a:lin ang="5400000" scaled="1"/>
                  </a:gradFill>
                  <a:effectLst>
                    <a:outerShdw dist="63500" dir="2212194" algn="ctr" rotWithShape="0">
                      <a:srgbClr val="808080">
                        <a:alpha val="50000"/>
                      </a:srgbClr>
                    </a:outerShdw>
                  </a:effectLst>
                  <a:uLnTx/>
                  <a:uFillTx/>
                  <a:latin typeface="Arial Black"/>
                  <a:ea typeface="+mn-ea"/>
                  <a:cs typeface="Arial" charset="0"/>
                </a:rPr>
                <a:t>?</a:t>
              </a:r>
            </a:p>
          </p:txBody>
        </p:sp>
        <p:sp>
          <p:nvSpPr>
            <p:cNvPr id="143363" name="WordArt 9"/>
            <p:cNvSpPr>
              <a:spLocks noChangeArrowheads="1" noChangeShapeType="1" noTextEdit="1"/>
            </p:cNvSpPr>
            <p:nvPr/>
          </p:nvSpPr>
          <p:spPr bwMode="gray">
            <a:xfrm>
              <a:off x="4211960" y="2060848"/>
              <a:ext cx="1546225" cy="2535237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ru-RU" sz="3600" b="0" i="0" u="none" strike="noStrike" kern="10" cap="none" spc="0" normalizeH="0" baseline="0" noProof="0" dirty="0">
                  <a:ln w="28575">
                    <a:solidFill>
                      <a:srgbClr val="FFFFFF"/>
                    </a:solidFill>
                    <a:round/>
                    <a:headEnd/>
                    <a:tailEnd/>
                  </a:ln>
                  <a:gradFill rotWithShape="1">
                    <a:gsLst>
                      <a:gs pos="0">
                        <a:srgbClr val="A1C4FF"/>
                      </a:gs>
                      <a:gs pos="100000">
                        <a:srgbClr val="2A79FF"/>
                      </a:gs>
                    </a:gsLst>
                    <a:lin ang="5400000" scaled="1"/>
                  </a:gradFill>
                  <a:effectLst>
                    <a:outerShdw dist="63500" dir="2212194" algn="ctr" rotWithShape="0">
                      <a:srgbClr val="808080">
                        <a:alpha val="50000"/>
                      </a:srgbClr>
                    </a:outerShdw>
                  </a:effectLst>
                  <a:uLnTx/>
                  <a:uFillTx/>
                  <a:latin typeface="Arial Black"/>
                  <a:ea typeface="+mn-ea"/>
                  <a:cs typeface="Arial" charset="0"/>
                </a:rPr>
                <a:t>?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764286734"/>
      </p:ext>
    </p:extLst>
  </p:cSld>
  <p:clrMapOvr>
    <a:masterClrMapping/>
  </p:clrMapOvr>
</p:sld>
</file>

<file path=ppt/theme/theme1.xml><?xml version="1.0" encoding="utf-8"?>
<a:theme xmlns:a="http://schemas.openxmlformats.org/drawingml/2006/main" name="1_Тема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3_Тема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gray">
        <a:gradFill rotWithShape="0">
          <a:gsLst>
            <a:gs pos="0">
              <a:srgbClr val="FFFFFF"/>
            </a:gs>
            <a:gs pos="100000">
              <a:srgbClr val="D9D9D9"/>
            </a:gs>
          </a:gsLst>
          <a:lin ang="5400000" scaled="1"/>
        </a:gradFill>
        <a:ln w="12700">
          <a:solidFill>
            <a:srgbClr val="C0C0C0"/>
          </a:solidFill>
          <a:miter lim="800000"/>
          <a:headEnd/>
          <a:tailEnd/>
        </a:ln>
        <a:effectLst>
          <a:outerShdw dist="38100" dir="2700000" algn="tl" rotWithShape="0">
            <a:srgbClr val="808080">
              <a:alpha val="39999"/>
            </a:srgbClr>
          </a:outerShdw>
        </a:effectLst>
      </a:spPr>
      <a:bodyPr lIns="216000" tIns="36000" rIns="216000" bIns="36000" anchor="ctr"/>
      <a:lstStyle>
        <a:defPPr defTabSz="457200" fontAlgn="base">
          <a:spcBef>
            <a:spcPct val="0"/>
          </a:spcBef>
          <a:spcAft>
            <a:spcPct val="0"/>
          </a:spcAft>
          <a:defRPr sz="2400" dirty="0">
            <a:solidFill>
              <a:prstClr val="black"/>
            </a:solidFill>
            <a:latin typeface="Arial" pitchFamily="34" charset="0"/>
            <a:cs typeface="Arial" pitchFamily="34" charset="0"/>
          </a:defRPr>
        </a:defPPr>
      </a:lstStyle>
    </a:spDef>
    <a:lnDef>
      <a:spPr>
        <a:ln w="50800">
          <a:solidFill>
            <a:srgbClr val="FF0000"/>
          </a:solidFill>
          <a:tailEnd type="arrow"/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2_Тема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gray">
        <a:gradFill rotWithShape="0">
          <a:gsLst>
            <a:gs pos="0">
              <a:srgbClr val="FFFFFF"/>
            </a:gs>
            <a:gs pos="100000">
              <a:srgbClr val="D9D9D9"/>
            </a:gs>
          </a:gsLst>
          <a:lin ang="5400000" scaled="1"/>
        </a:gradFill>
        <a:ln w="12700">
          <a:solidFill>
            <a:srgbClr val="C0C0C0"/>
          </a:solidFill>
          <a:miter lim="800000"/>
          <a:headEnd/>
          <a:tailEnd/>
        </a:ln>
        <a:effectLst>
          <a:outerShdw dist="38100" dir="2700000" algn="tl" rotWithShape="0">
            <a:srgbClr val="808080">
              <a:alpha val="39999"/>
            </a:srgbClr>
          </a:outerShdw>
        </a:effectLst>
      </a:spPr>
      <a:bodyPr lIns="216000" tIns="36000" rIns="216000" bIns="36000" anchor="ctr"/>
      <a:lstStyle>
        <a:defPPr defTabSz="457200" fontAlgn="base">
          <a:spcBef>
            <a:spcPct val="0"/>
          </a:spcBef>
          <a:spcAft>
            <a:spcPct val="0"/>
          </a:spcAft>
          <a:defRPr sz="2400" dirty="0">
            <a:solidFill>
              <a:prstClr val="black"/>
            </a:solidFill>
            <a:latin typeface="Arial" pitchFamily="34" charset="0"/>
            <a:cs typeface="Arial" pitchFamily="34" charset="0"/>
          </a:defRPr>
        </a:defPPr>
      </a:lstStyle>
    </a:spDef>
    <a:lnDef>
      <a:spPr>
        <a:ln w="12700">
          <a:solidFill>
            <a:schemeClr val="tx1"/>
          </a:solidFill>
          <a:headEnd type="none"/>
          <a:tailEnd type="none"/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5.xml><?xml version="1.0" encoding="utf-8"?>
<a:theme xmlns:a="http://schemas.openxmlformats.org/drawingml/2006/main" name="1_Larissa-Design">
  <a:themeElements>
    <a:clrScheme name="Standard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2A79FF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74747"/>
      </a:accent6>
      <a:hlink>
        <a:srgbClr val="C00000"/>
      </a:hlink>
      <a:folHlink>
        <a:srgbClr val="FFC00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noFill/>
        <a:ln w="12700">
          <a:solidFill>
            <a:srgbClr val="A50021"/>
          </a:solidFill>
          <a:round/>
          <a:headEnd/>
          <a:tailEnd/>
        </a:ln>
      </a:spPr>
      <a:bodyPr/>
      <a:lstStyle>
        <a:defPPr>
          <a:defRPr dirty="0"/>
        </a:defPPr>
      </a:lstStyle>
    </a:spDef>
  </a:objectDefaults>
  <a:extraClrSchemeLst/>
</a:theme>
</file>

<file path=ppt/theme/theme6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1592</Words>
  <Application>Microsoft Office PowerPoint</Application>
  <PresentationFormat>Широкоэкранный</PresentationFormat>
  <Paragraphs>886</Paragraphs>
  <Slides>39</Slides>
  <Notes>39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5</vt:i4>
      </vt:variant>
      <vt:variant>
        <vt:lpstr>Заголовки слайдов</vt:lpstr>
      </vt:variant>
      <vt:variant>
        <vt:i4>39</vt:i4>
      </vt:variant>
    </vt:vector>
  </HeadingPairs>
  <TitlesOfParts>
    <vt:vector size="51" baseType="lpstr">
      <vt:lpstr>Arial</vt:lpstr>
      <vt:lpstr>Arial Black</vt:lpstr>
      <vt:lpstr>Arial Unicode MS</vt:lpstr>
      <vt:lpstr>Calibri</vt:lpstr>
      <vt:lpstr>Lucida Grande CY</vt:lpstr>
      <vt:lpstr>Symbol</vt:lpstr>
      <vt:lpstr>Wingdings</vt:lpstr>
      <vt:lpstr>1_Тема Office</vt:lpstr>
      <vt:lpstr>3_Тема Office</vt:lpstr>
      <vt:lpstr>Тема Office</vt:lpstr>
      <vt:lpstr>2_Тема Office</vt:lpstr>
      <vt:lpstr>1_Larissa-Design</vt:lpstr>
      <vt:lpstr>Презентация PowerPoint</vt:lpstr>
      <vt:lpstr>Тема 1</vt:lpstr>
      <vt:lpstr>Презентация PowerPoint</vt:lpstr>
      <vt:lpstr>Презентация PowerPoint</vt:lpstr>
      <vt:lpstr>Сети и сетевые ОС </vt:lpstr>
      <vt:lpstr>Сети и сетевые ОС </vt:lpstr>
      <vt:lpstr>Сети и сетевые ОС </vt:lpstr>
      <vt:lpstr>Сети и сетевые ОС </vt:lpstr>
      <vt:lpstr>Сети и сетевые ОС </vt:lpstr>
      <vt:lpstr>Сети и сетевые ОС </vt:lpstr>
      <vt:lpstr>Сети и сетевые ОС </vt:lpstr>
      <vt:lpstr>Сети и сетевые ОС </vt:lpstr>
      <vt:lpstr>Сети и сетевые ОС </vt:lpstr>
      <vt:lpstr>Сети и сетевые ОС </vt:lpstr>
      <vt:lpstr>Сети и сетевые ОС </vt:lpstr>
      <vt:lpstr>Сети и сетевые ОС </vt:lpstr>
      <vt:lpstr>Сети и сетевые ОС </vt:lpstr>
      <vt:lpstr>Сети и сетевые ОС </vt:lpstr>
      <vt:lpstr>Сети и сетевые ОС </vt:lpstr>
      <vt:lpstr>Сети и сетевые ОС </vt:lpstr>
      <vt:lpstr>Сети и сетевые ОС </vt:lpstr>
      <vt:lpstr>Сети и сетевые ОС </vt:lpstr>
      <vt:lpstr>Сети и сетевые ОС </vt:lpstr>
      <vt:lpstr>Сети и сетевые ОС </vt:lpstr>
      <vt:lpstr>Сети и сетевые ОС </vt:lpstr>
      <vt:lpstr>Сети и сетевые ОС </vt:lpstr>
      <vt:lpstr>Сети и сетевые ОС </vt:lpstr>
      <vt:lpstr>Сети и сетевые ОС </vt:lpstr>
      <vt:lpstr>Сети и сетевые ОС </vt:lpstr>
      <vt:lpstr>Сети и сетевые ОС </vt:lpstr>
      <vt:lpstr>Сети и сетевые ОС </vt:lpstr>
      <vt:lpstr>Сети и сетевые ОС </vt:lpstr>
      <vt:lpstr>Сети и сетевые ОС </vt:lpstr>
      <vt:lpstr>Сети и сетевые ОС </vt:lpstr>
      <vt:lpstr>Сети и сетевые ОС </vt:lpstr>
      <vt:lpstr>Сети и сетевые ОС </vt:lpstr>
      <vt:lpstr>Сети и сетевые ОС </vt:lpstr>
      <vt:lpstr>Сети и сетевые ОС 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Операционные системы лекция 7</dc:title>
  <dc:creator/>
  <cp:lastModifiedBy>Владимир Карпов</cp:lastModifiedBy>
  <cp:revision>2</cp:revision>
  <dcterms:created xsi:type="dcterms:W3CDTF">2016-02-27T09:01:20Z</dcterms:created>
  <dcterms:modified xsi:type="dcterms:W3CDTF">2026-02-07T05:37:19Z</dcterms:modified>
</cp:coreProperties>
</file>