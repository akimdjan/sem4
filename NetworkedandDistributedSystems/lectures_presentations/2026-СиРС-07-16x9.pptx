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1"/>
    <p:sldMasterId id="2147483666" r:id="rId2"/>
    <p:sldMasterId id="2147483672" r:id="rId3"/>
    <p:sldMasterId id="2147483678" r:id="rId4"/>
  </p:sldMasterIdLst>
  <p:notesMasterIdLst>
    <p:notesMasterId r:id="rId31"/>
  </p:notesMasterIdLst>
  <p:sldIdLst>
    <p:sldId id="257" r:id="rId5"/>
    <p:sldId id="460" r:id="rId6"/>
    <p:sldId id="461" r:id="rId7"/>
    <p:sldId id="484" r:id="rId8"/>
    <p:sldId id="485" r:id="rId9"/>
    <p:sldId id="486" r:id="rId10"/>
    <p:sldId id="487" r:id="rId11"/>
    <p:sldId id="483" r:id="rId12"/>
    <p:sldId id="465" r:id="rId13"/>
    <p:sldId id="466" r:id="rId14"/>
    <p:sldId id="467" r:id="rId15"/>
    <p:sldId id="468" r:id="rId16"/>
    <p:sldId id="469" r:id="rId17"/>
    <p:sldId id="470" r:id="rId18"/>
    <p:sldId id="471" r:id="rId19"/>
    <p:sldId id="462" r:id="rId20"/>
    <p:sldId id="472" r:id="rId21"/>
    <p:sldId id="473" r:id="rId22"/>
    <p:sldId id="474" r:id="rId23"/>
    <p:sldId id="475" r:id="rId24"/>
    <p:sldId id="480" r:id="rId25"/>
    <p:sldId id="481" r:id="rId26"/>
    <p:sldId id="476" r:id="rId27"/>
    <p:sldId id="477" r:id="rId28"/>
    <p:sldId id="482" r:id="rId29"/>
    <p:sldId id="271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53404F6-AF45-403F-8B0B-E58FD8E18ED2}">
          <p14:sldIdLst>
            <p14:sldId id="257"/>
            <p14:sldId id="460"/>
            <p14:sldId id="461"/>
            <p14:sldId id="484"/>
            <p14:sldId id="485"/>
            <p14:sldId id="486"/>
            <p14:sldId id="487"/>
            <p14:sldId id="483"/>
            <p14:sldId id="465"/>
            <p14:sldId id="466"/>
            <p14:sldId id="467"/>
            <p14:sldId id="468"/>
            <p14:sldId id="469"/>
            <p14:sldId id="470"/>
            <p14:sldId id="471"/>
            <p14:sldId id="462"/>
            <p14:sldId id="472"/>
            <p14:sldId id="473"/>
            <p14:sldId id="474"/>
            <p14:sldId id="475"/>
            <p14:sldId id="480"/>
            <p14:sldId id="481"/>
            <p14:sldId id="476"/>
            <p14:sldId id="477"/>
            <p14:sldId id="482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6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606"/>
    <a:srgbClr val="008000"/>
    <a:srgbClr val="345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28" autoAdjust="0"/>
    <p:restoredTop sz="91335" autoAdjust="0"/>
  </p:normalViewPr>
  <p:slideViewPr>
    <p:cSldViewPr>
      <p:cViewPr varScale="1">
        <p:scale>
          <a:sx n="87" d="100"/>
          <a:sy n="87" d="100"/>
        </p:scale>
        <p:origin x="120" y="750"/>
      </p:cViewPr>
      <p:guideLst>
        <p:guide orient="horz" pos="361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AABB-C9C6-43AA-902A-833FEB3847CE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ECF74-1CAC-4F88-AAFE-84C98DBB3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46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1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823CC4-FED0-46D8-B338-6A49B477DF90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290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365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464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064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721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926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055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653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700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410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67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871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499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7707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362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6876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6849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9178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2989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871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1069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9823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536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7376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0A90FD3-1104-4C0E-BD19-C04AAB04E560}" type="slidenum">
              <a:rPr lang="de-DE" altLang="ru-RU" smtClean="0">
                <a:solidFill>
                  <a:prstClr val="black"/>
                </a:solidFill>
              </a:rPr>
              <a:pPr/>
              <a:t>26</a:t>
            </a:fld>
            <a:endParaRPr lang="de-DE" altLang="ru-RU">
              <a:solidFill>
                <a:prstClr val="black"/>
              </a:solidFill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4123936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8203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63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070437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30130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43371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056435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11339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64407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2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29234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27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18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22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presentationload.de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7" descr="Neutral Abstract 7 V1 F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24"/>
            <a:ext cx="1221668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hteck 19">
            <a:hlinkClick r:id="rId4"/>
          </p:cNvPr>
          <p:cNvSpPr/>
          <p:nvPr/>
        </p:nvSpPr>
        <p:spPr>
          <a:xfrm>
            <a:off x="9949730" y="6220439"/>
            <a:ext cx="2266950" cy="581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794993" y="2146914"/>
            <a:ext cx="75184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Сетевые и Распределенные Системы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</a:br>
            <a:endParaRPr lang="ru-RU" sz="5400" dirty="0">
              <a:solidFill>
                <a:srgbClr val="8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175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азвание 1"/>
          <p:cNvSpPr>
            <a:spLocks noGrp="1"/>
          </p:cNvSpPr>
          <p:nvPr>
            <p:ph type="title"/>
          </p:nvPr>
        </p:nvSpPr>
        <p:spPr>
          <a:xfrm>
            <a:off x="3264767" y="238125"/>
            <a:ext cx="8496300" cy="617538"/>
          </a:xfrm>
        </p:spPr>
        <p:txBody>
          <a:bodyPr/>
          <a:lstStyle/>
          <a:p>
            <a:pPr algn="l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Тема</a:t>
            </a:r>
            <a:r>
              <a:rPr kumimoji="0" lang="en-US" sz="3600" b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600" b="1" smtClean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7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866431" y="1069975"/>
            <a:ext cx="8134225" cy="1501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4000" dirty="0">
              <a:solidFill>
                <a:srgbClr val="003794"/>
              </a:solidFill>
              <a:latin typeface="Lucida Grande CY" pitchFamily="2" charset="-52"/>
              <a:cs typeface="Arial" pitchFamily="34" charset="0"/>
            </a:endParaRPr>
          </a:p>
          <a:p>
            <a:pPr marL="1440000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ru-RU" sz="4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  <a:endParaRPr lang="en-US" sz="4000" dirty="0">
              <a:solidFill>
                <a:srgbClr val="40404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2338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Суть проблемы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 smtClean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Проблема консенсуса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431688" y="2396925"/>
            <a:ext cx="842461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распределенных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системах важнейшей задачей является достижение согласия между процессами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>
              <a:spcAft>
                <a:spcPts val="1200"/>
              </a:spcAft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Процессы распределенной программы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должны 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уметь договариваться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об 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некотором общем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значении 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каких-то своих переменных (например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0 или 1)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Причем консенсус должен быть достигнут даже после отказов в распределенной системе.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8361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504056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Требования к алгоритмам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 smtClean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Проблема консенсуса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432026" y="1772816"/>
            <a:ext cx="8424614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Общее согласие (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Agreement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Все процессы должны договориться о едином 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значении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Обоснованность (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Validity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1200"/>
              </a:spcAft>
            </a:pPr>
            <a:r>
              <a:rPr lang="en-US" sz="2400" dirty="0" smtClean="0"/>
              <a:t>	</a:t>
            </a:r>
            <a:r>
              <a:rPr lang="ru-RU" sz="2400" dirty="0" smtClean="0"/>
              <a:t>Если все процессы предлагают одно и то же значение, </a:t>
            </a:r>
            <a:r>
              <a:rPr lang="en-US" sz="2400" dirty="0" smtClean="0"/>
              <a:t>	</a:t>
            </a:r>
            <a:r>
              <a:rPr lang="ru-RU" sz="2400" dirty="0" smtClean="0"/>
              <a:t>то они должны прийти к решению, соответствующему </a:t>
            </a:r>
            <a:r>
              <a:rPr lang="en-US" sz="2400" dirty="0" smtClean="0"/>
              <a:t>	</a:t>
            </a:r>
            <a:r>
              <a:rPr lang="ru-RU" sz="2400" dirty="0" smtClean="0"/>
              <a:t>этому значению.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Конечность  (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Termination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dirty="0"/>
              <a:t>Все </a:t>
            </a:r>
            <a:r>
              <a:rPr lang="ru-RU" sz="2400" dirty="0" smtClean="0"/>
              <a:t>работающие процессы </a:t>
            </a:r>
            <a:r>
              <a:rPr lang="ru-RU" sz="2400" dirty="0"/>
              <a:t>должны </a:t>
            </a:r>
            <a:r>
              <a:rPr lang="ru-RU" sz="2400" dirty="0" smtClean="0"/>
              <a:t>за конечное время 	принять </a:t>
            </a:r>
            <a:r>
              <a:rPr lang="ru-RU" sz="2400" dirty="0"/>
              <a:t>решение (определиться с одним значением, 0 </a:t>
            </a:r>
            <a:r>
              <a:rPr lang="ru-RU" sz="2400" dirty="0" smtClean="0"/>
              <a:t>	или </a:t>
            </a:r>
            <a:r>
              <a:rPr lang="ru-RU" sz="2400" dirty="0"/>
              <a:t>1</a:t>
            </a:r>
            <a:r>
              <a:rPr lang="ru-RU" sz="2400" dirty="0" smtClean="0"/>
              <a:t>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17354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0018" y="1711821"/>
            <a:ext cx="8712646" cy="4237459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Виды отказов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 smtClean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Проблема консенсуса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434122" y="2204864"/>
            <a:ext cx="8424614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Полный отказ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Crash Failures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Процесс полностью прекратил работу, не принимает и 	не отправляет сообщения. Работу не возобновляет.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Ошибки пропуска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Omission failures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600"/>
              </a:spcAft>
            </a:pPr>
            <a:r>
              <a:rPr lang="en-US" sz="2400" dirty="0" smtClean="0"/>
              <a:t>	</a:t>
            </a:r>
            <a:r>
              <a:rPr lang="ru-RU" sz="2400" dirty="0" smtClean="0"/>
              <a:t>- сбой при приеме (процесс не получил сообщение)</a:t>
            </a:r>
          </a:p>
          <a:p>
            <a:pPr lvl="1">
              <a:spcAft>
                <a:spcPts val="1200"/>
              </a:spcAft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- сбой при передаче  (не удалось отправить 	  	 	  сообщение)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8696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0018" y="1711821"/>
            <a:ext cx="8712646" cy="4237459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Виды отказов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 smtClean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Проблема консенсуса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434122" y="1988840"/>
            <a:ext cx="842461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eriod" startAt="3"/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Ошибк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ответа 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failures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spcAft>
                <a:spcPts val="600"/>
              </a:spcAft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- ошибка значения (были отправлены неправильные 	     	  данные)</a:t>
            </a:r>
          </a:p>
          <a:p>
            <a:pPr lvl="1">
              <a:spcAft>
                <a:spcPts val="1200"/>
              </a:spcAft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- ошибка обработки состояний (пришла неправильная 	 	  информация и ответ был непредсказуем)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 startAt="3"/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Византийские ошибки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Byzantine failures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600"/>
              </a:spcAft>
            </a:pPr>
            <a:r>
              <a:rPr lang="en-US" sz="2400" dirty="0" smtClean="0"/>
              <a:t>	</a:t>
            </a:r>
            <a:r>
              <a:rPr lang="ru-RU" sz="2400" dirty="0" smtClean="0"/>
              <a:t>абсолютно  непредсказуемое поведение (процесс 	специально не реагирует на сообщения, отправляет 	заведомо ложные данные)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4017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0018" y="1711821"/>
            <a:ext cx="8712646" cy="4237459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Теорема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FLP (Fischer, Lynch, Paterson)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 smtClean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Проблема консенсуса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63913" y="2708920"/>
            <a:ext cx="770485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асинхронной </a:t>
            </a:r>
            <a: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распределенной 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системе невозможно гарантировать достижение консенсуса, если хотя бы один из узлов может выйти из строя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 	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25048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Общие соображения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31704" y="1754000"/>
            <a:ext cx="84246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Если все процессы абсолютно одинаковы и не имеют отличительных характеристик, способа выбрать один из них в распределенной системе не существует.</a:t>
            </a:r>
          </a:p>
          <a:p>
            <a:pPr algn="ctr"/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Пусть все процессы имеют номера.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Координатором нужно назначить процесс с наибольшим номером.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Каждый процесс знает номера всех остальных процессов.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Неизвестно, кто из процессов работает, а кто – нет.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Сообщения не теряются</a:t>
            </a:r>
          </a:p>
        </p:txBody>
      </p:sp>
    </p:spTree>
    <p:extLst>
      <p:ext uri="{BB962C8B-B14F-4D97-AF65-F5344CB8AC3E}">
        <p14:creationId xmlns:p14="http://schemas.microsoft.com/office/powerpoint/2010/main" val="15295478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Алгоритм забияки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(Bully algorithm)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31704" y="1754000"/>
            <a:ext cx="8424614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Все процессы имеют номера.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процесс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обнаруживает, что координатор не отвечает, то он становится инициатором голосования:</a:t>
            </a:r>
            <a:endParaRPr lang="ru-RU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рассылает всем процессам с номерами, большими чем у него, сообщение «голосование».</a:t>
            </a:r>
          </a:p>
          <a:p>
            <a:pPr marL="457200" indent="-457200"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никто не отвечает «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ок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», процесс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выигрывает голосование и становится координатором, рассылая всем процессам сообщение «координатор».</a:t>
            </a:r>
          </a:p>
          <a:p>
            <a:pPr marL="457200" indent="-457200"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приходит ответ «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ок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» от какого-либо процесса с большим номером, процесс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выходит из борьбы.</a:t>
            </a:r>
          </a:p>
          <a:p>
            <a:pPr>
              <a:spcBef>
                <a:spcPts val="12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процесс получает сообщение «голосование» от процесса с меньшим номером, то он отвечает «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ок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» и, если не был инициатором голосования, то становится им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далее идем на </a:t>
            </a:r>
            <a:r>
              <a:rPr lang="ru-RU" sz="2000">
                <a:latin typeface="Arial" panose="020B0604020202020204" pitchFamily="34" charset="0"/>
                <a:cs typeface="Arial" panose="020B0604020202020204" pitchFamily="34" charset="0"/>
              </a:rPr>
              <a:t>пункт </a:t>
            </a:r>
            <a:r>
              <a:rPr lang="ru-RU" sz="2000" smtClean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5465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Алгоритм забияки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(Bully algorithm)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20323A4B-3136-4DDD-832B-1CC93EC669F6}"/>
              </a:ext>
            </a:extLst>
          </p:cNvPr>
          <p:cNvSpPr/>
          <p:nvPr/>
        </p:nvSpPr>
        <p:spPr>
          <a:xfrm>
            <a:off x="7392144" y="198884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2485C50-9B76-4293-8A9E-27D30CC4AB5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BE808DF-BAC6-498A-A593-7A4DCA0C3558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44DA8B88-4BD5-4CB4-9D5E-BC22EEA1E905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0FF7493B-8AB9-4723-BA08-AF392EFE5382}"/>
              </a:ext>
            </a:extLst>
          </p:cNvPr>
          <p:cNvSpPr/>
          <p:nvPr/>
        </p:nvSpPr>
        <p:spPr>
          <a:xfrm>
            <a:off x="631202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0C0C744E-E8A4-4FDE-A298-460CE8F2193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6B9555C-BAEB-4F59-B5A6-F5EBF643DA04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BF654F6A-9457-4791-A189-2F03576B8F78}"/>
              </a:ext>
            </a:extLst>
          </p:cNvPr>
          <p:cNvSpPr/>
          <p:nvPr/>
        </p:nvSpPr>
        <p:spPr>
          <a:xfrm>
            <a:off x="8544272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62146006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Алгоритм забияки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(Bully algorithm)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20323A4B-3136-4DDD-832B-1CC93EC669F6}"/>
              </a:ext>
            </a:extLst>
          </p:cNvPr>
          <p:cNvSpPr/>
          <p:nvPr/>
        </p:nvSpPr>
        <p:spPr>
          <a:xfrm>
            <a:off x="7392144" y="198884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2485C50-9B76-4293-8A9E-27D30CC4AB5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BE808DF-BAC6-498A-A593-7A4DCA0C3558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44DA8B88-4BD5-4CB4-9D5E-BC22EEA1E905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0FF7493B-8AB9-4723-BA08-AF392EFE5382}"/>
              </a:ext>
            </a:extLst>
          </p:cNvPr>
          <p:cNvSpPr/>
          <p:nvPr/>
        </p:nvSpPr>
        <p:spPr>
          <a:xfrm>
            <a:off x="631202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0C0C744E-E8A4-4FDE-A298-460CE8F2193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6B9555C-BAEB-4F59-B5A6-F5EBF643DA04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BF654F6A-9457-4791-A189-2F03576B8F78}"/>
              </a:ext>
            </a:extLst>
          </p:cNvPr>
          <p:cNvSpPr/>
          <p:nvPr/>
        </p:nvSpPr>
        <p:spPr>
          <a:xfrm>
            <a:off x="8544272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3756C4C6-DAFE-48E0-8C2C-A71DB02318FE}"/>
              </a:ext>
            </a:extLst>
          </p:cNvPr>
          <p:cNvCxnSpPr/>
          <p:nvPr/>
        </p:nvCxnSpPr>
        <p:spPr>
          <a:xfrm>
            <a:off x="6312024" y="2348880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03F8CB41-FE90-4A4B-95AF-7265BEF1B51D}"/>
              </a:ext>
            </a:extLst>
          </p:cNvPr>
          <p:cNvCxnSpPr>
            <a:cxnSpLocks/>
          </p:cNvCxnSpPr>
          <p:nvPr/>
        </p:nvCxnSpPr>
        <p:spPr>
          <a:xfrm flipH="1">
            <a:off x="6299448" y="2312876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26EE43F8-2DA1-4A0A-922B-2035B0B1B028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xmlns="" id="{0EF41377-8A26-4EF6-A5BB-FC2C1525175F}"/>
              </a:ext>
            </a:extLst>
          </p:cNvPr>
          <p:cNvCxnSpPr>
            <a:cxnSpLocks/>
            <a:stCxn id="17" idx="7"/>
            <a:endCxn id="11" idx="3"/>
          </p:cNvCxnSpPr>
          <p:nvPr/>
        </p:nvCxnSpPr>
        <p:spPr>
          <a:xfrm flipV="1">
            <a:off x="7883845" y="3992709"/>
            <a:ext cx="1104830" cy="1104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xmlns="" id="{75D9741B-13FC-437E-A739-DC4475D87C2D}"/>
              </a:ext>
            </a:extLst>
          </p:cNvPr>
          <p:cNvCxnSpPr>
            <a:stCxn id="17" idx="1"/>
            <a:endCxn id="8" idx="5"/>
          </p:cNvCxnSpPr>
          <p:nvPr/>
        </p:nvCxnSpPr>
        <p:spPr>
          <a:xfrm flipH="1" flipV="1">
            <a:off x="6299669" y="3992709"/>
            <a:ext cx="1176838" cy="1104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xmlns="" id="{21BFBE54-33C0-4506-B07A-8A3774C57658}"/>
              </a:ext>
            </a:extLst>
          </p:cNvPr>
          <p:cNvCxnSpPr>
            <a:stCxn id="17" idx="0"/>
          </p:cNvCxnSpPr>
          <p:nvPr/>
        </p:nvCxnSpPr>
        <p:spPr>
          <a:xfrm flipH="1" flipV="1">
            <a:off x="6695714" y="2996952"/>
            <a:ext cx="984463" cy="2016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8E5CB336-BDAD-4968-ADEE-CEF92E29B444}"/>
              </a:ext>
            </a:extLst>
          </p:cNvPr>
          <p:cNvSpPr txBox="1"/>
          <p:nvPr/>
        </p:nvSpPr>
        <p:spPr>
          <a:xfrm>
            <a:off x="7968208" y="410843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vote</a:t>
            </a:r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BB7F3135-9A5E-43B0-9800-26FD5AB1C9F2}"/>
              </a:ext>
            </a:extLst>
          </p:cNvPr>
          <p:cNvSpPr txBox="1"/>
          <p:nvPr/>
        </p:nvSpPr>
        <p:spPr>
          <a:xfrm>
            <a:off x="7032104" y="327569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vote</a:t>
            </a:r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F5162BE7-DE6C-4163-BB9C-4251EB5C56AE}"/>
              </a:ext>
            </a:extLst>
          </p:cNvPr>
          <p:cNvSpPr txBox="1"/>
          <p:nvPr/>
        </p:nvSpPr>
        <p:spPr>
          <a:xfrm>
            <a:off x="6384032" y="3851756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41951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0" grpId="0"/>
      <p:bldP spid="31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Алгоритм забияки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(Bully algorithm)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20323A4B-3136-4DDD-832B-1CC93EC669F6}"/>
              </a:ext>
            </a:extLst>
          </p:cNvPr>
          <p:cNvSpPr/>
          <p:nvPr/>
        </p:nvSpPr>
        <p:spPr>
          <a:xfrm>
            <a:off x="7392144" y="198884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2485C50-9B76-4293-8A9E-27D30CC4AB5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BE808DF-BAC6-498A-A593-7A4DCA0C3558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44DA8B88-4BD5-4CB4-9D5E-BC22EEA1E905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0FF7493B-8AB9-4723-BA08-AF392EFE5382}"/>
              </a:ext>
            </a:extLst>
          </p:cNvPr>
          <p:cNvSpPr/>
          <p:nvPr/>
        </p:nvSpPr>
        <p:spPr>
          <a:xfrm>
            <a:off x="631202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0C0C744E-E8A4-4FDE-A298-460CE8F2193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6B9555C-BAEB-4F59-B5A6-F5EBF643DA04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BF654F6A-9457-4791-A189-2F03576B8F78}"/>
              </a:ext>
            </a:extLst>
          </p:cNvPr>
          <p:cNvSpPr/>
          <p:nvPr/>
        </p:nvSpPr>
        <p:spPr>
          <a:xfrm>
            <a:off x="8544272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3756C4C6-DAFE-48E0-8C2C-A71DB02318FE}"/>
              </a:ext>
            </a:extLst>
          </p:cNvPr>
          <p:cNvCxnSpPr/>
          <p:nvPr/>
        </p:nvCxnSpPr>
        <p:spPr>
          <a:xfrm>
            <a:off x="6312024" y="2348880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03F8CB41-FE90-4A4B-95AF-7265BEF1B51D}"/>
              </a:ext>
            </a:extLst>
          </p:cNvPr>
          <p:cNvCxnSpPr>
            <a:cxnSpLocks/>
          </p:cNvCxnSpPr>
          <p:nvPr/>
        </p:nvCxnSpPr>
        <p:spPr>
          <a:xfrm flipH="1">
            <a:off x="6299448" y="2312876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26EE43F8-2DA1-4A0A-922B-2035B0B1B028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xmlns="" id="{0EF41377-8A26-4EF6-A5BB-FC2C1525175F}"/>
              </a:ext>
            </a:extLst>
          </p:cNvPr>
          <p:cNvCxnSpPr>
            <a:cxnSpLocks/>
            <a:stCxn id="17" idx="7"/>
            <a:endCxn id="11" idx="3"/>
          </p:cNvCxnSpPr>
          <p:nvPr/>
        </p:nvCxnSpPr>
        <p:spPr>
          <a:xfrm flipV="1">
            <a:off x="7883845" y="3992709"/>
            <a:ext cx="1104830" cy="110483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xmlns="" id="{75D9741B-13FC-437E-A739-DC4475D87C2D}"/>
              </a:ext>
            </a:extLst>
          </p:cNvPr>
          <p:cNvCxnSpPr>
            <a:stCxn id="17" idx="1"/>
            <a:endCxn id="8" idx="5"/>
          </p:cNvCxnSpPr>
          <p:nvPr/>
        </p:nvCxnSpPr>
        <p:spPr>
          <a:xfrm flipH="1" flipV="1">
            <a:off x="6299669" y="3992709"/>
            <a:ext cx="1176838" cy="110483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8E5CB336-BDAD-4968-ADEE-CEF92E29B444}"/>
              </a:ext>
            </a:extLst>
          </p:cNvPr>
          <p:cNvSpPr txBox="1"/>
          <p:nvPr/>
        </p:nvSpPr>
        <p:spPr>
          <a:xfrm>
            <a:off x="7968208" y="410843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ok</a:t>
            </a:r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F5162BE7-DE6C-4163-BB9C-4251EB5C56AE}"/>
              </a:ext>
            </a:extLst>
          </p:cNvPr>
          <p:cNvSpPr txBox="1"/>
          <p:nvPr/>
        </p:nvSpPr>
        <p:spPr>
          <a:xfrm>
            <a:off x="6384032" y="3851756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14884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0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Алгоритм забияки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(Bully algorithm)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20323A4B-3136-4DDD-832B-1CC93EC669F6}"/>
              </a:ext>
            </a:extLst>
          </p:cNvPr>
          <p:cNvSpPr/>
          <p:nvPr/>
        </p:nvSpPr>
        <p:spPr>
          <a:xfrm>
            <a:off x="7392144" y="198884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2485C50-9B76-4293-8A9E-27D30CC4AB5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BE808DF-BAC6-498A-A593-7A4DCA0C3558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44DA8B88-4BD5-4CB4-9D5E-BC22EEA1E905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0FF7493B-8AB9-4723-BA08-AF392EFE5382}"/>
              </a:ext>
            </a:extLst>
          </p:cNvPr>
          <p:cNvSpPr/>
          <p:nvPr/>
        </p:nvSpPr>
        <p:spPr>
          <a:xfrm>
            <a:off x="631202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0C0C744E-E8A4-4FDE-A298-460CE8F2193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6B9555C-BAEB-4F59-B5A6-F5EBF643DA04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BF654F6A-9457-4791-A189-2F03576B8F78}"/>
              </a:ext>
            </a:extLst>
          </p:cNvPr>
          <p:cNvSpPr/>
          <p:nvPr/>
        </p:nvSpPr>
        <p:spPr>
          <a:xfrm>
            <a:off x="8544272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3756C4C6-DAFE-48E0-8C2C-A71DB02318FE}"/>
              </a:ext>
            </a:extLst>
          </p:cNvPr>
          <p:cNvCxnSpPr/>
          <p:nvPr/>
        </p:nvCxnSpPr>
        <p:spPr>
          <a:xfrm>
            <a:off x="6312024" y="2348880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03F8CB41-FE90-4A4B-95AF-7265BEF1B51D}"/>
              </a:ext>
            </a:extLst>
          </p:cNvPr>
          <p:cNvCxnSpPr>
            <a:cxnSpLocks/>
          </p:cNvCxnSpPr>
          <p:nvPr/>
        </p:nvCxnSpPr>
        <p:spPr>
          <a:xfrm flipH="1">
            <a:off x="6299448" y="2312876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26EE43F8-2DA1-4A0A-922B-2035B0B1B028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xmlns="" id="{72B4DFA4-6A3D-4136-91DA-D320CB195C84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xmlns="" id="{28B29406-0708-4974-AD66-4A23DE62364C}"/>
              </a:ext>
            </a:extLst>
          </p:cNvPr>
          <p:cNvCxnSpPr>
            <a:stCxn id="17" idx="2"/>
          </p:cNvCxnSpPr>
          <p:nvPr/>
        </p:nvCxnSpPr>
        <p:spPr>
          <a:xfrm flipH="1" flipV="1">
            <a:off x="6883896" y="2852936"/>
            <a:ext cx="2020416" cy="936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xmlns="" id="{C0C22276-CA93-45BA-80E1-E37680CE44D1}"/>
              </a:ext>
            </a:extLst>
          </p:cNvPr>
          <p:cNvCxnSpPr>
            <a:stCxn id="17" idx="2"/>
            <a:endCxn id="21" idx="6"/>
          </p:cNvCxnSpPr>
          <p:nvPr/>
        </p:nvCxnSpPr>
        <p:spPr>
          <a:xfrm flipH="1">
            <a:off x="6384032" y="3789040"/>
            <a:ext cx="25202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xmlns="" id="{9EAA5083-BD7F-43F2-A520-A0F6CA501C24}"/>
              </a:ext>
            </a:extLst>
          </p:cNvPr>
          <p:cNvCxnSpPr>
            <a:cxnSpLocks/>
          </p:cNvCxnSpPr>
          <p:nvPr/>
        </p:nvCxnSpPr>
        <p:spPr>
          <a:xfrm flipV="1">
            <a:off x="6206108" y="2996952"/>
            <a:ext cx="249932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FCD4667-68F4-4388-93E6-7882FDC47B01}"/>
              </a:ext>
            </a:extLst>
          </p:cNvPr>
          <p:cNvSpPr txBox="1"/>
          <p:nvPr/>
        </p:nvSpPr>
        <p:spPr>
          <a:xfrm>
            <a:off x="7248128" y="386104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vote</a:t>
            </a:r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37023C7A-525F-41F0-A1B8-1EB023CAA989}"/>
              </a:ext>
            </a:extLst>
          </p:cNvPr>
          <p:cNvSpPr txBox="1"/>
          <p:nvPr/>
        </p:nvSpPr>
        <p:spPr>
          <a:xfrm>
            <a:off x="7608168" y="2843644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vote</a:t>
            </a:r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D279CCE-58CB-4650-B2C3-E392D4123D00}"/>
              </a:ext>
            </a:extLst>
          </p:cNvPr>
          <p:cNvSpPr txBox="1"/>
          <p:nvPr/>
        </p:nvSpPr>
        <p:spPr>
          <a:xfrm>
            <a:off x="5663952" y="305966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55221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Алгоритм забияки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(Bully algorithm)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20323A4B-3136-4DDD-832B-1CC93EC669F6}"/>
              </a:ext>
            </a:extLst>
          </p:cNvPr>
          <p:cNvSpPr/>
          <p:nvPr/>
        </p:nvSpPr>
        <p:spPr>
          <a:xfrm>
            <a:off x="7392144" y="198884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2485C50-9B76-4293-8A9E-27D30CC4AB5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BE808DF-BAC6-498A-A593-7A4DCA0C3558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44DA8B88-4BD5-4CB4-9D5E-BC22EEA1E905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0FF7493B-8AB9-4723-BA08-AF392EFE5382}"/>
              </a:ext>
            </a:extLst>
          </p:cNvPr>
          <p:cNvSpPr/>
          <p:nvPr/>
        </p:nvSpPr>
        <p:spPr>
          <a:xfrm>
            <a:off x="631202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0C0C744E-E8A4-4FDE-A298-460CE8F2193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6B9555C-BAEB-4F59-B5A6-F5EBF643DA04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BF654F6A-9457-4791-A189-2F03576B8F78}"/>
              </a:ext>
            </a:extLst>
          </p:cNvPr>
          <p:cNvSpPr/>
          <p:nvPr/>
        </p:nvSpPr>
        <p:spPr>
          <a:xfrm>
            <a:off x="8544272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3756C4C6-DAFE-48E0-8C2C-A71DB02318FE}"/>
              </a:ext>
            </a:extLst>
          </p:cNvPr>
          <p:cNvCxnSpPr/>
          <p:nvPr/>
        </p:nvCxnSpPr>
        <p:spPr>
          <a:xfrm>
            <a:off x="6312024" y="2348880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03F8CB41-FE90-4A4B-95AF-7265BEF1B51D}"/>
              </a:ext>
            </a:extLst>
          </p:cNvPr>
          <p:cNvCxnSpPr>
            <a:cxnSpLocks/>
          </p:cNvCxnSpPr>
          <p:nvPr/>
        </p:nvCxnSpPr>
        <p:spPr>
          <a:xfrm flipH="1">
            <a:off x="6299448" y="2312876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26EE43F8-2DA1-4A0A-922B-2035B0B1B028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xmlns="" id="{72B4DFA4-6A3D-4136-91DA-D320CB195C84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xmlns="" id="{C0C22276-CA93-45BA-80E1-E37680CE44D1}"/>
              </a:ext>
            </a:extLst>
          </p:cNvPr>
          <p:cNvCxnSpPr>
            <a:stCxn id="17" idx="2"/>
            <a:endCxn id="21" idx="6"/>
          </p:cNvCxnSpPr>
          <p:nvPr/>
        </p:nvCxnSpPr>
        <p:spPr>
          <a:xfrm flipH="1">
            <a:off x="6384032" y="3789040"/>
            <a:ext cx="2520280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xmlns="" id="{9EAA5083-BD7F-43F2-A520-A0F6CA501C24}"/>
              </a:ext>
            </a:extLst>
          </p:cNvPr>
          <p:cNvCxnSpPr>
            <a:cxnSpLocks/>
          </p:cNvCxnSpPr>
          <p:nvPr/>
        </p:nvCxnSpPr>
        <p:spPr>
          <a:xfrm flipV="1">
            <a:off x="6206108" y="2996952"/>
            <a:ext cx="249932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FCD4667-68F4-4388-93E6-7882FDC47B01}"/>
              </a:ext>
            </a:extLst>
          </p:cNvPr>
          <p:cNvSpPr txBox="1"/>
          <p:nvPr/>
        </p:nvSpPr>
        <p:spPr>
          <a:xfrm>
            <a:off x="7248128" y="386104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ok</a:t>
            </a:r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D279CCE-58CB-4650-B2C3-E392D4123D00}"/>
              </a:ext>
            </a:extLst>
          </p:cNvPr>
          <p:cNvSpPr txBox="1"/>
          <p:nvPr/>
        </p:nvSpPr>
        <p:spPr>
          <a:xfrm>
            <a:off x="5663952" y="305966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724783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8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Алгоритм забияки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(Bully algorithm)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20323A4B-3136-4DDD-832B-1CC93EC669F6}"/>
              </a:ext>
            </a:extLst>
          </p:cNvPr>
          <p:cNvSpPr/>
          <p:nvPr/>
        </p:nvSpPr>
        <p:spPr>
          <a:xfrm>
            <a:off x="7392144" y="198884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2485C50-9B76-4293-8A9E-27D30CC4AB5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BE808DF-BAC6-498A-A593-7A4DCA0C3558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44DA8B88-4BD5-4CB4-9D5E-BC22EEA1E905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0FF7493B-8AB9-4723-BA08-AF392EFE5382}"/>
              </a:ext>
            </a:extLst>
          </p:cNvPr>
          <p:cNvSpPr/>
          <p:nvPr/>
        </p:nvSpPr>
        <p:spPr>
          <a:xfrm>
            <a:off x="631202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0C0C744E-E8A4-4FDE-A298-460CE8F2193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6B9555C-BAEB-4F59-B5A6-F5EBF643DA04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BF654F6A-9457-4791-A189-2F03576B8F78}"/>
              </a:ext>
            </a:extLst>
          </p:cNvPr>
          <p:cNvSpPr/>
          <p:nvPr/>
        </p:nvSpPr>
        <p:spPr>
          <a:xfrm>
            <a:off x="8544272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3756C4C6-DAFE-48E0-8C2C-A71DB02318FE}"/>
              </a:ext>
            </a:extLst>
          </p:cNvPr>
          <p:cNvCxnSpPr/>
          <p:nvPr/>
        </p:nvCxnSpPr>
        <p:spPr>
          <a:xfrm>
            <a:off x="6312024" y="2348880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03F8CB41-FE90-4A4B-95AF-7265BEF1B51D}"/>
              </a:ext>
            </a:extLst>
          </p:cNvPr>
          <p:cNvCxnSpPr>
            <a:cxnSpLocks/>
          </p:cNvCxnSpPr>
          <p:nvPr/>
        </p:nvCxnSpPr>
        <p:spPr>
          <a:xfrm flipH="1">
            <a:off x="6299448" y="2312876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FCD4667-68F4-4388-93E6-7882FDC47B01}"/>
              </a:ext>
            </a:extLst>
          </p:cNvPr>
          <p:cNvSpPr txBox="1"/>
          <p:nvPr/>
        </p:nvSpPr>
        <p:spPr>
          <a:xfrm>
            <a:off x="6744072" y="3779747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lider</a:t>
            </a:r>
            <a:endParaRPr lang="ru-RU" dirty="0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xmlns="" id="{92B3618E-B188-4630-81FA-40004A2EB5C8}"/>
              </a:ext>
            </a:extLst>
          </p:cNvPr>
          <p:cNvCxnSpPr>
            <a:cxnSpLocks/>
            <a:stCxn id="21" idx="7"/>
            <a:endCxn id="2" idx="3"/>
          </p:cNvCxnSpPr>
          <p:nvPr/>
        </p:nvCxnSpPr>
        <p:spPr>
          <a:xfrm flipV="1">
            <a:off x="6299669" y="2480541"/>
            <a:ext cx="1176838" cy="1104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xmlns="" id="{17D7BE8A-AD1D-4980-83A8-FD3667D5F775}"/>
              </a:ext>
            </a:extLst>
          </p:cNvPr>
          <p:cNvCxnSpPr>
            <a:cxnSpLocks/>
            <a:endCxn id="14" idx="3"/>
          </p:cNvCxnSpPr>
          <p:nvPr/>
        </p:nvCxnSpPr>
        <p:spPr>
          <a:xfrm flipV="1">
            <a:off x="6359323" y="2912589"/>
            <a:ext cx="2197305" cy="757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xmlns="" id="{10F3495B-CC64-4B16-998A-3DAEEBBF9EDA}"/>
              </a:ext>
            </a:extLst>
          </p:cNvPr>
          <p:cNvCxnSpPr>
            <a:stCxn id="21" idx="6"/>
            <a:endCxn id="11" idx="2"/>
          </p:cNvCxnSpPr>
          <p:nvPr/>
        </p:nvCxnSpPr>
        <p:spPr>
          <a:xfrm>
            <a:off x="6384032" y="3789040"/>
            <a:ext cx="25202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xmlns="" id="{AB003B41-CC89-48B7-9694-96BFC1A93DB8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6312025" y="3920701"/>
            <a:ext cx="2316611" cy="6727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xmlns="" id="{EB52EFB3-5E3B-46FC-A9ED-29E147543258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221485" y="4005065"/>
            <a:ext cx="1255023" cy="1092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xmlns="" id="{1B5929A8-3647-43E2-B88E-2F1DA52F442D}"/>
              </a:ext>
            </a:extLst>
          </p:cNvPr>
          <p:cNvCxnSpPr>
            <a:stCxn id="21" idx="4"/>
            <a:endCxn id="13" idx="1"/>
          </p:cNvCxnSpPr>
          <p:nvPr/>
        </p:nvCxnSpPr>
        <p:spPr>
          <a:xfrm>
            <a:off x="6096001" y="4077073"/>
            <a:ext cx="300387" cy="51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58F6B1D0-42C6-4098-AD7A-193457A20CC2}"/>
              </a:ext>
            </a:extLst>
          </p:cNvPr>
          <p:cNvSpPr txBox="1"/>
          <p:nvPr/>
        </p:nvSpPr>
        <p:spPr>
          <a:xfrm>
            <a:off x="6672064" y="414908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lider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2200415C-824A-4312-BC2C-1E4A79798B7A}"/>
              </a:ext>
            </a:extLst>
          </p:cNvPr>
          <p:cNvSpPr txBox="1"/>
          <p:nvPr/>
        </p:nvSpPr>
        <p:spPr>
          <a:xfrm>
            <a:off x="5735960" y="422108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lider</a:t>
            </a:r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C06AEF4E-9D9E-41C6-A405-DCC4BB622943}"/>
              </a:ext>
            </a:extLst>
          </p:cNvPr>
          <p:cNvSpPr txBox="1"/>
          <p:nvPr/>
        </p:nvSpPr>
        <p:spPr>
          <a:xfrm>
            <a:off x="7248128" y="342900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lider</a:t>
            </a:r>
            <a:endParaRPr lang="ru-RU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B4B29E2A-86F5-4D06-BF09-1C37FC96CEAE}"/>
              </a:ext>
            </a:extLst>
          </p:cNvPr>
          <p:cNvSpPr txBox="1"/>
          <p:nvPr/>
        </p:nvSpPr>
        <p:spPr>
          <a:xfrm>
            <a:off x="7400528" y="278092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lider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780DF81E-C238-4D45-ABF1-CED7F5DA9D7E}"/>
              </a:ext>
            </a:extLst>
          </p:cNvPr>
          <p:cNvSpPr txBox="1"/>
          <p:nvPr/>
        </p:nvSpPr>
        <p:spPr>
          <a:xfrm>
            <a:off x="5951984" y="305966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lider</a:t>
            </a:r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xmlns="" id="{72B4DFA4-6A3D-4136-91DA-D320CB195C84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171581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(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Чана-Робертса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31704" y="1753999"/>
            <a:ext cx="8424614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Все процессы имеют номера от 0 до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- 1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Процессы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логически связаны в кольцо: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й процесс предшествует процессу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i+1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при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от 0 до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2,  процесс 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- 1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предшествует 0-му процессу.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Пусть процесс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обнаружил, что координатор не отвечает. 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Процесс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посылает сообщение «голосование» следующему процессу, добавив в него свой номер.</a:t>
            </a:r>
          </a:p>
          <a:p>
            <a:pPr marL="457200" indent="-457200"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Если ответа «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ок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» нет, процесс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посылает сообщение «голосование» с добавленным своим номером следующему по кругу процессу.</a:t>
            </a:r>
          </a:p>
          <a:p>
            <a:pPr marL="457200" indent="-457200">
              <a:spcBef>
                <a:spcPts val="1200"/>
              </a:spcBef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Если процесс получает сообщение «голосование», то он отвечает «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ок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». </a:t>
            </a:r>
            <a:r>
              <a:rPr lang="ru-RU">
                <a:latin typeface="Arial" panose="020B0604020202020204" pitchFamily="34" charset="0"/>
                <a:cs typeface="Arial" panose="020B0604020202020204" pitchFamily="34" charset="0"/>
              </a:rPr>
              <a:t>Если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его нет в списке процессов сообщения, то переход на пункт 1.</a:t>
            </a:r>
          </a:p>
          <a:p>
            <a:pPr marL="457200" indent="-457200"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Если он есть в списке процессов, то он определяет координатора и посылает по кругу сообщение «координатор», указав в нем номер координатора и свой номер.</a:t>
            </a:r>
          </a:p>
          <a:p>
            <a:pPr marL="457200" indent="-457200">
              <a:spcBef>
                <a:spcPts val="1200"/>
              </a:spcBef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 завершении круга сообщение «координатор» дальше не передается.</a:t>
            </a:r>
          </a:p>
        </p:txBody>
      </p:sp>
    </p:spTree>
    <p:extLst>
      <p:ext uri="{BB962C8B-B14F-4D97-AF65-F5344CB8AC3E}">
        <p14:creationId xmlns:p14="http://schemas.microsoft.com/office/powerpoint/2010/main" val="64228590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20323A4B-3136-4DDD-832B-1CC93EC669F6}"/>
              </a:ext>
            </a:extLst>
          </p:cNvPr>
          <p:cNvSpPr/>
          <p:nvPr/>
        </p:nvSpPr>
        <p:spPr>
          <a:xfrm>
            <a:off x="7392144" y="198884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2485C50-9B76-4293-8A9E-27D30CC4AB5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BE808DF-BAC6-498A-A593-7A4DCA0C3558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44DA8B88-4BD5-4CB4-9D5E-BC22EEA1E905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0FF7493B-8AB9-4723-BA08-AF392EFE5382}"/>
              </a:ext>
            </a:extLst>
          </p:cNvPr>
          <p:cNvSpPr/>
          <p:nvPr/>
        </p:nvSpPr>
        <p:spPr>
          <a:xfrm>
            <a:off x="631202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0C0C744E-E8A4-4FDE-A298-460CE8F2193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6B9555C-BAEB-4F59-B5A6-F5EBF643DA04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BF654F6A-9457-4791-A189-2F03576B8F78}"/>
              </a:ext>
            </a:extLst>
          </p:cNvPr>
          <p:cNvSpPr/>
          <p:nvPr/>
        </p:nvSpPr>
        <p:spPr>
          <a:xfrm>
            <a:off x="8544272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Rechteck 36">
            <a:extLst>
              <a:ext uri="{FF2B5EF4-FFF2-40B4-BE49-F238E27FC236}">
                <a16:creationId xmlns:a16="http://schemas.microsoft.com/office/drawing/2014/main" xmlns="" id="{347AEF90-432D-4640-9ECF-FEB9A36497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(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Чана-Робертса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032774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20323A4B-3136-4DDD-832B-1CC93EC669F6}"/>
              </a:ext>
            </a:extLst>
          </p:cNvPr>
          <p:cNvSpPr/>
          <p:nvPr/>
        </p:nvSpPr>
        <p:spPr>
          <a:xfrm>
            <a:off x="7392144" y="198884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2485C50-9B76-4293-8A9E-27D30CC4AB5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BE808DF-BAC6-498A-A593-7A4DCA0C3558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44DA8B88-4BD5-4CB4-9D5E-BC22EEA1E905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0FF7493B-8AB9-4723-BA08-AF392EFE5382}"/>
              </a:ext>
            </a:extLst>
          </p:cNvPr>
          <p:cNvSpPr/>
          <p:nvPr/>
        </p:nvSpPr>
        <p:spPr>
          <a:xfrm>
            <a:off x="631202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0C0C744E-E8A4-4FDE-A298-460CE8F2193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6B9555C-BAEB-4F59-B5A6-F5EBF643DA04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BF654F6A-9457-4791-A189-2F03576B8F78}"/>
              </a:ext>
            </a:extLst>
          </p:cNvPr>
          <p:cNvSpPr/>
          <p:nvPr/>
        </p:nvSpPr>
        <p:spPr>
          <a:xfrm>
            <a:off x="8544272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Rechteck 36">
            <a:extLst>
              <a:ext uri="{FF2B5EF4-FFF2-40B4-BE49-F238E27FC236}">
                <a16:creationId xmlns:a16="http://schemas.microsoft.com/office/drawing/2014/main" xmlns="" id="{347AEF90-432D-4640-9ECF-FEB9A36497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(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Чана-Робертса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B090E8D5-DBBE-4BC2-9763-F79888165E7F}"/>
              </a:ext>
            </a:extLst>
          </p:cNvPr>
          <p:cNvCxnSpPr>
            <a:cxnSpLocks/>
          </p:cNvCxnSpPr>
          <p:nvPr/>
        </p:nvCxnSpPr>
        <p:spPr>
          <a:xfrm flipH="1">
            <a:off x="6299448" y="2312876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7A8F2942-BC67-4866-98FC-5B448FC0FE4B}"/>
              </a:ext>
            </a:extLst>
          </p:cNvPr>
          <p:cNvCxnSpPr/>
          <p:nvPr/>
        </p:nvCxnSpPr>
        <p:spPr>
          <a:xfrm>
            <a:off x="6312024" y="2348880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16290D65-B64F-4D3A-B60E-386235CEA7F2}"/>
              </a:ext>
            </a:extLst>
          </p:cNvPr>
          <p:cNvCxnSpPr/>
          <p:nvPr/>
        </p:nvCxnSpPr>
        <p:spPr>
          <a:xfrm>
            <a:off x="8472264" y="4437112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4CF8514C-E324-4E08-AD21-8FB0DDEC74B1}"/>
              </a:ext>
            </a:extLst>
          </p:cNvPr>
          <p:cNvCxnSpPr>
            <a:cxnSpLocks/>
          </p:cNvCxnSpPr>
          <p:nvPr/>
        </p:nvCxnSpPr>
        <p:spPr>
          <a:xfrm flipH="1">
            <a:off x="8535888" y="4437112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Овал 21">
            <a:extLst>
              <a:ext uri="{FF2B5EF4-FFF2-40B4-BE49-F238E27FC236}">
                <a16:creationId xmlns:a16="http://schemas.microsoft.com/office/drawing/2014/main" xmlns="" id="{F91D7C65-740D-4531-8E36-96E02A81F70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xmlns="" id="{8EA8C082-4492-42B6-ABCB-7FDC58AC1108}"/>
              </a:ext>
            </a:extLst>
          </p:cNvPr>
          <p:cNvCxnSpPr>
            <a:stCxn id="22" idx="2"/>
            <a:endCxn id="13" idx="5"/>
          </p:cNvCxnSpPr>
          <p:nvPr/>
        </p:nvCxnSpPr>
        <p:spPr>
          <a:xfrm flipH="1" flipV="1">
            <a:off x="6803726" y="5000822"/>
            <a:ext cx="588419" cy="300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5F0273AD-2BD0-4DE2-9FD9-381A4A94465D}"/>
              </a:ext>
            </a:extLst>
          </p:cNvPr>
          <p:cNvSpPr txBox="1"/>
          <p:nvPr/>
        </p:nvSpPr>
        <p:spPr>
          <a:xfrm>
            <a:off x="6424228" y="5230942"/>
            <a:ext cx="1039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Vote </a:t>
            </a:r>
            <a:br>
              <a:rPr lang="en-US" dirty="0"/>
            </a:br>
            <a:r>
              <a:rPr lang="en-US" dirty="0"/>
              <a:t>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5587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20323A4B-3136-4DDD-832B-1CC93EC669F6}"/>
              </a:ext>
            </a:extLst>
          </p:cNvPr>
          <p:cNvSpPr/>
          <p:nvPr/>
        </p:nvSpPr>
        <p:spPr>
          <a:xfrm>
            <a:off x="7392144" y="198884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2485C50-9B76-4293-8A9E-27D30CC4AB5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BE808DF-BAC6-498A-A593-7A4DCA0C3558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44DA8B88-4BD5-4CB4-9D5E-BC22EEA1E905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0FF7493B-8AB9-4723-BA08-AF392EFE5382}"/>
              </a:ext>
            </a:extLst>
          </p:cNvPr>
          <p:cNvSpPr/>
          <p:nvPr/>
        </p:nvSpPr>
        <p:spPr>
          <a:xfrm>
            <a:off x="631202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0C0C744E-E8A4-4FDE-A298-460CE8F2193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6B9555C-BAEB-4F59-B5A6-F5EBF643DA04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BF654F6A-9457-4791-A189-2F03576B8F78}"/>
              </a:ext>
            </a:extLst>
          </p:cNvPr>
          <p:cNvSpPr/>
          <p:nvPr/>
        </p:nvSpPr>
        <p:spPr>
          <a:xfrm>
            <a:off x="8544272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Rechteck 36">
            <a:extLst>
              <a:ext uri="{FF2B5EF4-FFF2-40B4-BE49-F238E27FC236}">
                <a16:creationId xmlns:a16="http://schemas.microsoft.com/office/drawing/2014/main" xmlns="" id="{347AEF90-432D-4640-9ECF-FEB9A36497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(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Чана-Робертса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B090E8D5-DBBE-4BC2-9763-F79888165E7F}"/>
              </a:ext>
            </a:extLst>
          </p:cNvPr>
          <p:cNvCxnSpPr>
            <a:cxnSpLocks/>
          </p:cNvCxnSpPr>
          <p:nvPr/>
        </p:nvCxnSpPr>
        <p:spPr>
          <a:xfrm flipH="1">
            <a:off x="6299448" y="2312876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7A8F2942-BC67-4866-98FC-5B448FC0FE4B}"/>
              </a:ext>
            </a:extLst>
          </p:cNvPr>
          <p:cNvCxnSpPr/>
          <p:nvPr/>
        </p:nvCxnSpPr>
        <p:spPr>
          <a:xfrm>
            <a:off x="6312024" y="2348880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16290D65-B64F-4D3A-B60E-386235CEA7F2}"/>
              </a:ext>
            </a:extLst>
          </p:cNvPr>
          <p:cNvCxnSpPr/>
          <p:nvPr/>
        </p:nvCxnSpPr>
        <p:spPr>
          <a:xfrm>
            <a:off x="8472264" y="4437112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4CF8514C-E324-4E08-AD21-8FB0DDEC74B1}"/>
              </a:ext>
            </a:extLst>
          </p:cNvPr>
          <p:cNvCxnSpPr>
            <a:cxnSpLocks/>
          </p:cNvCxnSpPr>
          <p:nvPr/>
        </p:nvCxnSpPr>
        <p:spPr>
          <a:xfrm flipH="1">
            <a:off x="8535888" y="4437112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Овал 21">
            <a:extLst>
              <a:ext uri="{FF2B5EF4-FFF2-40B4-BE49-F238E27FC236}">
                <a16:creationId xmlns:a16="http://schemas.microsoft.com/office/drawing/2014/main" xmlns="" id="{F91D7C65-740D-4531-8E36-96E02A81F70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xmlns="" id="{8EA8C082-4492-42B6-ABCB-7FDC58AC1108}"/>
              </a:ext>
            </a:extLst>
          </p:cNvPr>
          <p:cNvCxnSpPr>
            <a:stCxn id="22" idx="2"/>
            <a:endCxn id="13" idx="5"/>
          </p:cNvCxnSpPr>
          <p:nvPr/>
        </p:nvCxnSpPr>
        <p:spPr>
          <a:xfrm flipH="1" flipV="1">
            <a:off x="6803726" y="5000822"/>
            <a:ext cx="588419" cy="300387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5F0273AD-2BD0-4DE2-9FD9-381A4A94465D}"/>
              </a:ext>
            </a:extLst>
          </p:cNvPr>
          <p:cNvSpPr txBox="1"/>
          <p:nvPr/>
        </p:nvSpPr>
        <p:spPr>
          <a:xfrm>
            <a:off x="6424228" y="5230941"/>
            <a:ext cx="1039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OK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6257C033-57AA-4580-8413-3B7DEEABBCAC}"/>
              </a:ext>
            </a:extLst>
          </p:cNvPr>
          <p:cNvSpPr txBox="1"/>
          <p:nvPr/>
        </p:nvSpPr>
        <p:spPr>
          <a:xfrm>
            <a:off x="5072304" y="4118592"/>
            <a:ext cx="1039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Vote </a:t>
            </a:r>
            <a:br>
              <a:rPr lang="en-US" dirty="0"/>
            </a:br>
            <a:r>
              <a:rPr lang="en-US" dirty="0"/>
              <a:t>4,5</a:t>
            </a:r>
            <a:endParaRPr lang="ru-RU" dirty="0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xmlns="" id="{3DFE8D9D-38D2-45E1-BACE-00699D40F6FC}"/>
              </a:ext>
            </a:extLst>
          </p:cNvPr>
          <p:cNvCxnSpPr>
            <a:cxnSpLocks/>
            <a:stCxn id="13" idx="1"/>
            <a:endCxn id="8" idx="4"/>
          </p:cNvCxnSpPr>
          <p:nvPr/>
        </p:nvCxnSpPr>
        <p:spPr>
          <a:xfrm flipH="1" flipV="1">
            <a:off x="6096001" y="4077073"/>
            <a:ext cx="300387" cy="51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Овал 25">
            <a:extLst>
              <a:ext uri="{FF2B5EF4-FFF2-40B4-BE49-F238E27FC236}">
                <a16:creationId xmlns:a16="http://schemas.microsoft.com/office/drawing/2014/main" xmlns="" id="{507F32A7-AC79-466C-8D3D-9F1AAEC4A527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973E6FB2-48C5-40E7-8337-ACFD0A39D826}"/>
              </a:ext>
            </a:extLst>
          </p:cNvPr>
          <p:cNvSpPr txBox="1"/>
          <p:nvPr/>
        </p:nvSpPr>
        <p:spPr>
          <a:xfrm>
            <a:off x="5511773" y="4970508"/>
            <a:ext cx="1039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70317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2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20323A4B-3136-4DDD-832B-1CC93EC669F6}"/>
              </a:ext>
            </a:extLst>
          </p:cNvPr>
          <p:cNvSpPr/>
          <p:nvPr/>
        </p:nvSpPr>
        <p:spPr>
          <a:xfrm>
            <a:off x="7392144" y="198884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2485C50-9B76-4293-8A9E-27D30CC4AB5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BE808DF-BAC6-498A-A593-7A4DCA0C3558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44DA8B88-4BD5-4CB4-9D5E-BC22EEA1E905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0FF7493B-8AB9-4723-BA08-AF392EFE5382}"/>
              </a:ext>
            </a:extLst>
          </p:cNvPr>
          <p:cNvSpPr/>
          <p:nvPr/>
        </p:nvSpPr>
        <p:spPr>
          <a:xfrm>
            <a:off x="631202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0C0C744E-E8A4-4FDE-A298-460CE8F2193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6B9555C-BAEB-4F59-B5A6-F5EBF643DA04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BF654F6A-9457-4791-A189-2F03576B8F78}"/>
              </a:ext>
            </a:extLst>
          </p:cNvPr>
          <p:cNvSpPr/>
          <p:nvPr/>
        </p:nvSpPr>
        <p:spPr>
          <a:xfrm>
            <a:off x="8544272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Rechteck 36">
            <a:extLst>
              <a:ext uri="{FF2B5EF4-FFF2-40B4-BE49-F238E27FC236}">
                <a16:creationId xmlns:a16="http://schemas.microsoft.com/office/drawing/2014/main" xmlns="" id="{347AEF90-432D-4640-9ECF-FEB9A36497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(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Чана-Робертса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B090E8D5-DBBE-4BC2-9763-F79888165E7F}"/>
              </a:ext>
            </a:extLst>
          </p:cNvPr>
          <p:cNvCxnSpPr>
            <a:cxnSpLocks/>
          </p:cNvCxnSpPr>
          <p:nvPr/>
        </p:nvCxnSpPr>
        <p:spPr>
          <a:xfrm flipH="1">
            <a:off x="6299448" y="2312876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7A8F2942-BC67-4866-98FC-5B448FC0FE4B}"/>
              </a:ext>
            </a:extLst>
          </p:cNvPr>
          <p:cNvCxnSpPr/>
          <p:nvPr/>
        </p:nvCxnSpPr>
        <p:spPr>
          <a:xfrm>
            <a:off x="6312024" y="2348880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16290D65-B64F-4D3A-B60E-386235CEA7F2}"/>
              </a:ext>
            </a:extLst>
          </p:cNvPr>
          <p:cNvCxnSpPr/>
          <p:nvPr/>
        </p:nvCxnSpPr>
        <p:spPr>
          <a:xfrm>
            <a:off x="8472264" y="4437112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4CF8514C-E324-4E08-AD21-8FB0DDEC74B1}"/>
              </a:ext>
            </a:extLst>
          </p:cNvPr>
          <p:cNvCxnSpPr>
            <a:cxnSpLocks/>
          </p:cNvCxnSpPr>
          <p:nvPr/>
        </p:nvCxnSpPr>
        <p:spPr>
          <a:xfrm flipH="1">
            <a:off x="8535888" y="4437112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6257C033-57AA-4580-8413-3B7DEEABBCAC}"/>
              </a:ext>
            </a:extLst>
          </p:cNvPr>
          <p:cNvSpPr txBox="1"/>
          <p:nvPr/>
        </p:nvSpPr>
        <p:spPr>
          <a:xfrm>
            <a:off x="5072304" y="4118591"/>
            <a:ext cx="1039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OK</a:t>
            </a:r>
            <a:endParaRPr lang="ru-RU" dirty="0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xmlns="" id="{3DFE8D9D-38D2-45E1-BACE-00699D40F6FC}"/>
              </a:ext>
            </a:extLst>
          </p:cNvPr>
          <p:cNvCxnSpPr>
            <a:cxnSpLocks/>
            <a:stCxn id="13" idx="1"/>
            <a:endCxn id="8" idx="4"/>
          </p:cNvCxnSpPr>
          <p:nvPr/>
        </p:nvCxnSpPr>
        <p:spPr>
          <a:xfrm flipH="1" flipV="1">
            <a:off x="6096001" y="4077073"/>
            <a:ext cx="300387" cy="516411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Овал 25">
            <a:extLst>
              <a:ext uri="{FF2B5EF4-FFF2-40B4-BE49-F238E27FC236}">
                <a16:creationId xmlns:a16="http://schemas.microsoft.com/office/drawing/2014/main" xmlns="" id="{507F32A7-AC79-466C-8D3D-9F1AAEC4A527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xmlns="" id="{228CE571-0512-4995-A998-25B52F8828AD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xmlns="" id="{3EC53312-7F67-4FE7-A113-8D632DAEBC65}"/>
              </a:ext>
            </a:extLst>
          </p:cNvPr>
          <p:cNvCxnSpPr>
            <a:cxnSpLocks/>
            <a:stCxn id="12" idx="3"/>
            <a:endCxn id="27" idx="0"/>
          </p:cNvCxnSpPr>
          <p:nvPr/>
        </p:nvCxnSpPr>
        <p:spPr>
          <a:xfrm flipH="1">
            <a:off x="6096001" y="2912590"/>
            <a:ext cx="300387" cy="58841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FBD5CA2-D774-41E4-92C0-B4CC6B28994B}"/>
              </a:ext>
            </a:extLst>
          </p:cNvPr>
          <p:cNvSpPr txBox="1"/>
          <p:nvPr/>
        </p:nvSpPr>
        <p:spPr>
          <a:xfrm>
            <a:off x="5087888" y="2780929"/>
            <a:ext cx="1039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Vote </a:t>
            </a:r>
            <a:br>
              <a:rPr lang="en-US" dirty="0"/>
            </a:br>
            <a:r>
              <a:rPr lang="en-US" dirty="0"/>
              <a:t>4,5,6</a:t>
            </a:r>
            <a:endParaRPr lang="ru-RU" dirty="0"/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xmlns="" id="{7A5F9F8B-F945-4898-B0FE-9101FA9C8CAF}"/>
              </a:ext>
            </a:extLst>
          </p:cNvPr>
          <p:cNvCxnSpPr>
            <a:cxnSpLocks/>
            <a:stCxn id="2" idx="3"/>
            <a:endCxn id="27" idx="7"/>
          </p:cNvCxnSpPr>
          <p:nvPr/>
        </p:nvCxnSpPr>
        <p:spPr>
          <a:xfrm flipH="1">
            <a:off x="6299669" y="2480541"/>
            <a:ext cx="1176838" cy="110483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43C3538B-2087-4908-A02B-6C1D551DD7D8}"/>
              </a:ext>
            </a:extLst>
          </p:cNvPr>
          <p:cNvSpPr txBox="1"/>
          <p:nvPr/>
        </p:nvSpPr>
        <p:spPr>
          <a:xfrm>
            <a:off x="6771281" y="2861726"/>
            <a:ext cx="1039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Vote </a:t>
            </a:r>
            <a:br>
              <a:rPr lang="en-US" dirty="0"/>
            </a:br>
            <a:r>
              <a:rPr lang="en-US" dirty="0"/>
              <a:t>4,5,6</a:t>
            </a:r>
            <a:endParaRPr lang="ru-R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EE079190-E8B5-404E-B1CA-A8563EAC5BFA}"/>
              </a:ext>
            </a:extLst>
          </p:cNvPr>
          <p:cNvSpPr txBox="1"/>
          <p:nvPr/>
        </p:nvSpPr>
        <p:spPr>
          <a:xfrm>
            <a:off x="4552020" y="3645024"/>
            <a:ext cx="1039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4,5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88948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 animBg="1"/>
      <p:bldP spid="27" grpId="0" animBg="1"/>
      <p:bldP spid="29" grpId="0"/>
      <p:bldP spid="29" grpId="1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20323A4B-3136-4DDD-832B-1CC93EC669F6}"/>
              </a:ext>
            </a:extLst>
          </p:cNvPr>
          <p:cNvSpPr/>
          <p:nvPr/>
        </p:nvSpPr>
        <p:spPr>
          <a:xfrm>
            <a:off x="7392144" y="198884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2485C50-9B76-4293-8A9E-27D30CC4AB5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BE808DF-BAC6-498A-A593-7A4DCA0C3558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44DA8B88-4BD5-4CB4-9D5E-BC22EEA1E905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0FF7493B-8AB9-4723-BA08-AF392EFE5382}"/>
              </a:ext>
            </a:extLst>
          </p:cNvPr>
          <p:cNvSpPr/>
          <p:nvPr/>
        </p:nvSpPr>
        <p:spPr>
          <a:xfrm>
            <a:off x="631202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0C0C744E-E8A4-4FDE-A298-460CE8F2193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6B9555C-BAEB-4F59-B5A6-F5EBF643DA04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BF654F6A-9457-4791-A189-2F03576B8F78}"/>
              </a:ext>
            </a:extLst>
          </p:cNvPr>
          <p:cNvSpPr/>
          <p:nvPr/>
        </p:nvSpPr>
        <p:spPr>
          <a:xfrm>
            <a:off x="8544272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Rechteck 36">
            <a:extLst>
              <a:ext uri="{FF2B5EF4-FFF2-40B4-BE49-F238E27FC236}">
                <a16:creationId xmlns:a16="http://schemas.microsoft.com/office/drawing/2014/main" xmlns="" id="{347AEF90-432D-4640-9ECF-FEB9A36497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(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Чана-Робертса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B090E8D5-DBBE-4BC2-9763-F79888165E7F}"/>
              </a:ext>
            </a:extLst>
          </p:cNvPr>
          <p:cNvCxnSpPr>
            <a:cxnSpLocks/>
          </p:cNvCxnSpPr>
          <p:nvPr/>
        </p:nvCxnSpPr>
        <p:spPr>
          <a:xfrm flipH="1">
            <a:off x="6299448" y="2312876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7A8F2942-BC67-4866-98FC-5B448FC0FE4B}"/>
              </a:ext>
            </a:extLst>
          </p:cNvPr>
          <p:cNvCxnSpPr/>
          <p:nvPr/>
        </p:nvCxnSpPr>
        <p:spPr>
          <a:xfrm>
            <a:off x="6312024" y="2348880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16290D65-B64F-4D3A-B60E-386235CEA7F2}"/>
              </a:ext>
            </a:extLst>
          </p:cNvPr>
          <p:cNvCxnSpPr/>
          <p:nvPr/>
        </p:nvCxnSpPr>
        <p:spPr>
          <a:xfrm>
            <a:off x="8472264" y="4437112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4CF8514C-E324-4E08-AD21-8FB0DDEC74B1}"/>
              </a:ext>
            </a:extLst>
          </p:cNvPr>
          <p:cNvCxnSpPr>
            <a:cxnSpLocks/>
          </p:cNvCxnSpPr>
          <p:nvPr/>
        </p:nvCxnSpPr>
        <p:spPr>
          <a:xfrm flipH="1">
            <a:off x="8535888" y="4437112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Овал 25">
            <a:extLst>
              <a:ext uri="{FF2B5EF4-FFF2-40B4-BE49-F238E27FC236}">
                <a16:creationId xmlns:a16="http://schemas.microsoft.com/office/drawing/2014/main" xmlns="" id="{507F32A7-AC79-466C-8D3D-9F1AAEC4A527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xmlns="" id="{228CE571-0512-4995-A998-25B52F8828AD}"/>
              </a:ext>
            </a:extLst>
          </p:cNvPr>
          <p:cNvSpPr/>
          <p:nvPr/>
        </p:nvSpPr>
        <p:spPr>
          <a:xfrm>
            <a:off x="7396336" y="1988840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xmlns="" id="{7A5F9F8B-F945-4898-B0FE-9101FA9C8CAF}"/>
              </a:ext>
            </a:extLst>
          </p:cNvPr>
          <p:cNvCxnSpPr>
            <a:cxnSpLocks/>
            <a:stCxn id="14" idx="1"/>
            <a:endCxn id="27" idx="6"/>
          </p:cNvCxnSpPr>
          <p:nvPr/>
        </p:nvCxnSpPr>
        <p:spPr>
          <a:xfrm flipH="1" flipV="1">
            <a:off x="7972401" y="2276873"/>
            <a:ext cx="584227" cy="22837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43C3538B-2087-4908-A02B-6C1D551DD7D8}"/>
              </a:ext>
            </a:extLst>
          </p:cNvPr>
          <p:cNvSpPr txBox="1"/>
          <p:nvPr/>
        </p:nvSpPr>
        <p:spPr>
          <a:xfrm>
            <a:off x="8191740" y="1719810"/>
            <a:ext cx="1039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Vote </a:t>
            </a:r>
            <a:br>
              <a:rPr lang="en-US" dirty="0"/>
            </a:br>
            <a:r>
              <a:rPr lang="en-US" dirty="0"/>
              <a:t>4,5,6</a:t>
            </a:r>
            <a:r>
              <a:rPr lang="ru-RU" dirty="0"/>
              <a:t>,0</a:t>
            </a: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xmlns="" id="{820C4E98-F9AA-43F5-BEE9-FAB5E5C73A61}"/>
              </a:ext>
            </a:extLst>
          </p:cNvPr>
          <p:cNvCxnSpPr>
            <a:cxnSpLocks/>
          </p:cNvCxnSpPr>
          <p:nvPr/>
        </p:nvCxnSpPr>
        <p:spPr>
          <a:xfrm flipH="1">
            <a:off x="6299669" y="2480541"/>
            <a:ext cx="1176838" cy="110483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8C0E62DC-2518-42BC-A5A2-764B86C84BE5}"/>
              </a:ext>
            </a:extLst>
          </p:cNvPr>
          <p:cNvSpPr txBox="1"/>
          <p:nvPr/>
        </p:nvSpPr>
        <p:spPr>
          <a:xfrm>
            <a:off x="6796367" y="2998693"/>
            <a:ext cx="1039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OK</a:t>
            </a:r>
            <a:endParaRPr lang="ru-RU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FA1F6F32-DF56-49CC-B618-F40E83DC7760}"/>
              </a:ext>
            </a:extLst>
          </p:cNvPr>
          <p:cNvSpPr txBox="1"/>
          <p:nvPr/>
        </p:nvSpPr>
        <p:spPr>
          <a:xfrm>
            <a:off x="6591672" y="1807873"/>
            <a:ext cx="1039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4,5,6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18660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3" grpId="0"/>
      <p:bldP spid="32" grpId="0"/>
      <p:bldP spid="35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20323A4B-3136-4DDD-832B-1CC93EC669F6}"/>
              </a:ext>
            </a:extLst>
          </p:cNvPr>
          <p:cNvSpPr/>
          <p:nvPr/>
        </p:nvSpPr>
        <p:spPr>
          <a:xfrm>
            <a:off x="7392144" y="198884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2485C50-9B76-4293-8A9E-27D30CC4AB5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BE808DF-BAC6-498A-A593-7A4DCA0C3558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44DA8B88-4BD5-4CB4-9D5E-BC22EEA1E905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0FF7493B-8AB9-4723-BA08-AF392EFE5382}"/>
              </a:ext>
            </a:extLst>
          </p:cNvPr>
          <p:cNvSpPr/>
          <p:nvPr/>
        </p:nvSpPr>
        <p:spPr>
          <a:xfrm>
            <a:off x="631202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0C0C744E-E8A4-4FDE-A298-460CE8F2193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6B9555C-BAEB-4F59-B5A6-F5EBF643DA04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BF654F6A-9457-4791-A189-2F03576B8F78}"/>
              </a:ext>
            </a:extLst>
          </p:cNvPr>
          <p:cNvSpPr/>
          <p:nvPr/>
        </p:nvSpPr>
        <p:spPr>
          <a:xfrm>
            <a:off x="8544272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Rechteck 36">
            <a:extLst>
              <a:ext uri="{FF2B5EF4-FFF2-40B4-BE49-F238E27FC236}">
                <a16:creationId xmlns:a16="http://schemas.microsoft.com/office/drawing/2014/main" xmlns="" id="{347AEF90-432D-4640-9ECF-FEB9A36497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(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Чана-Робертса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B090E8D5-DBBE-4BC2-9763-F79888165E7F}"/>
              </a:ext>
            </a:extLst>
          </p:cNvPr>
          <p:cNvCxnSpPr>
            <a:cxnSpLocks/>
          </p:cNvCxnSpPr>
          <p:nvPr/>
        </p:nvCxnSpPr>
        <p:spPr>
          <a:xfrm flipH="1">
            <a:off x="6299448" y="2312876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7A8F2942-BC67-4866-98FC-5B448FC0FE4B}"/>
              </a:ext>
            </a:extLst>
          </p:cNvPr>
          <p:cNvCxnSpPr/>
          <p:nvPr/>
        </p:nvCxnSpPr>
        <p:spPr>
          <a:xfrm>
            <a:off x="6312024" y="2348880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16290D65-B64F-4D3A-B60E-386235CEA7F2}"/>
              </a:ext>
            </a:extLst>
          </p:cNvPr>
          <p:cNvCxnSpPr/>
          <p:nvPr/>
        </p:nvCxnSpPr>
        <p:spPr>
          <a:xfrm>
            <a:off x="8472264" y="4437112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4CF8514C-E324-4E08-AD21-8FB0DDEC74B1}"/>
              </a:ext>
            </a:extLst>
          </p:cNvPr>
          <p:cNvCxnSpPr>
            <a:cxnSpLocks/>
          </p:cNvCxnSpPr>
          <p:nvPr/>
        </p:nvCxnSpPr>
        <p:spPr>
          <a:xfrm flipH="1">
            <a:off x="8535888" y="4437112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Овал 25">
            <a:extLst>
              <a:ext uri="{FF2B5EF4-FFF2-40B4-BE49-F238E27FC236}">
                <a16:creationId xmlns:a16="http://schemas.microsoft.com/office/drawing/2014/main" xmlns="" id="{507F32A7-AC79-466C-8D3D-9F1AAEC4A527}"/>
              </a:ext>
            </a:extLst>
          </p:cNvPr>
          <p:cNvSpPr/>
          <p:nvPr/>
        </p:nvSpPr>
        <p:spPr>
          <a:xfrm>
            <a:off x="7403470" y="1988840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xmlns="" id="{228CE571-0512-4995-A998-25B52F8828AD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xmlns="" id="{7A5F9F8B-F945-4898-B0FE-9101FA9C8CAF}"/>
              </a:ext>
            </a:extLst>
          </p:cNvPr>
          <p:cNvCxnSpPr>
            <a:cxnSpLocks/>
            <a:stCxn id="27" idx="1"/>
            <a:endCxn id="26" idx="6"/>
          </p:cNvCxnSpPr>
          <p:nvPr/>
        </p:nvCxnSpPr>
        <p:spPr>
          <a:xfrm flipH="1" flipV="1">
            <a:off x="7979535" y="2276873"/>
            <a:ext cx="577093" cy="228379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43C3538B-2087-4908-A02B-6C1D551DD7D8}"/>
              </a:ext>
            </a:extLst>
          </p:cNvPr>
          <p:cNvSpPr txBox="1"/>
          <p:nvPr/>
        </p:nvSpPr>
        <p:spPr>
          <a:xfrm>
            <a:off x="9104430" y="2755271"/>
            <a:ext cx="1039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Vote </a:t>
            </a:r>
            <a:br>
              <a:rPr lang="en-US" dirty="0"/>
            </a:br>
            <a:r>
              <a:rPr lang="en-US" dirty="0"/>
              <a:t>4,5,6</a:t>
            </a:r>
            <a:r>
              <a:rPr lang="ru-RU" dirty="0"/>
              <a:t>,0</a:t>
            </a:r>
            <a:r>
              <a:rPr lang="en-US" dirty="0"/>
              <a:t>,1</a:t>
            </a:r>
            <a:endParaRPr lang="ru-RU" dirty="0"/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xmlns="" id="{820C4E98-F9AA-43F5-BEE9-FAB5E5C73A61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904312" y="2996952"/>
            <a:ext cx="288032" cy="50405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8C0E62DC-2518-42BC-A5A2-764B86C84BE5}"/>
              </a:ext>
            </a:extLst>
          </p:cNvPr>
          <p:cNvSpPr txBox="1"/>
          <p:nvPr/>
        </p:nvSpPr>
        <p:spPr>
          <a:xfrm>
            <a:off x="7612325" y="2527369"/>
            <a:ext cx="1039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OK</a:t>
            </a:r>
            <a:endParaRPr lang="ru-RU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FA1F6F32-DF56-49CC-B618-F40E83DC7760}"/>
              </a:ext>
            </a:extLst>
          </p:cNvPr>
          <p:cNvSpPr txBox="1"/>
          <p:nvPr/>
        </p:nvSpPr>
        <p:spPr>
          <a:xfrm>
            <a:off x="8656315" y="2032605"/>
            <a:ext cx="1039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4,5,6,0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8101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3" grpId="0"/>
      <p:bldP spid="32" grpId="0"/>
      <p:bldP spid="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20323A4B-3136-4DDD-832B-1CC93EC669F6}"/>
              </a:ext>
            </a:extLst>
          </p:cNvPr>
          <p:cNvSpPr/>
          <p:nvPr/>
        </p:nvSpPr>
        <p:spPr>
          <a:xfrm>
            <a:off x="7392144" y="198884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2485C50-9B76-4293-8A9E-27D30CC4AB5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BE808DF-BAC6-498A-A593-7A4DCA0C3558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44DA8B88-4BD5-4CB4-9D5E-BC22EEA1E905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0FF7493B-8AB9-4723-BA08-AF392EFE5382}"/>
              </a:ext>
            </a:extLst>
          </p:cNvPr>
          <p:cNvSpPr/>
          <p:nvPr/>
        </p:nvSpPr>
        <p:spPr>
          <a:xfrm>
            <a:off x="631202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0C0C744E-E8A4-4FDE-A298-460CE8F2193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6B9555C-BAEB-4F59-B5A6-F5EBF643DA04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BF654F6A-9457-4791-A189-2F03576B8F78}"/>
              </a:ext>
            </a:extLst>
          </p:cNvPr>
          <p:cNvSpPr/>
          <p:nvPr/>
        </p:nvSpPr>
        <p:spPr>
          <a:xfrm>
            <a:off x="8544272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Rechteck 36">
            <a:extLst>
              <a:ext uri="{FF2B5EF4-FFF2-40B4-BE49-F238E27FC236}">
                <a16:creationId xmlns:a16="http://schemas.microsoft.com/office/drawing/2014/main" xmlns="" id="{347AEF90-432D-4640-9ECF-FEB9A36497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(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Чана-Робертса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B090E8D5-DBBE-4BC2-9763-F79888165E7F}"/>
              </a:ext>
            </a:extLst>
          </p:cNvPr>
          <p:cNvCxnSpPr>
            <a:cxnSpLocks/>
          </p:cNvCxnSpPr>
          <p:nvPr/>
        </p:nvCxnSpPr>
        <p:spPr>
          <a:xfrm flipH="1">
            <a:off x="6299448" y="2312876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7A8F2942-BC67-4866-98FC-5B448FC0FE4B}"/>
              </a:ext>
            </a:extLst>
          </p:cNvPr>
          <p:cNvCxnSpPr/>
          <p:nvPr/>
        </p:nvCxnSpPr>
        <p:spPr>
          <a:xfrm>
            <a:off x="6312024" y="2348880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16290D65-B64F-4D3A-B60E-386235CEA7F2}"/>
              </a:ext>
            </a:extLst>
          </p:cNvPr>
          <p:cNvCxnSpPr/>
          <p:nvPr/>
        </p:nvCxnSpPr>
        <p:spPr>
          <a:xfrm>
            <a:off x="8472264" y="4437112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4CF8514C-E324-4E08-AD21-8FB0DDEC74B1}"/>
              </a:ext>
            </a:extLst>
          </p:cNvPr>
          <p:cNvCxnSpPr>
            <a:cxnSpLocks/>
          </p:cNvCxnSpPr>
          <p:nvPr/>
        </p:nvCxnSpPr>
        <p:spPr>
          <a:xfrm flipH="1">
            <a:off x="8535888" y="4437112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xmlns="" id="{7A5F9F8B-F945-4898-B0FE-9101FA9C8CAF}"/>
              </a:ext>
            </a:extLst>
          </p:cNvPr>
          <p:cNvCxnSpPr>
            <a:cxnSpLocks/>
            <a:stCxn id="7" idx="7"/>
            <a:endCxn id="32" idx="3"/>
          </p:cNvCxnSpPr>
          <p:nvPr/>
        </p:nvCxnSpPr>
        <p:spPr>
          <a:xfrm flipV="1">
            <a:off x="7883845" y="3992709"/>
            <a:ext cx="1104830" cy="110483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43C3538B-2087-4908-A02B-6C1D551DD7D8}"/>
              </a:ext>
            </a:extLst>
          </p:cNvPr>
          <p:cNvSpPr txBox="1"/>
          <p:nvPr/>
        </p:nvSpPr>
        <p:spPr>
          <a:xfrm>
            <a:off x="7232222" y="3848694"/>
            <a:ext cx="1240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Vote </a:t>
            </a:r>
            <a:br>
              <a:rPr lang="en-US" dirty="0"/>
            </a:br>
            <a:r>
              <a:rPr lang="en-US" dirty="0"/>
              <a:t>4,5,6,0,1,2</a:t>
            </a:r>
            <a:endParaRPr lang="ru-RU" dirty="0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xmlns="" id="{F66BFA69-0E7C-42F1-82E2-0E588643F762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xmlns="" id="{B25F0CC8-6E4D-41C2-872B-DD1CBF860037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xmlns="" id="{EBF40107-6017-449F-9AAE-C0DDD1EB8933}"/>
              </a:ext>
            </a:extLst>
          </p:cNvPr>
          <p:cNvCxnSpPr>
            <a:cxnSpLocks/>
          </p:cNvCxnSpPr>
          <p:nvPr/>
        </p:nvCxnSpPr>
        <p:spPr>
          <a:xfrm>
            <a:off x="8904312" y="2996952"/>
            <a:ext cx="288032" cy="50405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DCBD711-1DA9-40B3-9426-7EC53D1B1ED8}"/>
              </a:ext>
            </a:extLst>
          </p:cNvPr>
          <p:cNvSpPr txBox="1"/>
          <p:nvPr/>
        </p:nvSpPr>
        <p:spPr>
          <a:xfrm>
            <a:off x="8152420" y="3104964"/>
            <a:ext cx="1039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OK</a:t>
            </a: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50F1E9D9-D854-45F0-A2FC-0C8889C0EE65}"/>
              </a:ext>
            </a:extLst>
          </p:cNvPr>
          <p:cNvSpPr txBox="1"/>
          <p:nvPr/>
        </p:nvSpPr>
        <p:spPr>
          <a:xfrm>
            <a:off x="9624392" y="3635732"/>
            <a:ext cx="1039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4,5,6,0,1</a:t>
            </a:r>
            <a:endParaRPr lang="ru-RU" dirty="0"/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xmlns="" id="{0CCF3EC9-5B72-4876-B00F-DBDFC15CA13C}"/>
              </a:ext>
            </a:extLst>
          </p:cNvPr>
          <p:cNvCxnSpPr>
            <a:cxnSpLocks/>
            <a:stCxn id="32" idx="4"/>
            <a:endCxn id="15" idx="7"/>
          </p:cNvCxnSpPr>
          <p:nvPr/>
        </p:nvCxnSpPr>
        <p:spPr>
          <a:xfrm flipH="1">
            <a:off x="9035974" y="4077073"/>
            <a:ext cx="156371" cy="516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B9389075-D943-4DF4-B1BF-6484347FEB1C}"/>
              </a:ext>
            </a:extLst>
          </p:cNvPr>
          <p:cNvSpPr txBox="1"/>
          <p:nvPr/>
        </p:nvSpPr>
        <p:spPr>
          <a:xfrm>
            <a:off x="9320293" y="4149081"/>
            <a:ext cx="1240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Vote </a:t>
            </a:r>
            <a:br>
              <a:rPr lang="en-US" dirty="0"/>
            </a:br>
            <a:r>
              <a:rPr lang="en-US" dirty="0"/>
              <a:t>4,5,6,0,1,2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59961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2" grpId="0" animBg="1"/>
      <p:bldP spid="23" grpId="0" animBg="1"/>
      <p:bldP spid="25" grpId="0"/>
      <p:bldP spid="26" grpId="0"/>
      <p:bldP spid="28" grpId="0"/>
      <p:bldP spid="28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20323A4B-3136-4DDD-832B-1CC93EC669F6}"/>
              </a:ext>
            </a:extLst>
          </p:cNvPr>
          <p:cNvSpPr/>
          <p:nvPr/>
        </p:nvSpPr>
        <p:spPr>
          <a:xfrm>
            <a:off x="7392144" y="198884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2485C50-9B76-4293-8A9E-27D30CC4AB5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BE808DF-BAC6-498A-A593-7A4DCA0C3558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44DA8B88-4BD5-4CB4-9D5E-BC22EEA1E905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0FF7493B-8AB9-4723-BA08-AF392EFE5382}"/>
              </a:ext>
            </a:extLst>
          </p:cNvPr>
          <p:cNvSpPr/>
          <p:nvPr/>
        </p:nvSpPr>
        <p:spPr>
          <a:xfrm>
            <a:off x="631202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0C0C744E-E8A4-4FDE-A298-460CE8F2193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6B9555C-BAEB-4F59-B5A6-F5EBF643DA04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BF654F6A-9457-4791-A189-2F03576B8F78}"/>
              </a:ext>
            </a:extLst>
          </p:cNvPr>
          <p:cNvSpPr/>
          <p:nvPr/>
        </p:nvSpPr>
        <p:spPr>
          <a:xfrm>
            <a:off x="8544272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Rechteck 36">
            <a:extLst>
              <a:ext uri="{FF2B5EF4-FFF2-40B4-BE49-F238E27FC236}">
                <a16:creationId xmlns:a16="http://schemas.microsoft.com/office/drawing/2014/main" xmlns="" id="{347AEF90-432D-4640-9ECF-FEB9A36497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(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Чана-Робертса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B090E8D5-DBBE-4BC2-9763-F79888165E7F}"/>
              </a:ext>
            </a:extLst>
          </p:cNvPr>
          <p:cNvCxnSpPr>
            <a:cxnSpLocks/>
          </p:cNvCxnSpPr>
          <p:nvPr/>
        </p:nvCxnSpPr>
        <p:spPr>
          <a:xfrm flipH="1">
            <a:off x="6299448" y="2312876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7A8F2942-BC67-4866-98FC-5B448FC0FE4B}"/>
              </a:ext>
            </a:extLst>
          </p:cNvPr>
          <p:cNvCxnSpPr/>
          <p:nvPr/>
        </p:nvCxnSpPr>
        <p:spPr>
          <a:xfrm>
            <a:off x="6312024" y="2348880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16290D65-B64F-4D3A-B60E-386235CEA7F2}"/>
              </a:ext>
            </a:extLst>
          </p:cNvPr>
          <p:cNvCxnSpPr/>
          <p:nvPr/>
        </p:nvCxnSpPr>
        <p:spPr>
          <a:xfrm>
            <a:off x="8472264" y="4437112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4CF8514C-E324-4E08-AD21-8FB0DDEC74B1}"/>
              </a:ext>
            </a:extLst>
          </p:cNvPr>
          <p:cNvCxnSpPr>
            <a:cxnSpLocks/>
          </p:cNvCxnSpPr>
          <p:nvPr/>
        </p:nvCxnSpPr>
        <p:spPr>
          <a:xfrm flipH="1">
            <a:off x="8535888" y="4437112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xmlns="" id="{7A5F9F8B-F945-4898-B0FE-9101FA9C8CAF}"/>
              </a:ext>
            </a:extLst>
          </p:cNvPr>
          <p:cNvCxnSpPr>
            <a:cxnSpLocks/>
            <a:stCxn id="7" idx="7"/>
            <a:endCxn id="32" idx="3"/>
          </p:cNvCxnSpPr>
          <p:nvPr/>
        </p:nvCxnSpPr>
        <p:spPr>
          <a:xfrm flipV="1">
            <a:off x="7883845" y="3992709"/>
            <a:ext cx="1104830" cy="110483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43C3538B-2087-4908-A02B-6C1D551DD7D8}"/>
              </a:ext>
            </a:extLst>
          </p:cNvPr>
          <p:cNvSpPr txBox="1"/>
          <p:nvPr/>
        </p:nvSpPr>
        <p:spPr>
          <a:xfrm>
            <a:off x="7501366" y="4213328"/>
            <a:ext cx="1240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OK</a:t>
            </a:r>
            <a:endParaRPr lang="ru-RU" dirty="0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xmlns="" id="{F66BFA69-0E7C-42F1-82E2-0E588643F762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CA1A4DF9-C8EB-4B41-B398-A97681458A9E}"/>
              </a:ext>
            </a:extLst>
          </p:cNvPr>
          <p:cNvSpPr txBox="1"/>
          <p:nvPr/>
        </p:nvSpPr>
        <p:spPr>
          <a:xfrm>
            <a:off x="7060155" y="5651956"/>
            <a:ext cx="1240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4,5,6,0,1,2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075154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7688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36001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20323A4B-3136-4DDD-832B-1CC93EC669F6}"/>
              </a:ext>
            </a:extLst>
          </p:cNvPr>
          <p:cNvSpPr/>
          <p:nvPr/>
        </p:nvSpPr>
        <p:spPr>
          <a:xfrm>
            <a:off x="7392144" y="198884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2485C50-9B76-4293-8A9E-27D30CC4AB59}"/>
              </a:ext>
            </a:extLst>
          </p:cNvPr>
          <p:cNvSpPr/>
          <p:nvPr/>
        </p:nvSpPr>
        <p:spPr>
          <a:xfrm>
            <a:off x="7392144" y="5013176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BE808DF-BAC6-498A-A593-7A4DCA0C3558}"/>
              </a:ext>
            </a:extLst>
          </p:cNvPr>
          <p:cNvSpPr/>
          <p:nvPr/>
        </p:nvSpPr>
        <p:spPr>
          <a:xfrm>
            <a:off x="5807968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44DA8B88-4BD5-4CB4-9D5E-BC22EEA1E905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0FF7493B-8AB9-4723-BA08-AF392EFE5382}"/>
              </a:ext>
            </a:extLst>
          </p:cNvPr>
          <p:cNvSpPr/>
          <p:nvPr/>
        </p:nvSpPr>
        <p:spPr>
          <a:xfrm>
            <a:off x="631202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0C0C744E-E8A4-4FDE-A298-460CE8F2193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6B9555C-BAEB-4F59-B5A6-F5EBF643DA04}"/>
              </a:ext>
            </a:extLst>
          </p:cNvPr>
          <p:cNvSpPr/>
          <p:nvPr/>
        </p:nvSpPr>
        <p:spPr>
          <a:xfrm>
            <a:off x="8472264" y="2420888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BF654F6A-9457-4791-A189-2F03576B8F78}"/>
              </a:ext>
            </a:extLst>
          </p:cNvPr>
          <p:cNvSpPr/>
          <p:nvPr/>
        </p:nvSpPr>
        <p:spPr>
          <a:xfrm>
            <a:off x="8544272" y="4509120"/>
            <a:ext cx="576064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Rechteck 36">
            <a:extLst>
              <a:ext uri="{FF2B5EF4-FFF2-40B4-BE49-F238E27FC236}">
                <a16:creationId xmlns:a16="http://schemas.microsoft.com/office/drawing/2014/main" xmlns="" id="{347AEF90-432D-4640-9ECF-FEB9A36497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(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Чана-Робертса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B090E8D5-DBBE-4BC2-9763-F79888165E7F}"/>
              </a:ext>
            </a:extLst>
          </p:cNvPr>
          <p:cNvCxnSpPr>
            <a:cxnSpLocks/>
          </p:cNvCxnSpPr>
          <p:nvPr/>
        </p:nvCxnSpPr>
        <p:spPr>
          <a:xfrm flipH="1">
            <a:off x="6299448" y="2312876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7A8F2942-BC67-4866-98FC-5B448FC0FE4B}"/>
              </a:ext>
            </a:extLst>
          </p:cNvPr>
          <p:cNvCxnSpPr/>
          <p:nvPr/>
        </p:nvCxnSpPr>
        <p:spPr>
          <a:xfrm>
            <a:off x="6312024" y="2348880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16290D65-B64F-4D3A-B60E-386235CEA7F2}"/>
              </a:ext>
            </a:extLst>
          </p:cNvPr>
          <p:cNvCxnSpPr/>
          <p:nvPr/>
        </p:nvCxnSpPr>
        <p:spPr>
          <a:xfrm>
            <a:off x="8472264" y="4437112"/>
            <a:ext cx="648072" cy="720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4CF8514C-E324-4E08-AD21-8FB0DDEC74B1}"/>
              </a:ext>
            </a:extLst>
          </p:cNvPr>
          <p:cNvCxnSpPr>
            <a:cxnSpLocks/>
          </p:cNvCxnSpPr>
          <p:nvPr/>
        </p:nvCxnSpPr>
        <p:spPr>
          <a:xfrm flipH="1">
            <a:off x="8535888" y="4437112"/>
            <a:ext cx="584448" cy="7920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Овал 31">
            <a:extLst>
              <a:ext uri="{FF2B5EF4-FFF2-40B4-BE49-F238E27FC236}">
                <a16:creationId xmlns:a16="http://schemas.microsoft.com/office/drawing/2014/main" xmlns="" id="{F66BFA69-0E7C-42F1-82E2-0E588643F762}"/>
              </a:ext>
            </a:extLst>
          </p:cNvPr>
          <p:cNvSpPr/>
          <p:nvPr/>
        </p:nvSpPr>
        <p:spPr>
          <a:xfrm>
            <a:off x="8904312" y="3501008"/>
            <a:ext cx="576064" cy="576064"/>
          </a:xfrm>
          <a:prstGeom prst="ellipse">
            <a:avLst/>
          </a:prstGeom>
          <a:gradFill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CA1A4DF9-C8EB-4B41-B398-A97681458A9E}"/>
              </a:ext>
            </a:extLst>
          </p:cNvPr>
          <p:cNvSpPr txBox="1"/>
          <p:nvPr/>
        </p:nvSpPr>
        <p:spPr>
          <a:xfrm>
            <a:off x="7060155" y="5651956"/>
            <a:ext cx="1240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coord</a:t>
            </a:r>
            <a:r>
              <a:rPr lang="en-US" dirty="0"/>
              <a:t> = 6</a:t>
            </a:r>
            <a:endParaRPr lang="ru-RU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xmlns="" id="{F97F41F9-0A75-4BCC-8FE2-73F9EF7886A4}"/>
              </a:ext>
            </a:extLst>
          </p:cNvPr>
          <p:cNvSpPr/>
          <p:nvPr/>
        </p:nvSpPr>
        <p:spPr>
          <a:xfrm>
            <a:off x="7387952" y="5024193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xmlns="" id="{576B8F4E-CD53-4B95-A181-E8607384187E}"/>
              </a:ext>
            </a:extLst>
          </p:cNvPr>
          <p:cNvCxnSpPr/>
          <p:nvPr/>
        </p:nvCxnSpPr>
        <p:spPr>
          <a:xfrm flipH="1" flipV="1">
            <a:off x="6812203" y="4946007"/>
            <a:ext cx="588419" cy="300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498EB8D2-F9E0-4224-B6FC-26F6666D9AF2}"/>
              </a:ext>
            </a:extLst>
          </p:cNvPr>
          <p:cNvSpPr txBox="1"/>
          <p:nvPr/>
        </p:nvSpPr>
        <p:spPr>
          <a:xfrm>
            <a:off x="6204857" y="5176236"/>
            <a:ext cx="1240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coord</a:t>
            </a:r>
            <a:endParaRPr lang="en-US" dirty="0"/>
          </a:p>
          <a:p>
            <a:pPr algn="ctr"/>
            <a:r>
              <a:rPr lang="en-US" dirty="0"/>
              <a:t>6</a:t>
            </a:r>
            <a:endParaRPr lang="ru-RU" dirty="0"/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xmlns="" id="{75131D16-A333-444A-A3A1-D509F52EBCF2}"/>
              </a:ext>
            </a:extLst>
          </p:cNvPr>
          <p:cNvCxnSpPr>
            <a:cxnSpLocks/>
          </p:cNvCxnSpPr>
          <p:nvPr/>
        </p:nvCxnSpPr>
        <p:spPr>
          <a:xfrm flipH="1" flipV="1">
            <a:off x="6096001" y="4077073"/>
            <a:ext cx="300387" cy="51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Овал 26">
            <a:extLst>
              <a:ext uri="{FF2B5EF4-FFF2-40B4-BE49-F238E27FC236}">
                <a16:creationId xmlns:a16="http://schemas.microsoft.com/office/drawing/2014/main" xmlns="" id="{92B0731F-948B-4CF7-AFD7-37E215C3DEEB}"/>
              </a:ext>
            </a:extLst>
          </p:cNvPr>
          <p:cNvSpPr/>
          <p:nvPr/>
        </p:nvSpPr>
        <p:spPr>
          <a:xfrm>
            <a:off x="6312024" y="4509120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F072052-D940-4F24-9DB1-48A670692CAE}"/>
              </a:ext>
            </a:extLst>
          </p:cNvPr>
          <p:cNvSpPr txBox="1"/>
          <p:nvPr/>
        </p:nvSpPr>
        <p:spPr>
          <a:xfrm>
            <a:off x="4927966" y="4581128"/>
            <a:ext cx="1240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coord</a:t>
            </a:r>
            <a:r>
              <a:rPr lang="en-US" dirty="0"/>
              <a:t> = 6</a:t>
            </a:r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BCF910DF-7D58-4688-AEF7-472E7BE27175}"/>
              </a:ext>
            </a:extLst>
          </p:cNvPr>
          <p:cNvSpPr txBox="1"/>
          <p:nvPr/>
        </p:nvSpPr>
        <p:spPr>
          <a:xfrm>
            <a:off x="6096000" y="3861048"/>
            <a:ext cx="1240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coord</a:t>
            </a:r>
            <a:endParaRPr lang="en-US" dirty="0"/>
          </a:p>
          <a:p>
            <a:pPr algn="ctr"/>
            <a:r>
              <a:rPr lang="en-US" dirty="0"/>
              <a:t>6</a:t>
            </a:r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D3B2AAD5-DDAE-47FB-83B6-07F2D3162DE1}"/>
              </a:ext>
            </a:extLst>
          </p:cNvPr>
          <p:cNvSpPr txBox="1"/>
          <p:nvPr/>
        </p:nvSpPr>
        <p:spPr>
          <a:xfrm>
            <a:off x="4351902" y="3573016"/>
            <a:ext cx="1240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coord</a:t>
            </a:r>
            <a:r>
              <a:rPr lang="en-US" dirty="0"/>
              <a:t> = 6</a:t>
            </a:r>
            <a:endParaRPr lang="ru-RU" dirty="0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xmlns="" id="{D6FBF061-8F4D-43C1-A694-27DB0A6801C0}"/>
              </a:ext>
            </a:extLst>
          </p:cNvPr>
          <p:cNvSpPr/>
          <p:nvPr/>
        </p:nvSpPr>
        <p:spPr>
          <a:xfrm>
            <a:off x="5803556" y="3499267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xmlns="" id="{901B296A-9420-49E4-9998-480BB2144AB2}"/>
              </a:ext>
            </a:extLst>
          </p:cNvPr>
          <p:cNvCxnSpPr>
            <a:cxnSpLocks/>
          </p:cNvCxnSpPr>
          <p:nvPr/>
        </p:nvCxnSpPr>
        <p:spPr>
          <a:xfrm flipH="1">
            <a:off x="6299669" y="2480541"/>
            <a:ext cx="1176838" cy="110483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02715B0C-7622-463F-A276-3A62513CE531}"/>
              </a:ext>
            </a:extLst>
          </p:cNvPr>
          <p:cNvSpPr txBox="1"/>
          <p:nvPr/>
        </p:nvSpPr>
        <p:spPr>
          <a:xfrm>
            <a:off x="6600056" y="2996952"/>
            <a:ext cx="1240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coord</a:t>
            </a:r>
            <a:endParaRPr lang="en-US" dirty="0"/>
          </a:p>
          <a:p>
            <a:pPr algn="ctr"/>
            <a:r>
              <a:rPr lang="en-US" dirty="0"/>
              <a:t>6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5608F628-7665-40B6-A77D-10EA18153082}"/>
              </a:ext>
            </a:extLst>
          </p:cNvPr>
          <p:cNvSpPr txBox="1"/>
          <p:nvPr/>
        </p:nvSpPr>
        <p:spPr>
          <a:xfrm>
            <a:off x="6312024" y="1728629"/>
            <a:ext cx="1240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coord</a:t>
            </a:r>
            <a:r>
              <a:rPr lang="en-US" dirty="0"/>
              <a:t> = 6</a:t>
            </a:r>
            <a:endParaRPr lang="ru-RU" dirty="0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xmlns="" id="{1963A34F-3ADF-4990-82D7-3E53B5E5AFFD}"/>
              </a:ext>
            </a:extLst>
          </p:cNvPr>
          <p:cNvSpPr/>
          <p:nvPr/>
        </p:nvSpPr>
        <p:spPr>
          <a:xfrm>
            <a:off x="7404499" y="1972989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xmlns="" id="{9960A455-5FF9-4392-9230-BD15924D70B3}"/>
              </a:ext>
            </a:extLst>
          </p:cNvPr>
          <p:cNvCxnSpPr>
            <a:cxnSpLocks/>
          </p:cNvCxnSpPr>
          <p:nvPr/>
        </p:nvCxnSpPr>
        <p:spPr>
          <a:xfrm flipH="1" flipV="1">
            <a:off x="7972401" y="2276873"/>
            <a:ext cx="584227" cy="22837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AADBBEC6-7DFC-4205-8CFC-3A9E077DE42F}"/>
              </a:ext>
            </a:extLst>
          </p:cNvPr>
          <p:cNvSpPr txBox="1"/>
          <p:nvPr/>
        </p:nvSpPr>
        <p:spPr>
          <a:xfrm>
            <a:off x="7867988" y="1728629"/>
            <a:ext cx="1240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coord</a:t>
            </a:r>
            <a:endParaRPr lang="en-US" dirty="0"/>
          </a:p>
          <a:p>
            <a:pPr algn="ctr"/>
            <a:r>
              <a:rPr lang="en-US" dirty="0"/>
              <a:t>6</a:t>
            </a:r>
            <a:endParaRPr lang="ru-R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76292E45-2567-42DC-B34E-30F207C2A670}"/>
              </a:ext>
            </a:extLst>
          </p:cNvPr>
          <p:cNvSpPr txBox="1"/>
          <p:nvPr/>
        </p:nvSpPr>
        <p:spPr>
          <a:xfrm>
            <a:off x="9070040" y="2445557"/>
            <a:ext cx="1240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coord</a:t>
            </a:r>
            <a:r>
              <a:rPr lang="en-US" dirty="0"/>
              <a:t> = 6</a:t>
            </a:r>
            <a:endParaRPr lang="ru-RU" dirty="0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xmlns="" id="{79B70C62-43F7-4090-B9C2-9BA06B4D4F55}"/>
              </a:ext>
            </a:extLst>
          </p:cNvPr>
          <p:cNvSpPr/>
          <p:nvPr/>
        </p:nvSpPr>
        <p:spPr>
          <a:xfrm>
            <a:off x="8470355" y="2419968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xmlns="" id="{33F5D72B-668C-4A64-866F-0CF34900D9FA}"/>
              </a:ext>
            </a:extLst>
          </p:cNvPr>
          <p:cNvCxnSpPr>
            <a:cxnSpLocks/>
          </p:cNvCxnSpPr>
          <p:nvPr/>
        </p:nvCxnSpPr>
        <p:spPr>
          <a:xfrm>
            <a:off x="8904312" y="2996952"/>
            <a:ext cx="288032" cy="50405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E1DC18AE-BD7E-46DB-8DAA-4390F63C210A}"/>
              </a:ext>
            </a:extLst>
          </p:cNvPr>
          <p:cNvSpPr txBox="1"/>
          <p:nvPr/>
        </p:nvSpPr>
        <p:spPr>
          <a:xfrm>
            <a:off x="7817871" y="3047731"/>
            <a:ext cx="1240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coord</a:t>
            </a:r>
            <a:endParaRPr lang="en-US" dirty="0"/>
          </a:p>
          <a:p>
            <a:pPr algn="ctr"/>
            <a:r>
              <a:rPr lang="en-US" dirty="0"/>
              <a:t>6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15156B66-9B0B-43A1-B7A8-1D8DF91CB974}"/>
              </a:ext>
            </a:extLst>
          </p:cNvPr>
          <p:cNvSpPr txBox="1"/>
          <p:nvPr/>
        </p:nvSpPr>
        <p:spPr>
          <a:xfrm>
            <a:off x="9524333" y="3570917"/>
            <a:ext cx="1240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coord</a:t>
            </a:r>
            <a:r>
              <a:rPr lang="en-US" dirty="0"/>
              <a:t> = 6</a:t>
            </a:r>
            <a:endParaRPr lang="ru-RU" dirty="0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xmlns="" id="{E4298E82-E653-4D35-972F-9E75CCB97CD4}"/>
              </a:ext>
            </a:extLst>
          </p:cNvPr>
          <p:cNvSpPr/>
          <p:nvPr/>
        </p:nvSpPr>
        <p:spPr>
          <a:xfrm>
            <a:off x="8899900" y="3496681"/>
            <a:ext cx="576064" cy="576064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xmlns="" id="{DC793533-40A5-448F-9DB3-3DEEB6C7B2B9}"/>
              </a:ext>
            </a:extLst>
          </p:cNvPr>
          <p:cNvCxnSpPr>
            <a:cxnSpLocks/>
          </p:cNvCxnSpPr>
          <p:nvPr/>
        </p:nvCxnSpPr>
        <p:spPr>
          <a:xfrm flipV="1">
            <a:off x="7883845" y="3992709"/>
            <a:ext cx="1104830" cy="110483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E02B3280-819B-4B71-A119-1BE3B311F998}"/>
              </a:ext>
            </a:extLst>
          </p:cNvPr>
          <p:cNvSpPr txBox="1"/>
          <p:nvPr/>
        </p:nvSpPr>
        <p:spPr>
          <a:xfrm>
            <a:off x="7435891" y="4072740"/>
            <a:ext cx="1240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coord</a:t>
            </a:r>
            <a:endParaRPr lang="en-US" dirty="0"/>
          </a:p>
          <a:p>
            <a:pPr algn="ctr"/>
            <a:r>
              <a:rPr lang="en-US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347030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3" grpId="0" animBg="1"/>
      <p:bldP spid="23" grpId="1" animBg="1"/>
      <p:bldP spid="25" grpId="0"/>
      <p:bldP spid="25" grpId="1"/>
      <p:bldP spid="27" grpId="0" animBg="1"/>
      <p:bldP spid="27" grpId="1" animBg="1"/>
      <p:bldP spid="28" grpId="0"/>
      <p:bldP spid="29" grpId="0"/>
      <p:bldP spid="29" grpId="1"/>
      <p:bldP spid="31" grpId="0"/>
      <p:bldP spid="34" grpId="0" animBg="1"/>
      <p:bldP spid="34" grpId="1" animBg="1"/>
      <p:bldP spid="36" grpId="0"/>
      <p:bldP spid="36" grpId="1"/>
      <p:bldP spid="37" grpId="0"/>
      <p:bldP spid="38" grpId="0" animBg="1"/>
      <p:bldP spid="38" grpId="1" animBg="1"/>
      <p:bldP spid="40" grpId="0"/>
      <p:bldP spid="40" grpId="1"/>
      <p:bldP spid="41" grpId="0"/>
      <p:bldP spid="42" grpId="0" animBg="1"/>
      <p:bldP spid="42" grpId="1" animBg="1"/>
      <p:bldP spid="44" grpId="0"/>
      <p:bldP spid="44" grpId="1"/>
      <p:bldP spid="45" grpId="0"/>
      <p:bldP spid="46" grpId="0" animBg="1"/>
      <p:bldP spid="46" grpId="1" animBg="1"/>
      <p:bldP spid="48" grpId="0"/>
      <p:bldP spid="48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WordArt 3"/>
          <p:cNvSpPr>
            <a:spLocks noChangeArrowheads="1" noChangeShapeType="1" noTextEdit="1"/>
          </p:cNvSpPr>
          <p:nvPr/>
        </p:nvSpPr>
        <p:spPr bwMode="gray">
          <a:xfrm>
            <a:off x="9331249" y="1585914"/>
            <a:ext cx="1322388" cy="21669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C0C0C0"/>
                    </a:gs>
                    <a:gs pos="100000">
                      <a:srgbClr val="484848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2" name="WordArt 8"/>
          <p:cNvSpPr>
            <a:spLocks noChangeArrowheads="1" noChangeShapeType="1" noTextEdit="1"/>
          </p:cNvSpPr>
          <p:nvPr/>
        </p:nvSpPr>
        <p:spPr bwMode="gray">
          <a:xfrm>
            <a:off x="8513688" y="2536826"/>
            <a:ext cx="1004887" cy="1647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B4B4B4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3" name="WordArt 9"/>
          <p:cNvSpPr>
            <a:spLocks noChangeArrowheads="1" noChangeShapeType="1" noTextEdit="1"/>
          </p:cNvSpPr>
          <p:nvPr/>
        </p:nvSpPr>
        <p:spPr bwMode="gray">
          <a:xfrm>
            <a:off x="9950375" y="2484439"/>
            <a:ext cx="1546225" cy="2535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1C4FF"/>
                    </a:gs>
                    <a:gs pos="100000">
                      <a:srgbClr val="2A79FF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659519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50800">
          <a:solidFill>
            <a:srgbClr val="FF0000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</Words>
  <Application>Microsoft Office PowerPoint</Application>
  <PresentationFormat>Широкоэкранный</PresentationFormat>
  <Paragraphs>366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26</vt:i4>
      </vt:variant>
    </vt:vector>
  </HeadingPairs>
  <TitlesOfParts>
    <vt:vector size="37" baseType="lpstr">
      <vt:lpstr>Arial Unicode MS</vt:lpstr>
      <vt:lpstr>Arial</vt:lpstr>
      <vt:lpstr>Arial Black</vt:lpstr>
      <vt:lpstr>Calibri</vt:lpstr>
      <vt:lpstr>Lucida Grande CY</vt:lpstr>
      <vt:lpstr>Symbol</vt:lpstr>
      <vt:lpstr>Wingdings</vt:lpstr>
      <vt:lpstr>1_Тема Office</vt:lpstr>
      <vt:lpstr>2_Тема Office</vt:lpstr>
      <vt:lpstr>Larissa-Design</vt:lpstr>
      <vt:lpstr>Тема Office</vt:lpstr>
      <vt:lpstr>Презентация PowerPoint</vt:lpstr>
      <vt:lpstr>Тема 7</vt:lpstr>
      <vt:lpstr>Проблема консенсуса</vt:lpstr>
      <vt:lpstr>Проблема консенсуса</vt:lpstr>
      <vt:lpstr>Проблема консенсуса</vt:lpstr>
      <vt:lpstr>Проблема консенсуса</vt:lpstr>
      <vt:lpstr>Проблема консенсуса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7</dc:title>
  <dc:creator/>
  <cp:lastModifiedBy/>
  <cp:revision>1</cp:revision>
  <dcterms:created xsi:type="dcterms:W3CDTF">2016-02-27T09:01:20Z</dcterms:created>
  <dcterms:modified xsi:type="dcterms:W3CDTF">2026-04-07T02:29:41Z</dcterms:modified>
</cp:coreProperties>
</file>