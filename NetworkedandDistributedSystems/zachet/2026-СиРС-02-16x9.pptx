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1"/>
    <p:sldMasterId id="2147483666" r:id="rId2"/>
    <p:sldMasterId id="2147483672" r:id="rId3"/>
    <p:sldMasterId id="2147483678" r:id="rId4"/>
  </p:sldMasterIdLst>
  <p:notesMasterIdLst>
    <p:notesMasterId r:id="rId33"/>
  </p:notesMasterIdLst>
  <p:sldIdLst>
    <p:sldId id="257" r:id="rId5"/>
    <p:sldId id="262" r:id="rId6"/>
    <p:sldId id="346" r:id="rId7"/>
    <p:sldId id="348" r:id="rId8"/>
    <p:sldId id="347" r:id="rId9"/>
    <p:sldId id="343" r:id="rId10"/>
    <p:sldId id="344" r:id="rId11"/>
    <p:sldId id="368" r:id="rId12"/>
    <p:sldId id="349" r:id="rId13"/>
    <p:sldId id="350" r:id="rId14"/>
    <p:sldId id="351" r:id="rId15"/>
    <p:sldId id="352" r:id="rId16"/>
    <p:sldId id="353" r:id="rId17"/>
    <p:sldId id="354" r:id="rId18"/>
    <p:sldId id="355" r:id="rId19"/>
    <p:sldId id="356" r:id="rId20"/>
    <p:sldId id="357" r:id="rId21"/>
    <p:sldId id="358" r:id="rId22"/>
    <p:sldId id="359" r:id="rId23"/>
    <p:sldId id="360" r:id="rId24"/>
    <p:sldId id="361" r:id="rId25"/>
    <p:sldId id="362" r:id="rId26"/>
    <p:sldId id="363" r:id="rId27"/>
    <p:sldId id="364" r:id="rId28"/>
    <p:sldId id="366" r:id="rId29"/>
    <p:sldId id="365" r:id="rId30"/>
    <p:sldId id="367" r:id="rId31"/>
    <p:sldId id="271" r:id="rId3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53404F6-AF45-403F-8B0B-E58FD8E18ED2}">
          <p14:sldIdLst>
            <p14:sldId id="257"/>
            <p14:sldId id="262"/>
            <p14:sldId id="346"/>
            <p14:sldId id="348"/>
            <p14:sldId id="347"/>
            <p14:sldId id="343"/>
            <p14:sldId id="344"/>
            <p14:sldId id="368"/>
            <p14:sldId id="349"/>
            <p14:sldId id="350"/>
            <p14:sldId id="351"/>
            <p14:sldId id="352"/>
            <p14:sldId id="353"/>
            <p14:sldId id="354"/>
            <p14:sldId id="355"/>
            <p14:sldId id="356"/>
            <p14:sldId id="357"/>
            <p14:sldId id="358"/>
            <p14:sldId id="359"/>
            <p14:sldId id="360"/>
            <p14:sldId id="361"/>
            <p14:sldId id="362"/>
            <p14:sldId id="363"/>
            <p14:sldId id="364"/>
            <p14:sldId id="366"/>
            <p14:sldId id="365"/>
            <p14:sldId id="367"/>
            <p14:sldId id="27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60606"/>
    <a:srgbClr val="345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514" autoAdjust="0"/>
    <p:restoredTop sz="94629" autoAdjust="0"/>
  </p:normalViewPr>
  <p:slideViewPr>
    <p:cSldViewPr>
      <p:cViewPr varScale="1">
        <p:scale>
          <a:sx n="87" d="100"/>
          <a:sy n="87" d="100"/>
        </p:scale>
        <p:origin x="108" y="55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59AABB-C9C6-43AA-902A-833FEB3847CE}" type="datetimeFigureOut">
              <a:rPr lang="ru-RU" smtClean="0"/>
              <a:t>25.02.2026</a:t>
            </a:fld>
            <a:endParaRPr lang="ru-RU"/>
          </a:p>
        </p:txBody>
      </p:sp>
      <p:sp>
        <p:nvSpPr>
          <p:cNvPr id="4" name="Образ слайда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FECF74-1CAC-4F88-AAFE-84C98DBB36FF}" type="slidenum">
              <a:rPr lang="ru-RU" smtClean="0"/>
              <a:t>‹#›</a:t>
            </a:fld>
            <a:endParaRPr lang="ru-RU"/>
          </a:p>
        </p:txBody>
      </p:sp>
    </p:spTree>
    <p:extLst>
      <p:ext uri="{BB962C8B-B14F-4D97-AF65-F5344CB8AC3E}">
        <p14:creationId xmlns:p14="http://schemas.microsoft.com/office/powerpoint/2010/main" val="1548468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49155" name="Rectangle 3"/>
          <p:cNvSpPr>
            <a:spLocks noGrp="1" noChangeArrowheads="1"/>
          </p:cNvSpPr>
          <p:nvPr>
            <p:ph type="body" idx="1"/>
          </p:nvPr>
        </p:nvSpPr>
        <p:spPr bwMode="auto">
          <a:noFill/>
        </p:spPr>
        <p:txBody>
          <a:bodyPr/>
          <a:lstStyle/>
          <a:p>
            <a:pPr defTabSz="914400"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3304219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a:defRPr/>
            </a:pPr>
            <a:fld id="{9E823CC4-FED0-46D8-B338-6A49B477DF90}" type="slidenum">
              <a:rPr lang="ru-RU" smtClean="0">
                <a:solidFill>
                  <a:prstClr val="black"/>
                </a:solidFill>
              </a:rPr>
              <a:pPr>
                <a:defRPr/>
              </a:pPr>
              <a:t>2</a:t>
            </a:fld>
            <a:endParaRPr lang="ru-RU">
              <a:solidFill>
                <a:prstClr val="black"/>
              </a:solidFill>
            </a:endParaRPr>
          </a:p>
        </p:txBody>
      </p:sp>
    </p:spTree>
    <p:extLst>
      <p:ext uri="{BB962C8B-B14F-4D97-AF65-F5344CB8AC3E}">
        <p14:creationId xmlns:p14="http://schemas.microsoft.com/office/powerpoint/2010/main" val="3447556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D3C842-15F5-4118-93B3-B56D48F51314}"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
        <p:nvSpPr>
          <p:cNvPr id="52227"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marL="0" marR="0" lvl="0" indent="0" algn="r" defTabSz="947738" rtl="0" eaLnBrk="1" fontAlgn="base" latinLnBrk="0" hangingPunct="1">
              <a:lnSpc>
                <a:spcPct val="100000"/>
              </a:lnSpc>
              <a:spcBef>
                <a:spcPct val="0"/>
              </a:spcBef>
              <a:spcAft>
                <a:spcPct val="0"/>
              </a:spcAft>
              <a:buClrTx/>
              <a:buSzTx/>
              <a:buFontTx/>
              <a:buNone/>
              <a:tabLst/>
              <a:defRPr/>
            </a:pPr>
            <a:fld id="{80EBC222-5CA9-45A5-916B-59235F528885}" type="slidenum">
              <a:rPr kumimoji="0" lang="en-GB" sz="1300" b="0" i="0" u="none" strike="noStrike" kern="1200" cap="none" spc="0" normalizeH="0" baseline="0" noProof="0">
                <a:ln>
                  <a:noFill/>
                </a:ln>
                <a:solidFill>
                  <a:prstClr val="black"/>
                </a:solidFill>
                <a:effectLst/>
                <a:uLnTx/>
                <a:uFillTx/>
                <a:latin typeface="Calibri"/>
                <a:ea typeface="+mn-ea"/>
                <a:cs typeface="Arial" pitchFamily="34" charset="0"/>
              </a:rPr>
              <a:pPr marL="0" marR="0" lvl="0" indent="0" algn="r" defTabSz="947738" rtl="0" eaLnBrk="1" fontAlgn="base" latinLnBrk="0" hangingPunct="1">
                <a:lnSpc>
                  <a:spcPct val="100000"/>
                </a:lnSpc>
                <a:spcBef>
                  <a:spcPct val="0"/>
                </a:spcBef>
                <a:spcAft>
                  <a:spcPct val="0"/>
                </a:spcAft>
                <a:buClrTx/>
                <a:buSzTx/>
                <a:buFontTx/>
                <a:buNone/>
                <a:tabLst/>
                <a:defRPr/>
              </a:pPr>
              <a:t>3</a:t>
            </a:fld>
            <a:endParaRPr kumimoji="0" lang="en-GB" sz="1300" b="0" i="0" u="none" strike="noStrike" kern="1200" cap="none" spc="0" normalizeH="0" baseline="0" noProof="0">
              <a:ln>
                <a:noFill/>
              </a:ln>
              <a:solidFill>
                <a:prstClr val="black"/>
              </a:solidFill>
              <a:effectLst/>
              <a:uLnTx/>
              <a:uFillTx/>
              <a:latin typeface="Calibri"/>
              <a:ea typeface="+mn-ea"/>
              <a:cs typeface="Arial" pitchFamily="34" charset="0"/>
            </a:endParaRPr>
          </a:p>
        </p:txBody>
      </p:sp>
      <p:sp>
        <p:nvSpPr>
          <p:cNvPr id="52228"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2229"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r>
              <a:rPr kumimoji="0" lang="ru-RU" noProof="1">
                <a:cs typeface="Arial" pitchFamily="34" charset="0"/>
              </a:rPr>
              <a:t>1</a:t>
            </a:r>
            <a:endParaRPr kumimoji="0" lang="ru-RU" baseline="0" noProof="1">
              <a:cs typeface="Arial" pitchFamily="34" charset="0"/>
            </a:endParaRPr>
          </a:p>
        </p:txBody>
      </p:sp>
    </p:spTree>
    <p:extLst>
      <p:ext uri="{BB962C8B-B14F-4D97-AF65-F5344CB8AC3E}">
        <p14:creationId xmlns:p14="http://schemas.microsoft.com/office/powerpoint/2010/main" val="1937255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D3C842-15F5-4118-93B3-B56D48F51314}"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
        <p:nvSpPr>
          <p:cNvPr id="52227"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marL="0" marR="0" lvl="0" indent="0" algn="r" defTabSz="947738" rtl="0" eaLnBrk="1" fontAlgn="base" latinLnBrk="0" hangingPunct="1">
              <a:lnSpc>
                <a:spcPct val="100000"/>
              </a:lnSpc>
              <a:spcBef>
                <a:spcPct val="0"/>
              </a:spcBef>
              <a:spcAft>
                <a:spcPct val="0"/>
              </a:spcAft>
              <a:buClrTx/>
              <a:buSzTx/>
              <a:buFontTx/>
              <a:buNone/>
              <a:tabLst/>
              <a:defRPr/>
            </a:pPr>
            <a:fld id="{80EBC222-5CA9-45A5-916B-59235F528885}" type="slidenum">
              <a:rPr kumimoji="0" lang="en-GB" sz="1300" b="0" i="0" u="none" strike="noStrike" kern="1200" cap="none" spc="0" normalizeH="0" baseline="0" noProof="0">
                <a:ln>
                  <a:noFill/>
                </a:ln>
                <a:solidFill>
                  <a:prstClr val="black"/>
                </a:solidFill>
                <a:effectLst/>
                <a:uLnTx/>
                <a:uFillTx/>
                <a:latin typeface="Calibri"/>
                <a:ea typeface="+mn-ea"/>
                <a:cs typeface="Arial" pitchFamily="34" charset="0"/>
              </a:rPr>
              <a:pPr marL="0" marR="0" lvl="0" indent="0" algn="r" defTabSz="947738" rtl="0" eaLnBrk="1" fontAlgn="base" latinLnBrk="0" hangingPunct="1">
                <a:lnSpc>
                  <a:spcPct val="100000"/>
                </a:lnSpc>
                <a:spcBef>
                  <a:spcPct val="0"/>
                </a:spcBef>
                <a:spcAft>
                  <a:spcPct val="0"/>
                </a:spcAft>
                <a:buClrTx/>
                <a:buSzTx/>
                <a:buFontTx/>
                <a:buNone/>
                <a:tabLst/>
                <a:defRPr/>
              </a:pPr>
              <a:t>4</a:t>
            </a:fld>
            <a:endParaRPr kumimoji="0" lang="en-GB" sz="1300" b="0" i="0" u="none" strike="noStrike" kern="1200" cap="none" spc="0" normalizeH="0" baseline="0" noProof="0">
              <a:ln>
                <a:noFill/>
              </a:ln>
              <a:solidFill>
                <a:prstClr val="black"/>
              </a:solidFill>
              <a:effectLst/>
              <a:uLnTx/>
              <a:uFillTx/>
              <a:latin typeface="Calibri"/>
              <a:ea typeface="+mn-ea"/>
              <a:cs typeface="Arial" pitchFamily="34" charset="0"/>
            </a:endParaRPr>
          </a:p>
        </p:txBody>
      </p:sp>
      <p:sp>
        <p:nvSpPr>
          <p:cNvPr id="52228"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2229"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r>
              <a:rPr kumimoji="0" lang="ru-RU" noProof="1">
                <a:cs typeface="Arial" pitchFamily="34" charset="0"/>
              </a:rPr>
              <a:t>1</a:t>
            </a:r>
            <a:endParaRPr kumimoji="0" lang="ru-RU" baseline="0" noProof="1">
              <a:cs typeface="Arial" pitchFamily="34" charset="0"/>
            </a:endParaRPr>
          </a:p>
        </p:txBody>
      </p:sp>
    </p:spTree>
    <p:extLst>
      <p:ext uri="{BB962C8B-B14F-4D97-AF65-F5344CB8AC3E}">
        <p14:creationId xmlns:p14="http://schemas.microsoft.com/office/powerpoint/2010/main" val="3868095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D3C842-15F5-4118-93B3-B56D48F51314}"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
        <p:nvSpPr>
          <p:cNvPr id="52227"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marL="0" marR="0" lvl="0" indent="0" algn="r" defTabSz="947738" rtl="0" eaLnBrk="1" fontAlgn="base" latinLnBrk="0" hangingPunct="1">
              <a:lnSpc>
                <a:spcPct val="100000"/>
              </a:lnSpc>
              <a:spcBef>
                <a:spcPct val="0"/>
              </a:spcBef>
              <a:spcAft>
                <a:spcPct val="0"/>
              </a:spcAft>
              <a:buClrTx/>
              <a:buSzTx/>
              <a:buFontTx/>
              <a:buNone/>
              <a:tabLst/>
              <a:defRPr/>
            </a:pPr>
            <a:fld id="{80EBC222-5CA9-45A5-916B-59235F528885}" type="slidenum">
              <a:rPr kumimoji="0" lang="en-GB" sz="1300" b="0" i="0" u="none" strike="noStrike" kern="1200" cap="none" spc="0" normalizeH="0" baseline="0" noProof="0">
                <a:ln>
                  <a:noFill/>
                </a:ln>
                <a:solidFill>
                  <a:prstClr val="black"/>
                </a:solidFill>
                <a:effectLst/>
                <a:uLnTx/>
                <a:uFillTx/>
                <a:latin typeface="Calibri"/>
                <a:ea typeface="+mn-ea"/>
                <a:cs typeface="Arial" pitchFamily="34" charset="0"/>
              </a:rPr>
              <a:pPr marL="0" marR="0" lvl="0" indent="0" algn="r" defTabSz="947738" rtl="0" eaLnBrk="1" fontAlgn="base" latinLnBrk="0" hangingPunct="1">
                <a:lnSpc>
                  <a:spcPct val="100000"/>
                </a:lnSpc>
                <a:spcBef>
                  <a:spcPct val="0"/>
                </a:spcBef>
                <a:spcAft>
                  <a:spcPct val="0"/>
                </a:spcAft>
                <a:buClrTx/>
                <a:buSzTx/>
                <a:buFontTx/>
                <a:buNone/>
                <a:tabLst/>
                <a:defRPr/>
              </a:pPr>
              <a:t>5</a:t>
            </a:fld>
            <a:endParaRPr kumimoji="0" lang="en-GB" sz="1300" b="0" i="0" u="none" strike="noStrike" kern="1200" cap="none" spc="0" normalizeH="0" baseline="0" noProof="0">
              <a:ln>
                <a:noFill/>
              </a:ln>
              <a:solidFill>
                <a:prstClr val="black"/>
              </a:solidFill>
              <a:effectLst/>
              <a:uLnTx/>
              <a:uFillTx/>
              <a:latin typeface="Calibri"/>
              <a:ea typeface="+mn-ea"/>
              <a:cs typeface="Arial" pitchFamily="34" charset="0"/>
            </a:endParaRPr>
          </a:p>
        </p:txBody>
      </p:sp>
      <p:sp>
        <p:nvSpPr>
          <p:cNvPr id="52228"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2229"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r>
              <a:rPr kumimoji="0" lang="ru-RU" noProof="1">
                <a:cs typeface="Arial" pitchFamily="34" charset="0"/>
              </a:rPr>
              <a:t>1</a:t>
            </a:r>
            <a:endParaRPr kumimoji="0" lang="ru-RU" baseline="0" noProof="1">
              <a:cs typeface="Arial" pitchFamily="34" charset="0"/>
            </a:endParaRPr>
          </a:p>
        </p:txBody>
      </p:sp>
    </p:spTree>
    <p:extLst>
      <p:ext uri="{BB962C8B-B14F-4D97-AF65-F5344CB8AC3E}">
        <p14:creationId xmlns:p14="http://schemas.microsoft.com/office/powerpoint/2010/main" val="229093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6</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6</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2523658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7</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7</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15799286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8</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8</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40834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bwMode="auto">
          <a:noFill/>
          <a:ln>
            <a:miter lim="800000"/>
            <a:headEnd/>
            <a:tailEnd/>
          </a:ln>
        </p:spPr>
        <p:txBody>
          <a:bodyPr/>
          <a:lstStyle/>
          <a:p>
            <a:fld id="{760C6212-D0C4-4DCF-B8A2-9A3F7ACE12CE}" type="slidenum">
              <a:rPr lang="ru-RU" smtClean="0"/>
              <a:pPr/>
              <a:t>9</a:t>
            </a:fld>
            <a:endParaRPr lang="de-DE"/>
          </a:p>
        </p:txBody>
      </p:sp>
      <p:sp>
        <p:nvSpPr>
          <p:cNvPr id="76803"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a:fld id="{5E179B65-EE42-4876-822F-299FC17BAC00}" type="slidenum">
              <a:rPr kumimoji="0" lang="en-GB" sz="1300"/>
              <a:pPr algn="r" defTabSz="947738"/>
              <a:t>9</a:t>
            </a:fld>
            <a:endParaRPr kumimoji="0" lang="en-GB" sz="1300"/>
          </a:p>
        </p:txBody>
      </p:sp>
      <p:sp>
        <p:nvSpPr>
          <p:cNvPr id="76804"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76805"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138727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14</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14</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2174666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15</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15</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3623709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16</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16</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35496049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17</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17</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12836573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18</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18</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2710909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19</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19</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631113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20</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20</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20574570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21</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21</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22452793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22</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22</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20239646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23</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23</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1554318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24</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24</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10512929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25</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25</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19959417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26</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26</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4072207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defTabSz="457200" fontAlgn="base">
              <a:spcBef>
                <a:spcPct val="0"/>
              </a:spcBef>
              <a:spcAft>
                <a:spcPct val="0"/>
              </a:spcAft>
            </a:pPr>
            <a:fld id="{ED0C489C-B8C8-489E-AA71-598221C264FA}" type="slidenum">
              <a:rPr lang="ru-RU" sz="1200">
                <a:solidFill>
                  <a:prstClr val="black"/>
                </a:solidFill>
                <a:cs typeface="Arial" pitchFamily="34" charset="0"/>
              </a:rPr>
              <a:pPr algn="r" defTabSz="457200" fontAlgn="base">
                <a:spcBef>
                  <a:spcPct val="0"/>
                </a:spcBef>
                <a:spcAft>
                  <a:spcPct val="0"/>
                </a:spcAft>
              </a:pPr>
              <a:t>27</a:t>
            </a:fld>
            <a:endParaRPr lang="de-DE" sz="1200">
              <a:solidFill>
                <a:prstClr val="black"/>
              </a:solidFill>
              <a:cs typeface="Arial" pitchFamily="34" charset="0"/>
            </a:endParaRPr>
          </a:p>
        </p:txBody>
      </p:sp>
      <p:sp>
        <p:nvSpPr>
          <p:cNvPr id="58371" name="Rectangle 7"/>
          <p:cNvSpPr txBox="1">
            <a:spLocks noGrp="1" noChangeArrowheads="1"/>
          </p:cNvSpPr>
          <p:nvPr/>
        </p:nvSpPr>
        <p:spPr bwMode="auto">
          <a:xfrm>
            <a:off x="3887788" y="8689975"/>
            <a:ext cx="2970212" cy="454025"/>
          </a:xfrm>
          <a:prstGeom prst="rect">
            <a:avLst/>
          </a:prstGeom>
          <a:noFill/>
          <a:ln w="9525">
            <a:noFill/>
            <a:miter lim="800000"/>
            <a:headEnd/>
            <a:tailEnd/>
          </a:ln>
        </p:spPr>
        <p:txBody>
          <a:bodyPr lIns="94824" tIns="47416" rIns="94824" bIns="47416" anchor="b"/>
          <a:lstStyle/>
          <a:p>
            <a:pPr algn="r" defTabSz="947738" fontAlgn="base">
              <a:spcBef>
                <a:spcPct val="0"/>
              </a:spcBef>
              <a:spcAft>
                <a:spcPct val="0"/>
              </a:spcAft>
            </a:pPr>
            <a:fld id="{7F1A9281-1597-4286-8723-922DEFD804BC}" type="slidenum">
              <a:rPr lang="en-GB" sz="1300">
                <a:solidFill>
                  <a:prstClr val="black"/>
                </a:solidFill>
                <a:cs typeface="Arial" pitchFamily="34" charset="0"/>
              </a:rPr>
              <a:pPr algn="r" defTabSz="947738" fontAlgn="base">
                <a:spcBef>
                  <a:spcPct val="0"/>
                </a:spcBef>
                <a:spcAft>
                  <a:spcPct val="0"/>
                </a:spcAft>
              </a:pPr>
              <a:t>27</a:t>
            </a:fld>
            <a:endParaRPr lang="en-GB" sz="1300">
              <a:solidFill>
                <a:prstClr val="black"/>
              </a:solidFill>
              <a:cs typeface="Arial" pitchFamily="34" charset="0"/>
            </a:endParaRPr>
          </a:p>
        </p:txBody>
      </p:sp>
      <p:sp>
        <p:nvSpPr>
          <p:cNvPr id="58372"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58373" name="Rectangle 3"/>
          <p:cNvSpPr>
            <a:spLocks noGrp="1" noChangeArrowheads="1"/>
          </p:cNvSpPr>
          <p:nvPr>
            <p:ph type="body" idx="1"/>
          </p:nvPr>
        </p:nvSpPr>
        <p:spPr bwMode="auto">
          <a:xfrm>
            <a:off x="914400" y="4343400"/>
            <a:ext cx="5029200" cy="4114800"/>
          </a:xfrm>
          <a:noFill/>
        </p:spPr>
        <p:txBody>
          <a:bodyPr lIns="94824" tIns="47416" rIns="94824" bIns="47416"/>
          <a:lstStyle/>
          <a:p>
            <a:pPr eaLnBrk="1" hangingPunct="1">
              <a:spcBef>
                <a:spcPct val="0"/>
              </a:spcBef>
            </a:pPr>
            <a:endParaRPr kumimoji="0" lang="ru-RU" noProof="1">
              <a:cs typeface="Arial" pitchFamily="34" charset="0"/>
            </a:endParaRPr>
          </a:p>
        </p:txBody>
      </p:sp>
    </p:spTree>
    <p:extLst>
      <p:ext uri="{BB962C8B-B14F-4D97-AF65-F5344CB8AC3E}">
        <p14:creationId xmlns:p14="http://schemas.microsoft.com/office/powerpoint/2010/main" val="908829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7"/>
          <p:cNvSpPr>
            <a:spLocks noGrp="1" noChangeArrowheads="1"/>
          </p:cNvSpPr>
          <p:nvPr>
            <p:ph type="sldNum" sz="quarter" idx="5"/>
          </p:nvPr>
        </p:nvSpPr>
        <p:spPr bwMode="auto">
          <a:noFill/>
          <a:ln>
            <a:miter lim="800000"/>
            <a:headEnd/>
            <a:tailEnd/>
          </a:ln>
        </p:spPr>
        <p:txBody>
          <a:bodyPr/>
          <a:lstStyle/>
          <a:p>
            <a:fld id="{40A90FD3-1104-4C0E-BD19-C04AAB04E560}" type="slidenum">
              <a:rPr lang="de-DE" altLang="ru-RU" smtClean="0">
                <a:solidFill>
                  <a:prstClr val="black"/>
                </a:solidFill>
              </a:rPr>
              <a:pPr/>
              <a:t>28</a:t>
            </a:fld>
            <a:endParaRPr lang="de-DE" altLang="ru-RU">
              <a:solidFill>
                <a:prstClr val="black"/>
              </a:solidFill>
            </a:endParaRPr>
          </a:p>
        </p:txBody>
      </p:sp>
      <p:sp>
        <p:nvSpPr>
          <p:cNvPr id="144386" name="Rectangle 2"/>
          <p:cNvSpPr>
            <a:spLocks noGrp="1" noRot="1" noChangeAspect="1" noChangeArrowheads="1" noTextEdit="1"/>
          </p:cNvSpPr>
          <p:nvPr>
            <p:ph type="sldImg"/>
          </p:nvPr>
        </p:nvSpPr>
        <p:spPr bwMode="auto">
          <a:xfrm>
            <a:off x="381000" y="685800"/>
            <a:ext cx="6097588" cy="3430588"/>
          </a:xfrm>
          <a:noFill/>
          <a:ln>
            <a:solidFill>
              <a:srgbClr val="000000"/>
            </a:solidFill>
            <a:miter lim="800000"/>
            <a:headEnd/>
            <a:tailEnd/>
          </a:ln>
        </p:spPr>
      </p:sp>
      <p:sp>
        <p:nvSpPr>
          <p:cNvPr id="144387" name="Rectangle 3"/>
          <p:cNvSpPr>
            <a:spLocks noGrp="1" noChangeArrowheads="1"/>
          </p:cNvSpPr>
          <p:nvPr>
            <p:ph type="body" idx="1"/>
          </p:nvPr>
        </p:nvSpPr>
        <p:spPr bwMode="auto">
          <a:xfrm>
            <a:off x="914183" y="4343144"/>
            <a:ext cx="5029635" cy="4115019"/>
          </a:xfrm>
          <a:noFill/>
        </p:spPr>
        <p:txBody>
          <a:bodyPr/>
          <a:lstStyle/>
          <a:p>
            <a:pPr eaLnBrk="1" hangingPunct="1">
              <a:spcBef>
                <a:spcPct val="0"/>
              </a:spcBef>
            </a:pPr>
            <a:endParaRPr kumimoji="0" lang="ru-RU" altLang="ru-RU" noProof="1"/>
          </a:p>
        </p:txBody>
      </p:sp>
    </p:spTree>
    <p:extLst>
      <p:ext uri="{BB962C8B-B14F-4D97-AF65-F5344CB8AC3E}">
        <p14:creationId xmlns:p14="http://schemas.microsoft.com/office/powerpoint/2010/main" val="4123936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Nur Titel">
    <p:spTree>
      <p:nvGrpSpPr>
        <p:cNvPr id="1" name=""/>
        <p:cNvGrpSpPr/>
        <p:nvPr/>
      </p:nvGrpSpPr>
      <p:grpSpPr>
        <a:xfrm>
          <a:off x="0" y="0"/>
          <a:ext cx="0" cy="0"/>
          <a:chOff x="0" y="0"/>
          <a:chExt cx="0" cy="0"/>
        </a:xfrm>
      </p:grpSpPr>
      <p:sp>
        <p:nvSpPr>
          <p:cNvPr id="2" name="Titel 1"/>
          <p:cNvSpPr>
            <a:spLocks noGrp="1"/>
          </p:cNvSpPr>
          <p:nvPr>
            <p:ph type="title"/>
          </p:nvPr>
        </p:nvSpPr>
        <p:spPr bwMode="gray">
          <a:xfrm>
            <a:off x="431800" y="238540"/>
            <a:ext cx="11329456" cy="616455"/>
          </a:xfrm>
        </p:spPr>
        <p:txBody>
          <a:bodyPr>
            <a:noAutofit/>
          </a:bodyPr>
          <a:lstStyle>
            <a:lvl1pPr>
              <a:lnSpc>
                <a:spcPct val="100000"/>
              </a:lnSpc>
              <a:defRPr/>
            </a:lvl1pPr>
          </a:lstStyle>
          <a:p>
            <a:endParaRPr lang="de-DE" dirty="0"/>
          </a:p>
        </p:txBody>
      </p:sp>
      <p:sp>
        <p:nvSpPr>
          <p:cNvPr id="9" name="Textplatzhalter 7"/>
          <p:cNvSpPr>
            <a:spLocks noGrp="1"/>
          </p:cNvSpPr>
          <p:nvPr>
            <p:ph type="body" sz="quarter" idx="13"/>
          </p:nvPr>
        </p:nvSpPr>
        <p:spPr bwMode="gray">
          <a:xfrm>
            <a:off x="431800" y="854994"/>
            <a:ext cx="11328400" cy="336244"/>
          </a:xfrm>
        </p:spPr>
        <p:txBody>
          <a:bodyPr>
            <a:noAutofit/>
          </a:bodyPr>
          <a:lstStyle>
            <a:lvl1pPr marL="0" indent="0">
              <a:buNone/>
              <a:defRPr sz="2000"/>
            </a:lvl1pPr>
          </a:lstStyle>
          <a:p>
            <a:pPr lvl="0"/>
            <a:endParaRPr lang="de-DE" dirty="0"/>
          </a:p>
        </p:txBody>
      </p:sp>
      <p:sp>
        <p:nvSpPr>
          <p:cNvPr id="4" name="Нижний колонтитул 4"/>
          <p:cNvSpPr>
            <a:spLocks noGrp="1"/>
          </p:cNvSpPr>
          <p:nvPr>
            <p:ph type="ftr" sz="quarter" idx="14"/>
          </p:nvPr>
        </p:nvSpPr>
        <p:spPr/>
        <p:txBody>
          <a:bodyPr/>
          <a:lstStyle>
            <a:lvl1pPr>
              <a:defRPr/>
            </a:lvl1pPr>
          </a:lstStyle>
          <a:p>
            <a:pPr>
              <a:defRPr/>
            </a:pPr>
            <a:r>
              <a:rPr lang="ru-RU">
                <a:solidFill>
                  <a:prstClr val="white"/>
                </a:solidFill>
              </a:rPr>
              <a:t>МФТИ-2019</a:t>
            </a:r>
            <a:endParaRPr lang="de-DE" dirty="0">
              <a:solidFill>
                <a:prstClr val="white"/>
              </a:solidFill>
            </a:endParaRPr>
          </a:p>
        </p:txBody>
      </p:sp>
      <p:sp>
        <p:nvSpPr>
          <p:cNvPr id="5" name="Номер слайда 5"/>
          <p:cNvSpPr>
            <a:spLocks noGrp="1"/>
          </p:cNvSpPr>
          <p:nvPr>
            <p:ph type="sldNum" sz="quarter" idx="15"/>
          </p:nvPr>
        </p:nvSpPr>
        <p:spPr/>
        <p:txBody>
          <a:bodyPr/>
          <a:lstStyle>
            <a:lvl1pPr>
              <a:defRPr/>
            </a:lvl1pPr>
          </a:lstStyle>
          <a:p>
            <a:pPr>
              <a:defRPr/>
            </a:pPr>
            <a:r>
              <a:rPr lang="ru-RU">
                <a:solidFill>
                  <a:prstClr val="black"/>
                </a:solidFill>
              </a:rPr>
              <a:t>Стр. </a:t>
            </a:r>
            <a:fld id="{4E7C34D8-C312-4D46-ABF5-8CA01CE57B16}" type="slidenum">
              <a:rPr lang="ru-RU">
                <a:solidFill>
                  <a:prstClr val="black"/>
                </a:solidFill>
              </a:rPr>
              <a:pPr>
                <a:defRPr/>
              </a:pPr>
              <a:t>‹#›</a:t>
            </a:fld>
            <a:endParaRPr lang="ru-RU">
              <a:solidFill>
                <a:prstClr val="black"/>
              </a:solidFill>
            </a:endParaRPr>
          </a:p>
        </p:txBody>
      </p:sp>
    </p:spTree>
    <p:extLst>
      <p:ext uri="{BB962C8B-B14F-4D97-AF65-F5344CB8AC3E}">
        <p14:creationId xmlns:p14="http://schemas.microsoft.com/office/powerpoint/2010/main" val="104182032"/>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en-US"/>
              <a:t>Образец заголовка</a:t>
            </a:r>
            <a:endParaRPr lang="ru-RU"/>
          </a:p>
        </p:txBody>
      </p:sp>
      <p:sp>
        <p:nvSpPr>
          <p:cNvPr id="3" name="Содержимое 2"/>
          <p:cNvSpPr>
            <a:spLocks noGrp="1"/>
          </p:cNvSpPr>
          <p:nvPr>
            <p:ph idx="1"/>
          </p:nvPr>
        </p:nvSpPr>
        <p:spPr/>
        <p:txBody>
          <a:bodyPr/>
          <a:lstStyle/>
          <a:p>
            <a:pPr lvl="0"/>
            <a:r>
              <a:rPr lang="en-US"/>
              <a:t>Образец текста</a:t>
            </a:r>
          </a:p>
          <a:p>
            <a:pPr lvl="1"/>
            <a:r>
              <a:rPr lang="en-US"/>
              <a:t>Второй уровень</a:t>
            </a:r>
          </a:p>
          <a:p>
            <a:pPr lvl="2"/>
            <a:r>
              <a:rPr lang="en-US"/>
              <a:t>Третий уровень</a:t>
            </a:r>
          </a:p>
          <a:p>
            <a:pPr lvl="3"/>
            <a:r>
              <a:rPr lang="en-US"/>
              <a:t>Четвертый уровень</a:t>
            </a:r>
          </a:p>
          <a:p>
            <a:pPr lvl="4"/>
            <a:r>
              <a:rPr lang="en-US"/>
              <a:t>Пятый уровень</a:t>
            </a:r>
            <a:endParaRPr lang="ru-RU"/>
          </a:p>
        </p:txBody>
      </p:sp>
    </p:spTree>
    <p:extLst>
      <p:ext uri="{BB962C8B-B14F-4D97-AF65-F5344CB8AC3E}">
        <p14:creationId xmlns:p14="http://schemas.microsoft.com/office/powerpoint/2010/main" val="2436633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Nur Titel">
    <p:spTree>
      <p:nvGrpSpPr>
        <p:cNvPr id="1" name=""/>
        <p:cNvGrpSpPr/>
        <p:nvPr/>
      </p:nvGrpSpPr>
      <p:grpSpPr>
        <a:xfrm>
          <a:off x="0" y="0"/>
          <a:ext cx="0" cy="0"/>
          <a:chOff x="0" y="0"/>
          <a:chExt cx="0" cy="0"/>
        </a:xfrm>
      </p:grpSpPr>
      <p:sp>
        <p:nvSpPr>
          <p:cNvPr id="2" name="Titel 1"/>
          <p:cNvSpPr>
            <a:spLocks noGrp="1"/>
          </p:cNvSpPr>
          <p:nvPr>
            <p:ph type="title"/>
          </p:nvPr>
        </p:nvSpPr>
        <p:spPr bwMode="gray">
          <a:xfrm>
            <a:off x="431800" y="238540"/>
            <a:ext cx="11329456" cy="616455"/>
          </a:xfrm>
        </p:spPr>
        <p:txBody>
          <a:bodyPr>
            <a:noAutofit/>
          </a:bodyPr>
          <a:lstStyle>
            <a:lvl1pPr>
              <a:lnSpc>
                <a:spcPct val="100000"/>
              </a:lnSpc>
              <a:defRPr/>
            </a:lvl1pPr>
          </a:lstStyle>
          <a:p>
            <a:r>
              <a:rPr lang="de-DE" dirty="0"/>
              <a:t>Titelmasterformat durch Klicken bearbeiten</a:t>
            </a:r>
          </a:p>
        </p:txBody>
      </p:sp>
      <p:sp>
        <p:nvSpPr>
          <p:cNvPr id="9" name="Textplatzhalter 7"/>
          <p:cNvSpPr>
            <a:spLocks noGrp="1"/>
          </p:cNvSpPr>
          <p:nvPr>
            <p:ph type="body" sz="quarter" idx="13"/>
          </p:nvPr>
        </p:nvSpPr>
        <p:spPr bwMode="gray">
          <a:xfrm>
            <a:off x="431800" y="854994"/>
            <a:ext cx="11328400" cy="336244"/>
          </a:xfrm>
        </p:spPr>
        <p:txBody>
          <a:bodyPr>
            <a:noAutofit/>
          </a:bodyPr>
          <a:lstStyle>
            <a:lvl1pPr marL="0" indent="0">
              <a:buNone/>
              <a:defRPr sz="2000"/>
            </a:lvl1pPr>
          </a:lstStyle>
          <a:p>
            <a:pPr lvl="0"/>
            <a:r>
              <a:rPr lang="de-DE" dirty="0"/>
              <a:t>Textmasterformate durch Klicken bearbeiten</a:t>
            </a:r>
          </a:p>
        </p:txBody>
      </p:sp>
      <p:sp>
        <p:nvSpPr>
          <p:cNvPr id="4" name="Нижний колонтитул 4"/>
          <p:cNvSpPr>
            <a:spLocks noGrp="1"/>
          </p:cNvSpPr>
          <p:nvPr>
            <p:ph type="ftr" sz="quarter" idx="14"/>
          </p:nvPr>
        </p:nvSpPr>
        <p:spPr/>
        <p:txBody>
          <a:bodyPr/>
          <a:lstStyle>
            <a:lvl1pPr>
              <a:defRPr/>
            </a:lvl1pPr>
          </a:lstStyle>
          <a:p>
            <a:pPr>
              <a:defRPr/>
            </a:pPr>
            <a:r>
              <a:rPr lang="ru-RU">
                <a:solidFill>
                  <a:prstClr val="white"/>
                </a:solidFill>
              </a:rPr>
              <a:t>МФТИ-2019</a:t>
            </a:r>
            <a:endParaRPr lang="de-DE" dirty="0">
              <a:solidFill>
                <a:prstClr val="white"/>
              </a:solidFill>
            </a:endParaRPr>
          </a:p>
        </p:txBody>
      </p:sp>
      <p:sp>
        <p:nvSpPr>
          <p:cNvPr id="5" name="Номер слайда 5"/>
          <p:cNvSpPr>
            <a:spLocks noGrp="1"/>
          </p:cNvSpPr>
          <p:nvPr>
            <p:ph type="sldNum" sz="quarter" idx="15"/>
          </p:nvPr>
        </p:nvSpPr>
        <p:spPr/>
        <p:txBody>
          <a:bodyPr/>
          <a:lstStyle>
            <a:lvl1pPr>
              <a:defRPr/>
            </a:lvl1pPr>
          </a:lstStyle>
          <a:p>
            <a:pPr>
              <a:defRPr/>
            </a:pPr>
            <a:r>
              <a:rPr lang="ru-RU">
                <a:solidFill>
                  <a:prstClr val="black"/>
                </a:solidFill>
              </a:rPr>
              <a:t>Стр. </a:t>
            </a:r>
            <a:fld id="{4E7C34D8-C312-4D46-ABF5-8CA01CE57B16}" type="slidenum">
              <a:rPr lang="ru-RU">
                <a:solidFill>
                  <a:prstClr val="black"/>
                </a:solidFill>
              </a:rPr>
              <a:pPr>
                <a:defRPr/>
              </a:pPr>
              <a:t>‹#›</a:t>
            </a:fld>
            <a:endParaRPr lang="ru-RU">
              <a:solidFill>
                <a:prstClr val="black"/>
              </a:solidFill>
            </a:endParaRPr>
          </a:p>
        </p:txBody>
      </p:sp>
    </p:spTree>
    <p:extLst>
      <p:ext uri="{BB962C8B-B14F-4D97-AF65-F5344CB8AC3E}">
        <p14:creationId xmlns:p14="http://schemas.microsoft.com/office/powerpoint/2010/main" val="2518070437"/>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pic>
        <p:nvPicPr>
          <p:cNvPr id="4" name="Picture 1" descr="P:\JOBS ZUM BEARBEITEN\D2481_Strategietools\Grundlagen\table.png"/>
          <p:cNvPicPr>
            <a:picLocks noChangeAspect="1" noChangeArrowheads="1"/>
          </p:cNvPicPr>
          <p:nvPr userDrawn="1"/>
        </p:nvPicPr>
        <p:blipFill>
          <a:blip r:embed="rId2"/>
          <a:srcRect/>
          <a:stretch>
            <a:fillRect/>
          </a:stretch>
        </p:blipFill>
        <p:spPr bwMode="gray">
          <a:xfrm>
            <a:off x="0" y="317500"/>
            <a:ext cx="12192000" cy="5627688"/>
          </a:xfrm>
          <a:prstGeom prst="rect">
            <a:avLst/>
          </a:prstGeom>
          <a:noFill/>
          <a:ln w="9525">
            <a:noFill/>
            <a:miter lim="800000"/>
            <a:headEnd/>
            <a:tailEnd/>
          </a:ln>
        </p:spPr>
      </p:pic>
      <p:sp>
        <p:nvSpPr>
          <p:cNvPr id="2" name="Titel 1"/>
          <p:cNvSpPr>
            <a:spLocks noGrp="1"/>
          </p:cNvSpPr>
          <p:nvPr>
            <p:ph type="ctrTitle"/>
          </p:nvPr>
        </p:nvSpPr>
        <p:spPr bwMode="gray">
          <a:xfrm>
            <a:off x="447413" y="1998133"/>
            <a:ext cx="8290187" cy="1416050"/>
          </a:xfrm>
        </p:spPr>
        <p:txBody>
          <a:bodyPr>
            <a:noAutofit/>
          </a:bodyPr>
          <a:lstStyle>
            <a:lvl1pPr>
              <a:defRPr sz="4800">
                <a:solidFill>
                  <a:schemeClr val="bg1"/>
                </a:solidFill>
              </a:defRPr>
            </a:lvl1pPr>
          </a:lstStyle>
          <a:p>
            <a:r>
              <a:rPr lang="de-DE"/>
              <a:t>Titelmasterformat durch Klicken bearbeiten</a:t>
            </a:r>
          </a:p>
        </p:txBody>
      </p:sp>
      <p:sp>
        <p:nvSpPr>
          <p:cNvPr id="3" name="Untertitel 2"/>
          <p:cNvSpPr>
            <a:spLocks noGrp="1"/>
          </p:cNvSpPr>
          <p:nvPr>
            <p:ph type="subTitle" idx="1"/>
          </p:nvPr>
        </p:nvSpPr>
        <p:spPr bwMode="gray">
          <a:xfrm>
            <a:off x="436229" y="4037202"/>
            <a:ext cx="8301372" cy="1271398"/>
          </a:xfrm>
        </p:spPr>
        <p:txBody>
          <a:bodyPr>
            <a:noAutofit/>
          </a:bodyPr>
          <a:lstStyle>
            <a:lvl1pPr marL="0" indent="0" algn="l">
              <a:buNone/>
              <a:defRPr sz="32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Formatvorlage des Untertitelmasters durch Klicken bearbeiten</a:t>
            </a:r>
          </a:p>
        </p:txBody>
      </p:sp>
      <p:sp>
        <p:nvSpPr>
          <p:cNvPr id="5" name="Дата 7"/>
          <p:cNvSpPr>
            <a:spLocks noGrp="1"/>
          </p:cNvSpPr>
          <p:nvPr>
            <p:ph type="dt" sz="half" idx="10"/>
          </p:nvPr>
        </p:nvSpPr>
        <p:spPr/>
        <p:txBody>
          <a:bodyPr/>
          <a:lstStyle>
            <a:lvl1pPr>
              <a:defRPr/>
            </a:lvl1pPr>
          </a:lstStyle>
          <a:p>
            <a:pPr>
              <a:defRPr/>
            </a:pPr>
            <a:endParaRPr lang="de-DE" altLang="ru-RU"/>
          </a:p>
        </p:txBody>
      </p:sp>
      <p:sp>
        <p:nvSpPr>
          <p:cNvPr id="6" name="Нижний колонтитул 8"/>
          <p:cNvSpPr>
            <a:spLocks noGrp="1"/>
          </p:cNvSpPr>
          <p:nvPr>
            <p:ph type="ftr" sz="quarter" idx="11"/>
          </p:nvPr>
        </p:nvSpPr>
        <p:spPr/>
        <p:txBody>
          <a:bodyPr/>
          <a:lstStyle>
            <a:lvl1pPr>
              <a:defRPr/>
            </a:lvl1pPr>
          </a:lstStyle>
          <a:p>
            <a:pPr>
              <a:defRPr/>
            </a:pPr>
            <a:r>
              <a:rPr lang="ru-RU">
                <a:solidFill>
                  <a:prstClr val="white"/>
                </a:solidFill>
              </a:rPr>
              <a:t>МФТИ-2019</a:t>
            </a:r>
            <a:endParaRPr lang="de-DE" dirty="0">
              <a:solidFill>
                <a:prstClr val="white"/>
              </a:solidFill>
            </a:endParaRPr>
          </a:p>
        </p:txBody>
      </p:sp>
      <p:sp>
        <p:nvSpPr>
          <p:cNvPr id="7" name="Номер слайда 9"/>
          <p:cNvSpPr>
            <a:spLocks noGrp="1"/>
          </p:cNvSpPr>
          <p:nvPr>
            <p:ph type="sldNum" sz="quarter" idx="12"/>
          </p:nvPr>
        </p:nvSpPr>
        <p:spPr/>
        <p:txBody>
          <a:bodyPr/>
          <a:lstStyle>
            <a:lvl1pPr>
              <a:defRPr/>
            </a:lvl1pPr>
          </a:lstStyle>
          <a:p>
            <a:pPr>
              <a:defRPr/>
            </a:pPr>
            <a:r>
              <a:rPr lang="ru-RU" altLang="ru-RU" dirty="0">
                <a:solidFill>
                  <a:prstClr val="black"/>
                </a:solidFill>
              </a:rPr>
              <a:t>Стр. </a:t>
            </a:r>
            <a:fld id="{2CF74CB0-F0B5-41E9-BA71-20606D10B8F1}" type="slidenum">
              <a:rPr lang="de-DE" altLang="ru-RU" smtClean="0">
                <a:solidFill>
                  <a:prstClr val="black"/>
                </a:solidFill>
              </a:rPr>
              <a:pPr>
                <a:defRPr/>
              </a:pPr>
              <a:t>‹#›</a:t>
            </a:fld>
            <a:endParaRPr lang="de-DE" altLang="ru-RU" dirty="0">
              <a:solidFill>
                <a:prstClr val="black"/>
              </a:solidFill>
            </a:endParaRPr>
          </a:p>
        </p:txBody>
      </p:sp>
    </p:spTree>
    <p:extLst>
      <p:ext uri="{BB962C8B-B14F-4D97-AF65-F5344CB8AC3E}">
        <p14:creationId xmlns:p14="http://schemas.microsoft.com/office/powerpoint/2010/main" val="1926430130"/>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el 1"/>
          <p:cNvSpPr>
            <a:spLocks noGrp="1"/>
          </p:cNvSpPr>
          <p:nvPr>
            <p:ph type="title"/>
          </p:nvPr>
        </p:nvSpPr>
        <p:spPr bwMode="gray">
          <a:xfrm>
            <a:off x="431800" y="238540"/>
            <a:ext cx="11329456" cy="616455"/>
          </a:xfrm>
        </p:spPr>
        <p:txBody>
          <a:bodyPr>
            <a:noAutofit/>
          </a:bodyPr>
          <a:lstStyle>
            <a:lvl1pPr>
              <a:lnSpc>
                <a:spcPct val="100000"/>
              </a:lnSpc>
              <a:defRPr/>
            </a:lvl1pPr>
          </a:lstStyle>
          <a:p>
            <a:r>
              <a:rPr lang="de-DE" dirty="0"/>
              <a:t>Titelmasterformat durch Klicken bearbeiten</a:t>
            </a:r>
          </a:p>
        </p:txBody>
      </p:sp>
      <p:sp>
        <p:nvSpPr>
          <p:cNvPr id="9" name="Textplatzhalter 7"/>
          <p:cNvSpPr>
            <a:spLocks noGrp="1"/>
          </p:cNvSpPr>
          <p:nvPr>
            <p:ph type="body" sz="quarter" idx="13"/>
          </p:nvPr>
        </p:nvSpPr>
        <p:spPr bwMode="gray">
          <a:xfrm>
            <a:off x="431800" y="854994"/>
            <a:ext cx="11328400" cy="336244"/>
          </a:xfrm>
        </p:spPr>
        <p:txBody>
          <a:bodyPr>
            <a:noAutofit/>
          </a:bodyPr>
          <a:lstStyle>
            <a:lvl1pPr marL="0" indent="0">
              <a:buNone/>
              <a:defRPr sz="2000"/>
            </a:lvl1pPr>
          </a:lstStyle>
          <a:p>
            <a:pPr lvl="0"/>
            <a:r>
              <a:rPr lang="de-DE" dirty="0"/>
              <a:t>Textmasterformate durch Klicken bearbeiten</a:t>
            </a:r>
          </a:p>
        </p:txBody>
      </p:sp>
      <p:sp>
        <p:nvSpPr>
          <p:cNvPr id="4" name="Datumsplatzhalter 3"/>
          <p:cNvSpPr>
            <a:spLocks noGrp="1"/>
          </p:cNvSpPr>
          <p:nvPr>
            <p:ph type="dt" sz="half" idx="14"/>
          </p:nvPr>
        </p:nvSpPr>
        <p:spPr/>
        <p:txBody>
          <a:bodyPr/>
          <a:lstStyle>
            <a:lvl1pPr>
              <a:defRPr/>
            </a:lvl1pPr>
          </a:lstStyle>
          <a:p>
            <a:pPr>
              <a:defRPr/>
            </a:pPr>
            <a:endParaRPr lang="de-DE" altLang="ru-RU"/>
          </a:p>
        </p:txBody>
      </p:sp>
      <p:sp>
        <p:nvSpPr>
          <p:cNvPr id="5" name="Fußzeilenplatzhalter 4"/>
          <p:cNvSpPr>
            <a:spLocks noGrp="1"/>
          </p:cNvSpPr>
          <p:nvPr>
            <p:ph type="ftr" sz="quarter" idx="15"/>
          </p:nvPr>
        </p:nvSpPr>
        <p:spPr/>
        <p:txBody>
          <a:bodyPr/>
          <a:lstStyle>
            <a:lvl1pPr>
              <a:defRPr/>
            </a:lvl1pPr>
          </a:lstStyle>
          <a:p>
            <a:pPr>
              <a:defRPr/>
            </a:pPr>
            <a:r>
              <a:rPr lang="ru-RU">
                <a:solidFill>
                  <a:prstClr val="white"/>
                </a:solidFill>
              </a:rPr>
              <a:t>МФТИ-2019</a:t>
            </a:r>
            <a:endParaRPr lang="de-DE" dirty="0">
              <a:solidFill>
                <a:prstClr val="white"/>
              </a:solidFill>
            </a:endParaRPr>
          </a:p>
        </p:txBody>
      </p:sp>
      <p:sp>
        <p:nvSpPr>
          <p:cNvPr id="6" name="Foliennummernplatzhalter 5"/>
          <p:cNvSpPr>
            <a:spLocks noGrp="1"/>
          </p:cNvSpPr>
          <p:nvPr>
            <p:ph type="sldNum" sz="quarter" idx="16"/>
          </p:nvPr>
        </p:nvSpPr>
        <p:spPr/>
        <p:txBody>
          <a:bodyPr/>
          <a:lstStyle>
            <a:lvl1pPr>
              <a:defRPr/>
            </a:lvl1pPr>
          </a:lstStyle>
          <a:p>
            <a:pPr>
              <a:defRPr/>
            </a:pPr>
            <a:r>
              <a:rPr lang="ru-RU" altLang="ru-RU">
                <a:solidFill>
                  <a:prstClr val="black"/>
                </a:solidFill>
              </a:rPr>
              <a:t>Стр. </a:t>
            </a:r>
            <a:fld id="{A4CED0C5-ED51-4CAE-B403-C2A41A79FC68}" type="slidenum">
              <a:rPr lang="de-DE" altLang="ru-RU">
                <a:solidFill>
                  <a:prstClr val="black"/>
                </a:solidFill>
              </a:rPr>
              <a:pPr>
                <a:defRPr/>
              </a:pPr>
              <a:t>‹#›</a:t>
            </a:fld>
            <a:endParaRPr lang="de-DE" altLang="ru-RU">
              <a:solidFill>
                <a:prstClr val="black"/>
              </a:solidFill>
            </a:endParaRPr>
          </a:p>
        </p:txBody>
      </p:sp>
    </p:spTree>
    <p:extLst>
      <p:ext uri="{BB962C8B-B14F-4D97-AF65-F5344CB8AC3E}">
        <p14:creationId xmlns:p14="http://schemas.microsoft.com/office/powerpoint/2010/main" val="230343371"/>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2" name="Datumsplatzhalter 3"/>
          <p:cNvSpPr>
            <a:spLocks noGrp="1"/>
          </p:cNvSpPr>
          <p:nvPr>
            <p:ph type="dt" sz="half" idx="10"/>
          </p:nvPr>
        </p:nvSpPr>
        <p:spPr/>
        <p:txBody>
          <a:bodyPr/>
          <a:lstStyle>
            <a:lvl1pPr>
              <a:defRPr/>
            </a:lvl1pPr>
          </a:lstStyle>
          <a:p>
            <a:pPr>
              <a:defRPr/>
            </a:pPr>
            <a:endParaRPr lang="de-DE" altLang="ru-RU"/>
          </a:p>
        </p:txBody>
      </p:sp>
      <p:sp>
        <p:nvSpPr>
          <p:cNvPr id="3" name="Fußzeilenplatzhalter 4"/>
          <p:cNvSpPr>
            <a:spLocks noGrp="1"/>
          </p:cNvSpPr>
          <p:nvPr>
            <p:ph type="ftr" sz="quarter" idx="11"/>
          </p:nvPr>
        </p:nvSpPr>
        <p:spPr/>
        <p:txBody>
          <a:bodyPr/>
          <a:lstStyle>
            <a:lvl1pPr>
              <a:defRPr/>
            </a:lvl1pPr>
          </a:lstStyle>
          <a:p>
            <a:pPr>
              <a:defRPr/>
            </a:pPr>
            <a:r>
              <a:rPr lang="ru-RU">
                <a:solidFill>
                  <a:prstClr val="white"/>
                </a:solidFill>
              </a:rPr>
              <a:t>МФТИ-2019</a:t>
            </a:r>
            <a:endParaRPr lang="de-DE">
              <a:solidFill>
                <a:prstClr val="white"/>
              </a:solidFill>
            </a:endParaRPr>
          </a:p>
        </p:txBody>
      </p:sp>
      <p:sp>
        <p:nvSpPr>
          <p:cNvPr id="4" name="Foliennummernplatzhalter 5"/>
          <p:cNvSpPr>
            <a:spLocks noGrp="1"/>
          </p:cNvSpPr>
          <p:nvPr>
            <p:ph type="sldNum" sz="quarter" idx="12"/>
          </p:nvPr>
        </p:nvSpPr>
        <p:spPr/>
        <p:txBody>
          <a:bodyPr/>
          <a:lstStyle>
            <a:lvl1pPr>
              <a:defRPr/>
            </a:lvl1pPr>
          </a:lstStyle>
          <a:p>
            <a:pPr>
              <a:defRPr/>
            </a:pPr>
            <a:r>
              <a:rPr lang="ru-RU" altLang="ru-RU">
                <a:solidFill>
                  <a:prstClr val="black"/>
                </a:solidFill>
              </a:rPr>
              <a:t>Стр. </a:t>
            </a:r>
            <a:fld id="{56F2DCAE-80BF-45C3-B74A-3BA349CF89F6}" type="slidenum">
              <a:rPr lang="de-DE" altLang="ru-RU">
                <a:solidFill>
                  <a:prstClr val="black"/>
                </a:solidFill>
              </a:rPr>
              <a:pPr>
                <a:defRPr/>
              </a:pPr>
              <a:t>‹#›</a:t>
            </a:fld>
            <a:endParaRPr lang="de-DE" altLang="ru-RU">
              <a:solidFill>
                <a:prstClr val="black"/>
              </a:solidFill>
            </a:endParaRPr>
          </a:p>
        </p:txBody>
      </p:sp>
    </p:spTree>
    <p:extLst>
      <p:ext uri="{BB962C8B-B14F-4D97-AF65-F5344CB8AC3E}">
        <p14:creationId xmlns:p14="http://schemas.microsoft.com/office/powerpoint/2010/main" val="3308056435"/>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lvl1pPr>
              <a:defRPr/>
            </a:lvl1pPr>
          </a:lstStyle>
          <a:p>
            <a:pPr>
              <a:defRPr/>
            </a:pPr>
            <a:endParaRPr lang="de-DE" altLang="ru-RU"/>
          </a:p>
        </p:txBody>
      </p:sp>
      <p:sp>
        <p:nvSpPr>
          <p:cNvPr id="5" name="Fußzeilenplatzhalter 4"/>
          <p:cNvSpPr>
            <a:spLocks noGrp="1"/>
          </p:cNvSpPr>
          <p:nvPr>
            <p:ph type="ftr" sz="quarter" idx="11"/>
          </p:nvPr>
        </p:nvSpPr>
        <p:spPr/>
        <p:txBody>
          <a:bodyPr/>
          <a:lstStyle>
            <a:lvl1pPr>
              <a:defRPr/>
            </a:lvl1pPr>
          </a:lstStyle>
          <a:p>
            <a:pPr>
              <a:defRPr/>
            </a:pPr>
            <a:r>
              <a:rPr lang="ru-RU">
                <a:solidFill>
                  <a:prstClr val="white"/>
                </a:solidFill>
              </a:rPr>
              <a:t>МФТИ-2019</a:t>
            </a:r>
            <a:endParaRPr lang="de-DE">
              <a:solidFill>
                <a:prstClr val="white"/>
              </a:solidFill>
            </a:endParaRPr>
          </a:p>
        </p:txBody>
      </p:sp>
      <p:sp>
        <p:nvSpPr>
          <p:cNvPr id="6" name="Foliennummernplatzhalter 5"/>
          <p:cNvSpPr>
            <a:spLocks noGrp="1"/>
          </p:cNvSpPr>
          <p:nvPr>
            <p:ph type="sldNum" sz="quarter" idx="12"/>
          </p:nvPr>
        </p:nvSpPr>
        <p:spPr/>
        <p:txBody>
          <a:bodyPr/>
          <a:lstStyle>
            <a:lvl1pPr>
              <a:defRPr/>
            </a:lvl1pPr>
          </a:lstStyle>
          <a:p>
            <a:pPr>
              <a:defRPr/>
            </a:pPr>
            <a:r>
              <a:rPr lang="ru-RU" altLang="ru-RU">
                <a:solidFill>
                  <a:prstClr val="black"/>
                </a:solidFill>
              </a:rPr>
              <a:t>Стр. </a:t>
            </a:r>
            <a:fld id="{A14F925C-88EF-41CE-A289-BD24C4C53697}" type="slidenum">
              <a:rPr lang="de-DE" altLang="ru-RU">
                <a:solidFill>
                  <a:prstClr val="black"/>
                </a:solidFill>
              </a:rPr>
              <a:pPr>
                <a:defRPr/>
              </a:pPr>
              <a:t>‹#›</a:t>
            </a:fld>
            <a:endParaRPr lang="de-DE" altLang="ru-RU">
              <a:solidFill>
                <a:prstClr val="black"/>
              </a:solidFill>
            </a:endParaRPr>
          </a:p>
        </p:txBody>
      </p:sp>
    </p:spTree>
    <p:extLst>
      <p:ext uri="{BB962C8B-B14F-4D97-AF65-F5344CB8AC3E}">
        <p14:creationId xmlns:p14="http://schemas.microsoft.com/office/powerpoint/2010/main" val="995611339"/>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Только заголовок">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en-US"/>
              <a:t>Образец заголовка</a:t>
            </a:r>
            <a:endParaRPr lang="ru-RU"/>
          </a:p>
        </p:txBody>
      </p:sp>
      <p:sp>
        <p:nvSpPr>
          <p:cNvPr id="3" name="Datumsplatzhalter 3"/>
          <p:cNvSpPr>
            <a:spLocks noGrp="1"/>
          </p:cNvSpPr>
          <p:nvPr>
            <p:ph type="dt" sz="half" idx="10"/>
          </p:nvPr>
        </p:nvSpPr>
        <p:spPr/>
        <p:txBody>
          <a:bodyPr/>
          <a:lstStyle>
            <a:lvl1pPr>
              <a:defRPr/>
            </a:lvl1pPr>
          </a:lstStyle>
          <a:p>
            <a:pPr>
              <a:defRPr/>
            </a:pPr>
            <a:endParaRPr lang="de-DE" altLang="ru-RU"/>
          </a:p>
        </p:txBody>
      </p:sp>
      <p:sp>
        <p:nvSpPr>
          <p:cNvPr id="4" name="Fußzeilenplatzhalter 4"/>
          <p:cNvSpPr>
            <a:spLocks noGrp="1"/>
          </p:cNvSpPr>
          <p:nvPr>
            <p:ph type="ftr" sz="quarter" idx="11"/>
          </p:nvPr>
        </p:nvSpPr>
        <p:spPr/>
        <p:txBody>
          <a:bodyPr/>
          <a:lstStyle>
            <a:lvl1pPr>
              <a:defRPr/>
            </a:lvl1pPr>
          </a:lstStyle>
          <a:p>
            <a:pPr>
              <a:defRPr/>
            </a:pPr>
            <a:r>
              <a:rPr lang="ru-RU">
                <a:solidFill>
                  <a:prstClr val="white"/>
                </a:solidFill>
              </a:rPr>
              <a:t>МФТИ-2019</a:t>
            </a:r>
            <a:endParaRPr lang="de-DE">
              <a:solidFill>
                <a:prstClr val="white"/>
              </a:solidFill>
            </a:endParaRPr>
          </a:p>
        </p:txBody>
      </p:sp>
      <p:sp>
        <p:nvSpPr>
          <p:cNvPr id="5" name="Foliennummernplatzhalter 5"/>
          <p:cNvSpPr>
            <a:spLocks noGrp="1"/>
          </p:cNvSpPr>
          <p:nvPr>
            <p:ph type="sldNum" sz="quarter" idx="12"/>
          </p:nvPr>
        </p:nvSpPr>
        <p:spPr/>
        <p:txBody>
          <a:bodyPr/>
          <a:lstStyle>
            <a:lvl1pPr>
              <a:defRPr/>
            </a:lvl1pPr>
          </a:lstStyle>
          <a:p>
            <a:pPr>
              <a:defRPr/>
            </a:pPr>
            <a:r>
              <a:rPr lang="ru-RU" altLang="ru-RU">
                <a:solidFill>
                  <a:prstClr val="black"/>
                </a:solidFill>
              </a:rPr>
              <a:t>Стр. </a:t>
            </a:r>
            <a:fld id="{A128D019-E771-49AB-93BA-BEA67AACC870}" type="slidenum">
              <a:rPr lang="de-DE" altLang="ru-RU">
                <a:solidFill>
                  <a:prstClr val="black"/>
                </a:solidFill>
              </a:rPr>
              <a:pPr>
                <a:defRPr/>
              </a:pPr>
              <a:t>‹#›</a:t>
            </a:fld>
            <a:endParaRPr lang="de-DE" altLang="ru-RU">
              <a:solidFill>
                <a:prstClr val="black"/>
              </a:solidFill>
            </a:endParaRPr>
          </a:p>
        </p:txBody>
      </p:sp>
    </p:spTree>
    <p:extLst>
      <p:ext uri="{BB962C8B-B14F-4D97-AF65-F5344CB8AC3E}">
        <p14:creationId xmlns:p14="http://schemas.microsoft.com/office/powerpoint/2010/main" val="95664407"/>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en-US"/>
              <a:t>Образец заголовка</a:t>
            </a:r>
            <a:endParaRPr lang="ru-RU"/>
          </a:p>
        </p:txBody>
      </p:sp>
      <p:sp>
        <p:nvSpPr>
          <p:cNvPr id="3" name="Содержимое 2"/>
          <p:cNvSpPr>
            <a:spLocks noGrp="1"/>
          </p:cNvSpPr>
          <p:nvPr>
            <p:ph idx="1"/>
          </p:nvPr>
        </p:nvSpPr>
        <p:spPr/>
        <p:txBody>
          <a:bodyPr/>
          <a:lstStyle/>
          <a:p>
            <a:pPr lvl="0"/>
            <a:r>
              <a:rPr lang="en-US"/>
              <a:t>Образец текста</a:t>
            </a:r>
          </a:p>
          <a:p>
            <a:pPr lvl="1"/>
            <a:r>
              <a:rPr lang="en-US"/>
              <a:t>Второй уровень</a:t>
            </a:r>
          </a:p>
          <a:p>
            <a:pPr lvl="2"/>
            <a:r>
              <a:rPr lang="en-US"/>
              <a:t>Третий уровень</a:t>
            </a:r>
          </a:p>
          <a:p>
            <a:pPr lvl="3"/>
            <a:r>
              <a:rPr lang="en-US"/>
              <a:t>Четвертый уровень</a:t>
            </a:r>
          </a:p>
          <a:p>
            <a:pPr lvl="4"/>
            <a:r>
              <a:rPr lang="en-US"/>
              <a:t>Пятый уровень</a:t>
            </a:r>
            <a:endParaRPr lang="ru-RU"/>
          </a:p>
        </p:txBody>
      </p:sp>
    </p:spTree>
    <p:extLst>
      <p:ext uri="{BB962C8B-B14F-4D97-AF65-F5344CB8AC3E}">
        <p14:creationId xmlns:p14="http://schemas.microsoft.com/office/powerpoint/2010/main" val="2723260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Nur Titel">
    <p:spTree>
      <p:nvGrpSpPr>
        <p:cNvPr id="1" name=""/>
        <p:cNvGrpSpPr/>
        <p:nvPr/>
      </p:nvGrpSpPr>
      <p:grpSpPr>
        <a:xfrm>
          <a:off x="0" y="0"/>
          <a:ext cx="0" cy="0"/>
          <a:chOff x="0" y="0"/>
          <a:chExt cx="0" cy="0"/>
        </a:xfrm>
      </p:grpSpPr>
      <p:sp>
        <p:nvSpPr>
          <p:cNvPr id="2" name="Titel 1"/>
          <p:cNvSpPr>
            <a:spLocks noGrp="1"/>
          </p:cNvSpPr>
          <p:nvPr>
            <p:ph type="title"/>
          </p:nvPr>
        </p:nvSpPr>
        <p:spPr bwMode="gray">
          <a:xfrm>
            <a:off x="431800" y="238540"/>
            <a:ext cx="11329456" cy="616455"/>
          </a:xfrm>
        </p:spPr>
        <p:txBody>
          <a:bodyPr>
            <a:noAutofit/>
          </a:bodyPr>
          <a:lstStyle>
            <a:lvl1pPr>
              <a:lnSpc>
                <a:spcPct val="100000"/>
              </a:lnSpc>
              <a:defRPr/>
            </a:lvl1pPr>
          </a:lstStyle>
          <a:p>
            <a:r>
              <a:rPr lang="de-DE" dirty="0"/>
              <a:t>Titelmasterformat durch Klicken bearbeiten</a:t>
            </a:r>
          </a:p>
        </p:txBody>
      </p:sp>
      <p:sp>
        <p:nvSpPr>
          <p:cNvPr id="9" name="Textplatzhalter 7"/>
          <p:cNvSpPr>
            <a:spLocks noGrp="1"/>
          </p:cNvSpPr>
          <p:nvPr>
            <p:ph type="body" sz="quarter" idx="13"/>
          </p:nvPr>
        </p:nvSpPr>
        <p:spPr bwMode="gray">
          <a:xfrm>
            <a:off x="431800" y="854994"/>
            <a:ext cx="11328400" cy="336244"/>
          </a:xfrm>
        </p:spPr>
        <p:txBody>
          <a:bodyPr>
            <a:noAutofit/>
          </a:bodyPr>
          <a:lstStyle>
            <a:lvl1pPr marL="0" indent="0">
              <a:buNone/>
              <a:defRPr sz="2000"/>
            </a:lvl1pPr>
          </a:lstStyle>
          <a:p>
            <a:pPr lvl="0"/>
            <a:r>
              <a:rPr lang="de-DE" dirty="0"/>
              <a:t>Textmasterformate durch Klicken bearbeiten</a:t>
            </a:r>
          </a:p>
        </p:txBody>
      </p:sp>
      <p:sp>
        <p:nvSpPr>
          <p:cNvPr id="4" name="Нижний колонтитул 4"/>
          <p:cNvSpPr>
            <a:spLocks noGrp="1"/>
          </p:cNvSpPr>
          <p:nvPr>
            <p:ph type="ftr" sz="quarter" idx="14"/>
          </p:nvPr>
        </p:nvSpPr>
        <p:spPr/>
        <p:txBody>
          <a:bodyPr/>
          <a:lstStyle>
            <a:lvl1pPr>
              <a:defRPr/>
            </a:lvl1pPr>
          </a:lstStyle>
          <a:p>
            <a:pPr>
              <a:defRPr/>
            </a:pPr>
            <a:r>
              <a:rPr lang="ru-RU">
                <a:solidFill>
                  <a:prstClr val="white"/>
                </a:solidFill>
              </a:rPr>
              <a:t>МФТИ-2019</a:t>
            </a:r>
            <a:endParaRPr lang="de-DE" dirty="0">
              <a:solidFill>
                <a:prstClr val="white"/>
              </a:solidFill>
            </a:endParaRPr>
          </a:p>
        </p:txBody>
      </p:sp>
      <p:sp>
        <p:nvSpPr>
          <p:cNvPr id="5" name="Номер слайда 5"/>
          <p:cNvSpPr>
            <a:spLocks noGrp="1"/>
          </p:cNvSpPr>
          <p:nvPr>
            <p:ph type="sldNum" sz="quarter" idx="15"/>
          </p:nvPr>
        </p:nvSpPr>
        <p:spPr/>
        <p:txBody>
          <a:bodyPr/>
          <a:lstStyle>
            <a:lvl1pPr>
              <a:defRPr/>
            </a:lvl1pPr>
          </a:lstStyle>
          <a:p>
            <a:pPr>
              <a:defRPr/>
            </a:pPr>
            <a:r>
              <a:rPr lang="ru-RU">
                <a:solidFill>
                  <a:prstClr val="black"/>
                </a:solidFill>
              </a:rPr>
              <a:t>Стр. </a:t>
            </a:r>
            <a:fld id="{4E7C34D8-C312-4D46-ABF5-8CA01CE57B16}" type="slidenum">
              <a:rPr lang="ru-RU">
                <a:solidFill>
                  <a:prstClr val="black"/>
                </a:solidFill>
              </a:rPr>
              <a:pPr>
                <a:defRPr/>
              </a:pPr>
              <a:t>‹#›</a:t>
            </a:fld>
            <a:endParaRPr lang="ru-RU">
              <a:solidFill>
                <a:prstClr val="black"/>
              </a:solidFill>
            </a:endParaRPr>
          </a:p>
        </p:txBody>
      </p:sp>
    </p:spTree>
    <p:extLst>
      <p:ext uri="{BB962C8B-B14F-4D97-AF65-F5344CB8AC3E}">
        <p14:creationId xmlns:p14="http://schemas.microsoft.com/office/powerpoint/2010/main" val="3544292343"/>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3.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170" name="Заголовок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Образец заголовка</a:t>
            </a:r>
            <a:endParaRPr lang="ru-RU"/>
          </a:p>
        </p:txBody>
      </p:sp>
      <p:sp>
        <p:nvSpPr>
          <p:cNvPr id="7171" name="Текст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Образец текста</a:t>
            </a:r>
          </a:p>
          <a:p>
            <a:pPr lvl="1"/>
            <a:r>
              <a:rPr lang="en-US"/>
              <a:t>Второй уровень</a:t>
            </a:r>
          </a:p>
          <a:p>
            <a:pPr lvl="2"/>
            <a:r>
              <a:rPr lang="en-US"/>
              <a:t>Третий уровень</a:t>
            </a:r>
          </a:p>
          <a:p>
            <a:pPr lvl="3"/>
            <a:r>
              <a:rPr lang="en-US"/>
              <a:t>Четвертый уровень</a:t>
            </a:r>
          </a:p>
          <a:p>
            <a:pPr lvl="4"/>
            <a:r>
              <a:rPr lang="en-US"/>
              <a:t>Пятый уровень</a:t>
            </a:r>
            <a:endParaRPr lang="ru-RU"/>
          </a:p>
        </p:txBody>
      </p:sp>
      <p:sp>
        <p:nvSpPr>
          <p:cNvPr id="5" name="Нижний колонтитул 4"/>
          <p:cNvSpPr>
            <a:spLocks noGrp="1"/>
          </p:cNvSpPr>
          <p:nvPr>
            <p:ph type="ftr" sz="quarter" idx="3"/>
          </p:nvPr>
        </p:nvSpPr>
        <p:spPr>
          <a:xfrm>
            <a:off x="292101" y="6410326"/>
            <a:ext cx="1987551" cy="365125"/>
          </a:xfrm>
          <a:prstGeom prst="rect">
            <a:avLst/>
          </a:prstGeom>
          <a:gradFill flip="none" rotWithShape="1">
            <a:gsLst>
              <a:gs pos="0">
                <a:schemeClr val="tx2">
                  <a:lumMod val="60000"/>
                  <a:lumOff val="40000"/>
                </a:schemeClr>
              </a:gs>
              <a:gs pos="50000">
                <a:schemeClr val="tx2">
                  <a:lumMod val="40000"/>
                  <a:lumOff val="60000"/>
                </a:schemeClr>
              </a:gs>
              <a:gs pos="100000">
                <a:schemeClr val="tx2">
                  <a:lumMod val="20000"/>
                  <a:lumOff val="80000"/>
                </a:schemeClr>
              </a:gs>
            </a:gsLst>
            <a:lin ang="16200000" scaled="1"/>
            <a:tileRect/>
          </a:gradFill>
        </p:spPr>
        <p:txBody>
          <a:bodyPr vert="horz" lIns="91440" tIns="45720" rIns="91440" bIns="45720" rtlCol="0" anchor="ctr"/>
          <a:lstStyle>
            <a:lvl1pPr algn="ctr" fontAlgn="auto">
              <a:spcBef>
                <a:spcPts val="0"/>
              </a:spcBef>
              <a:spcAft>
                <a:spcPts val="0"/>
              </a:spcAft>
              <a:defRPr kumimoji="1" sz="1600">
                <a:solidFill>
                  <a:schemeClr val="bg1"/>
                </a:solidFill>
                <a:latin typeface="Arial" panose="020B0604020202020204" pitchFamily="34" charset="0"/>
                <a:ea typeface="Arial Unicode MS" pitchFamily="34" charset="-128"/>
                <a:cs typeface="Arial" panose="020B0604020202020204" pitchFamily="34" charset="0"/>
              </a:defRPr>
            </a:lvl1pPr>
          </a:lstStyle>
          <a:p>
            <a:pPr defTabSz="457200">
              <a:defRPr/>
            </a:pPr>
            <a:r>
              <a:rPr lang="ru-RU">
                <a:solidFill>
                  <a:prstClr val="white"/>
                </a:solidFill>
              </a:rPr>
              <a:t>МФТИ-2019</a:t>
            </a:r>
            <a:endParaRPr lang="de-DE" dirty="0">
              <a:solidFill>
                <a:prstClr val="white"/>
              </a:solidFill>
            </a:endParaRPr>
          </a:p>
        </p:txBody>
      </p:sp>
      <p:sp>
        <p:nvSpPr>
          <p:cNvPr id="6" name="Номер слайда 5"/>
          <p:cNvSpPr>
            <a:spLocks noGrp="1"/>
          </p:cNvSpPr>
          <p:nvPr>
            <p:ph type="sldNum" sz="quarter" idx="4"/>
          </p:nvPr>
        </p:nvSpPr>
        <p:spPr>
          <a:xfrm>
            <a:off x="2470151" y="6410326"/>
            <a:ext cx="1320800" cy="365125"/>
          </a:xfrm>
          <a:prstGeom prst="rect">
            <a:avLst/>
          </a:prstGeom>
        </p:spPr>
        <p:txBody>
          <a:bodyPr vert="horz" wrap="square" lIns="91440" tIns="45720" rIns="91440" bIns="45720" numCol="1" anchor="ctr" anchorCtr="0" compatLnSpc="1">
            <a:prstTxWarp prst="textNoShape">
              <a:avLst/>
            </a:prstTxWarp>
          </a:bodyPr>
          <a:lstStyle>
            <a:lvl1pPr algn="ctr">
              <a:defRPr kumimoji="0" sz="1600">
                <a:solidFill>
                  <a:schemeClr val="tx1"/>
                </a:solidFill>
                <a:latin typeface="Arial" pitchFamily="34" charset="0"/>
                <a:cs typeface="Arial" pitchFamily="34" charset="0"/>
              </a:defRPr>
            </a:lvl1pPr>
          </a:lstStyle>
          <a:p>
            <a:pPr defTabSz="457200" fontAlgn="base">
              <a:spcBef>
                <a:spcPct val="0"/>
              </a:spcBef>
              <a:spcAft>
                <a:spcPct val="0"/>
              </a:spcAft>
              <a:defRPr/>
            </a:pPr>
            <a:r>
              <a:rPr lang="ru-RU">
                <a:solidFill>
                  <a:prstClr val="black"/>
                </a:solidFill>
              </a:rPr>
              <a:t>Стр. </a:t>
            </a:r>
            <a:fld id="{827EB3EC-A0FC-4DD2-B272-B8CC7C9619E1}" type="slidenum">
              <a:rPr lang="ru-RU" smtClean="0">
                <a:solidFill>
                  <a:prstClr val="black"/>
                </a:solidFill>
              </a:rPr>
              <a:pPr defTabSz="457200" fontAlgn="base">
                <a:spcBef>
                  <a:spcPct val="0"/>
                </a:spcBef>
                <a:spcAft>
                  <a:spcPct val="0"/>
                </a:spcAft>
                <a:defRPr/>
              </a:pPr>
              <a:t>‹#›</a:t>
            </a:fld>
            <a:endParaRPr lang="ru-RU">
              <a:solidFill>
                <a:prstClr val="black"/>
              </a:solidFill>
            </a:endParaRPr>
          </a:p>
        </p:txBody>
      </p:sp>
    </p:spTree>
    <p:extLst>
      <p:ext uri="{BB962C8B-B14F-4D97-AF65-F5344CB8AC3E}">
        <p14:creationId xmlns:p14="http://schemas.microsoft.com/office/powerpoint/2010/main" val="386793857"/>
      </p:ext>
    </p:extLst>
  </p:cSld>
  <p:clrMap bg1="lt1" tx1="dk1" bg2="lt2" tx2="dk2" accent1="accent1" accent2="accent2" accent3="accent3" accent4="accent4" accent5="accent5" accent6="accent6" hlink="hlink" folHlink="folHlink"/>
  <p:sldLayoutIdLst>
    <p:sldLayoutId id="2147483662" r:id="rId1"/>
  </p:sldLayoutIdLst>
  <p:hf sldNum="0" hdr="0" ftr="0" dt="0"/>
  <p:txStyles>
    <p:titleStyle>
      <a:lvl1pPr algn="ctr" defTabSz="457200" rtl="0" eaLnBrk="0" fontAlgn="base" hangingPunct="0">
        <a:spcBef>
          <a:spcPct val="0"/>
        </a:spcBef>
        <a:spcAft>
          <a:spcPct val="0"/>
        </a:spcAft>
        <a:defRPr kumimoji="1" sz="4400" kern="1200">
          <a:solidFill>
            <a:schemeClr val="tx1"/>
          </a:solidFill>
          <a:latin typeface="+mj-lt"/>
          <a:ea typeface="Arial" charset="0"/>
          <a:cs typeface="Arial" charset="0"/>
        </a:defRPr>
      </a:lvl1pPr>
      <a:lvl2pPr algn="ctr" defTabSz="457200" rtl="0" eaLnBrk="0" fontAlgn="base" hangingPunct="0">
        <a:spcBef>
          <a:spcPct val="0"/>
        </a:spcBef>
        <a:spcAft>
          <a:spcPct val="0"/>
        </a:spcAft>
        <a:defRPr kumimoji="1" sz="4400">
          <a:solidFill>
            <a:schemeClr val="tx1"/>
          </a:solidFill>
          <a:latin typeface="Calibri" charset="0"/>
          <a:ea typeface="Arial" charset="0"/>
          <a:cs typeface="Arial" charset="0"/>
        </a:defRPr>
      </a:lvl2pPr>
      <a:lvl3pPr algn="ctr" defTabSz="457200" rtl="0" eaLnBrk="0" fontAlgn="base" hangingPunct="0">
        <a:spcBef>
          <a:spcPct val="0"/>
        </a:spcBef>
        <a:spcAft>
          <a:spcPct val="0"/>
        </a:spcAft>
        <a:defRPr kumimoji="1" sz="4400">
          <a:solidFill>
            <a:schemeClr val="tx1"/>
          </a:solidFill>
          <a:latin typeface="Calibri" charset="0"/>
          <a:ea typeface="Arial" charset="0"/>
          <a:cs typeface="Arial" charset="0"/>
        </a:defRPr>
      </a:lvl3pPr>
      <a:lvl4pPr algn="ctr" defTabSz="457200" rtl="0" eaLnBrk="0" fontAlgn="base" hangingPunct="0">
        <a:spcBef>
          <a:spcPct val="0"/>
        </a:spcBef>
        <a:spcAft>
          <a:spcPct val="0"/>
        </a:spcAft>
        <a:defRPr kumimoji="1" sz="4400">
          <a:solidFill>
            <a:schemeClr val="tx1"/>
          </a:solidFill>
          <a:latin typeface="Calibri" charset="0"/>
          <a:ea typeface="Arial" charset="0"/>
          <a:cs typeface="Arial" charset="0"/>
        </a:defRPr>
      </a:lvl4pPr>
      <a:lvl5pPr algn="ctr" defTabSz="457200" rtl="0" eaLnBrk="0" fontAlgn="base" hangingPunct="0">
        <a:spcBef>
          <a:spcPct val="0"/>
        </a:spcBef>
        <a:spcAft>
          <a:spcPct val="0"/>
        </a:spcAft>
        <a:defRPr kumimoji="1" sz="4400">
          <a:solidFill>
            <a:schemeClr val="tx1"/>
          </a:solidFill>
          <a:latin typeface="Calibri" charset="0"/>
          <a:ea typeface="Arial" charset="0"/>
          <a:cs typeface="Arial" charset="0"/>
        </a:defRPr>
      </a:lvl5pPr>
      <a:lvl6pPr marL="457200" algn="ctr" defTabSz="457200" rtl="0" fontAlgn="base">
        <a:spcBef>
          <a:spcPct val="0"/>
        </a:spcBef>
        <a:spcAft>
          <a:spcPct val="0"/>
        </a:spcAft>
        <a:defRPr kumimoji="1" sz="4400">
          <a:solidFill>
            <a:schemeClr val="tx1"/>
          </a:solidFill>
          <a:latin typeface="Calibri" charset="0"/>
          <a:ea typeface="Arial" charset="0"/>
          <a:cs typeface="Arial" charset="0"/>
        </a:defRPr>
      </a:lvl6pPr>
      <a:lvl7pPr marL="914400" algn="ctr" defTabSz="457200" rtl="0" fontAlgn="base">
        <a:spcBef>
          <a:spcPct val="0"/>
        </a:spcBef>
        <a:spcAft>
          <a:spcPct val="0"/>
        </a:spcAft>
        <a:defRPr kumimoji="1" sz="4400">
          <a:solidFill>
            <a:schemeClr val="tx1"/>
          </a:solidFill>
          <a:latin typeface="Calibri" charset="0"/>
          <a:ea typeface="Arial" charset="0"/>
          <a:cs typeface="Arial" charset="0"/>
        </a:defRPr>
      </a:lvl7pPr>
      <a:lvl8pPr marL="1371600" algn="ctr" defTabSz="457200" rtl="0" fontAlgn="base">
        <a:spcBef>
          <a:spcPct val="0"/>
        </a:spcBef>
        <a:spcAft>
          <a:spcPct val="0"/>
        </a:spcAft>
        <a:defRPr kumimoji="1" sz="4400">
          <a:solidFill>
            <a:schemeClr val="tx1"/>
          </a:solidFill>
          <a:latin typeface="Calibri" charset="0"/>
          <a:ea typeface="Arial" charset="0"/>
          <a:cs typeface="Arial" charset="0"/>
        </a:defRPr>
      </a:lvl8pPr>
      <a:lvl9pPr marL="1828800" algn="ctr" defTabSz="457200" rtl="0" fontAlgn="base">
        <a:spcBef>
          <a:spcPct val="0"/>
        </a:spcBef>
        <a:spcAft>
          <a:spcPct val="0"/>
        </a:spcAft>
        <a:defRPr kumimoji="1" sz="4400">
          <a:solidFill>
            <a:schemeClr val="tx1"/>
          </a:solidFill>
          <a:latin typeface="Calibri" charset="0"/>
          <a:ea typeface="Arial" charset="0"/>
          <a:cs typeface="Arial" charset="0"/>
        </a:defRPr>
      </a:lvl9pPr>
    </p:titleStyle>
    <p:bodyStyle>
      <a:lvl1pPr marL="342900" indent="-342900" algn="l" defTabSz="457200" rtl="0" eaLnBrk="0" fontAlgn="base" hangingPunct="0">
        <a:spcBef>
          <a:spcPct val="20000"/>
        </a:spcBef>
        <a:spcAft>
          <a:spcPct val="0"/>
        </a:spcAft>
        <a:buFont typeface="Arial" pitchFamily="34" charset="0"/>
        <a:buChar char="•"/>
        <a:defRPr kumimoji="1" sz="3200" kern="1200">
          <a:solidFill>
            <a:schemeClr val="tx1"/>
          </a:solidFill>
          <a:latin typeface="+mn-lt"/>
          <a:ea typeface="Arial" charset="0"/>
          <a:cs typeface="Arial" charset="0"/>
        </a:defRPr>
      </a:lvl1pPr>
      <a:lvl2pPr marL="742950" indent="-285750" algn="l" defTabSz="457200" rtl="0" eaLnBrk="0" fontAlgn="base" hangingPunct="0">
        <a:spcBef>
          <a:spcPct val="20000"/>
        </a:spcBef>
        <a:spcAft>
          <a:spcPct val="0"/>
        </a:spcAft>
        <a:buFont typeface="Arial" pitchFamily="34" charset="0"/>
        <a:buChar char="–"/>
        <a:defRPr kumimoji="1" sz="2800" kern="1200">
          <a:solidFill>
            <a:schemeClr val="tx1"/>
          </a:solidFill>
          <a:latin typeface="+mn-lt"/>
          <a:ea typeface="Arial" charset="0"/>
          <a:cs typeface="Arial" pitchFamily="34" charset="0"/>
        </a:defRPr>
      </a:lvl2pPr>
      <a:lvl3pPr marL="1143000" indent="-228600" algn="l" defTabSz="457200" rtl="0" eaLnBrk="0" fontAlgn="base" hangingPunct="0">
        <a:spcBef>
          <a:spcPct val="20000"/>
        </a:spcBef>
        <a:spcAft>
          <a:spcPct val="0"/>
        </a:spcAft>
        <a:buFont typeface="Arial" pitchFamily="34" charset="0"/>
        <a:buChar char="•"/>
        <a:defRPr kumimoji="1" sz="2400" kern="1200">
          <a:solidFill>
            <a:schemeClr val="tx1"/>
          </a:solidFill>
          <a:latin typeface="+mn-lt"/>
          <a:ea typeface="Arial" charset="0"/>
          <a:cs typeface="Arial" pitchFamily="34" charset="0"/>
        </a:defRPr>
      </a:lvl3pPr>
      <a:lvl4pPr marL="1600200" indent="-228600" algn="l" defTabSz="457200" rtl="0" eaLnBrk="0" fontAlgn="base" hangingPunct="0">
        <a:spcBef>
          <a:spcPct val="20000"/>
        </a:spcBef>
        <a:spcAft>
          <a:spcPct val="0"/>
        </a:spcAft>
        <a:buFont typeface="Arial" pitchFamily="34" charset="0"/>
        <a:buChar char="–"/>
        <a:defRPr kumimoji="1" sz="2000" kern="1200">
          <a:solidFill>
            <a:schemeClr val="tx1"/>
          </a:solidFill>
          <a:latin typeface="+mn-lt"/>
          <a:ea typeface="Arial" charset="0"/>
          <a:cs typeface="Arial" pitchFamily="34" charset="0"/>
        </a:defRPr>
      </a:lvl4pPr>
      <a:lvl5pPr marL="2057400" indent="-228600" algn="l" defTabSz="457200" rtl="0" eaLnBrk="0" fontAlgn="base" hangingPunct="0">
        <a:spcBef>
          <a:spcPct val="20000"/>
        </a:spcBef>
        <a:spcAft>
          <a:spcPct val="0"/>
        </a:spcAft>
        <a:buFont typeface="Arial" pitchFamily="34" charset="0"/>
        <a:buChar char="»"/>
        <a:defRPr kumimoji="1" sz="2000" kern="1200">
          <a:solidFill>
            <a:schemeClr val="tx1"/>
          </a:solidFill>
          <a:latin typeface="+mn-lt"/>
          <a:ea typeface="Arial" charset="0"/>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ru-RU"/>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170" name="Заголовок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Образец заголовка</a:t>
            </a:r>
            <a:endParaRPr lang="ru-RU"/>
          </a:p>
        </p:txBody>
      </p:sp>
      <p:sp>
        <p:nvSpPr>
          <p:cNvPr id="7171" name="Текст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Образец текста</a:t>
            </a:r>
          </a:p>
          <a:p>
            <a:pPr lvl="1"/>
            <a:r>
              <a:rPr lang="en-US"/>
              <a:t>Второй уровень</a:t>
            </a:r>
          </a:p>
          <a:p>
            <a:pPr lvl="2"/>
            <a:r>
              <a:rPr lang="en-US"/>
              <a:t>Третий уровень</a:t>
            </a:r>
          </a:p>
          <a:p>
            <a:pPr lvl="3"/>
            <a:r>
              <a:rPr lang="en-US"/>
              <a:t>Четвертый уровень</a:t>
            </a:r>
          </a:p>
          <a:p>
            <a:pPr lvl="4"/>
            <a:r>
              <a:rPr lang="en-US"/>
              <a:t>Пятый уровень</a:t>
            </a:r>
            <a:endParaRPr lang="ru-RU"/>
          </a:p>
        </p:txBody>
      </p:sp>
      <p:sp>
        <p:nvSpPr>
          <p:cNvPr id="5" name="Нижний колонтитул 4"/>
          <p:cNvSpPr>
            <a:spLocks noGrp="1"/>
          </p:cNvSpPr>
          <p:nvPr>
            <p:ph type="ftr" sz="quarter" idx="3"/>
          </p:nvPr>
        </p:nvSpPr>
        <p:spPr>
          <a:xfrm>
            <a:off x="292101" y="6410326"/>
            <a:ext cx="1987551" cy="365125"/>
          </a:xfrm>
          <a:prstGeom prst="rect">
            <a:avLst/>
          </a:prstGeom>
          <a:gradFill flip="none" rotWithShape="1">
            <a:gsLst>
              <a:gs pos="0">
                <a:schemeClr val="tx2">
                  <a:lumMod val="60000"/>
                  <a:lumOff val="40000"/>
                </a:schemeClr>
              </a:gs>
              <a:gs pos="50000">
                <a:schemeClr val="tx2">
                  <a:lumMod val="40000"/>
                  <a:lumOff val="60000"/>
                </a:schemeClr>
              </a:gs>
              <a:gs pos="100000">
                <a:schemeClr val="tx2">
                  <a:lumMod val="20000"/>
                  <a:lumOff val="80000"/>
                </a:schemeClr>
              </a:gs>
            </a:gsLst>
            <a:lin ang="16200000" scaled="1"/>
            <a:tileRect/>
          </a:gradFill>
        </p:spPr>
        <p:txBody>
          <a:bodyPr vert="horz" lIns="91440" tIns="45720" rIns="91440" bIns="45720" rtlCol="0" anchor="ctr"/>
          <a:lstStyle>
            <a:lvl1pPr algn="ctr" fontAlgn="auto">
              <a:spcBef>
                <a:spcPts val="0"/>
              </a:spcBef>
              <a:spcAft>
                <a:spcPts val="0"/>
              </a:spcAft>
              <a:defRPr kumimoji="1" sz="1600">
                <a:solidFill>
                  <a:schemeClr val="bg1"/>
                </a:solidFill>
                <a:latin typeface="Arial" panose="020B0604020202020204" pitchFamily="34" charset="0"/>
                <a:ea typeface="Arial Unicode MS" pitchFamily="34" charset="-128"/>
                <a:cs typeface="Arial" panose="020B0604020202020204" pitchFamily="34" charset="0"/>
              </a:defRPr>
            </a:lvl1pPr>
          </a:lstStyle>
          <a:p>
            <a:pPr defTabSz="457200">
              <a:defRPr/>
            </a:pPr>
            <a:r>
              <a:rPr lang="ru-RU">
                <a:solidFill>
                  <a:prstClr val="white"/>
                </a:solidFill>
              </a:rPr>
              <a:t>МФТИ-2019</a:t>
            </a:r>
            <a:endParaRPr lang="de-DE" dirty="0">
              <a:solidFill>
                <a:prstClr val="white"/>
              </a:solidFill>
            </a:endParaRPr>
          </a:p>
        </p:txBody>
      </p:sp>
      <p:sp>
        <p:nvSpPr>
          <p:cNvPr id="6" name="Номер слайда 5"/>
          <p:cNvSpPr>
            <a:spLocks noGrp="1"/>
          </p:cNvSpPr>
          <p:nvPr>
            <p:ph type="sldNum" sz="quarter" idx="4"/>
          </p:nvPr>
        </p:nvSpPr>
        <p:spPr>
          <a:xfrm>
            <a:off x="2470151" y="6410326"/>
            <a:ext cx="1320800" cy="365125"/>
          </a:xfrm>
          <a:prstGeom prst="rect">
            <a:avLst/>
          </a:prstGeom>
        </p:spPr>
        <p:txBody>
          <a:bodyPr vert="horz" wrap="square" lIns="91440" tIns="45720" rIns="91440" bIns="45720" numCol="1" anchor="ctr" anchorCtr="0" compatLnSpc="1">
            <a:prstTxWarp prst="textNoShape">
              <a:avLst/>
            </a:prstTxWarp>
          </a:bodyPr>
          <a:lstStyle>
            <a:lvl1pPr algn="ctr">
              <a:defRPr kumimoji="0" sz="1600">
                <a:solidFill>
                  <a:schemeClr val="tx1"/>
                </a:solidFill>
                <a:latin typeface="Arial" pitchFamily="34" charset="0"/>
                <a:cs typeface="Arial" pitchFamily="34" charset="0"/>
              </a:defRPr>
            </a:lvl1pPr>
          </a:lstStyle>
          <a:p>
            <a:pPr defTabSz="457200" fontAlgn="base">
              <a:spcBef>
                <a:spcPct val="0"/>
              </a:spcBef>
              <a:spcAft>
                <a:spcPct val="0"/>
              </a:spcAft>
              <a:defRPr/>
            </a:pPr>
            <a:r>
              <a:rPr lang="ru-RU">
                <a:solidFill>
                  <a:prstClr val="black"/>
                </a:solidFill>
              </a:rPr>
              <a:t>Стр. </a:t>
            </a:r>
            <a:fld id="{827EB3EC-A0FC-4DD2-B272-B8CC7C9619E1}" type="slidenum">
              <a:rPr lang="ru-RU" smtClean="0">
                <a:solidFill>
                  <a:prstClr val="black"/>
                </a:solidFill>
              </a:rPr>
              <a:pPr defTabSz="457200" fontAlgn="base">
                <a:spcBef>
                  <a:spcPct val="0"/>
                </a:spcBef>
                <a:spcAft>
                  <a:spcPct val="0"/>
                </a:spcAft>
                <a:defRPr/>
              </a:pPr>
              <a:t>‹#›</a:t>
            </a:fld>
            <a:endParaRPr lang="ru-RU">
              <a:solidFill>
                <a:prstClr val="black"/>
              </a:solidFill>
            </a:endParaRPr>
          </a:p>
        </p:txBody>
      </p:sp>
    </p:spTree>
    <p:extLst>
      <p:ext uri="{BB962C8B-B14F-4D97-AF65-F5344CB8AC3E}">
        <p14:creationId xmlns:p14="http://schemas.microsoft.com/office/powerpoint/2010/main" val="1836273173"/>
      </p:ext>
    </p:extLst>
  </p:cSld>
  <p:clrMap bg1="lt1" tx1="dk1" bg2="lt2" tx2="dk2" accent1="accent1" accent2="accent2" accent3="accent3" accent4="accent4" accent5="accent5" accent6="accent6" hlink="hlink" folHlink="folHlink"/>
  <p:sldLayoutIdLst>
    <p:sldLayoutId id="2147483667" r:id="rId1"/>
    <p:sldLayoutId id="2147483668" r:id="rId2"/>
  </p:sldLayoutIdLst>
  <p:hf sldNum="0" hdr="0" ftr="0" dt="0"/>
  <p:txStyles>
    <p:titleStyle>
      <a:lvl1pPr algn="ctr" defTabSz="457200" rtl="0" eaLnBrk="0" fontAlgn="base" hangingPunct="0">
        <a:spcBef>
          <a:spcPct val="0"/>
        </a:spcBef>
        <a:spcAft>
          <a:spcPct val="0"/>
        </a:spcAft>
        <a:defRPr kumimoji="1" sz="4400" kern="1200">
          <a:solidFill>
            <a:schemeClr val="tx1"/>
          </a:solidFill>
          <a:latin typeface="+mj-lt"/>
          <a:ea typeface="Arial" charset="0"/>
          <a:cs typeface="Arial" charset="0"/>
        </a:defRPr>
      </a:lvl1pPr>
      <a:lvl2pPr algn="ctr" defTabSz="457200" rtl="0" eaLnBrk="0" fontAlgn="base" hangingPunct="0">
        <a:spcBef>
          <a:spcPct val="0"/>
        </a:spcBef>
        <a:spcAft>
          <a:spcPct val="0"/>
        </a:spcAft>
        <a:defRPr kumimoji="1" sz="4400">
          <a:solidFill>
            <a:schemeClr val="tx1"/>
          </a:solidFill>
          <a:latin typeface="Calibri" charset="0"/>
          <a:ea typeface="Arial" charset="0"/>
          <a:cs typeface="Arial" charset="0"/>
        </a:defRPr>
      </a:lvl2pPr>
      <a:lvl3pPr algn="ctr" defTabSz="457200" rtl="0" eaLnBrk="0" fontAlgn="base" hangingPunct="0">
        <a:spcBef>
          <a:spcPct val="0"/>
        </a:spcBef>
        <a:spcAft>
          <a:spcPct val="0"/>
        </a:spcAft>
        <a:defRPr kumimoji="1" sz="4400">
          <a:solidFill>
            <a:schemeClr val="tx1"/>
          </a:solidFill>
          <a:latin typeface="Calibri" charset="0"/>
          <a:ea typeface="Arial" charset="0"/>
          <a:cs typeface="Arial" charset="0"/>
        </a:defRPr>
      </a:lvl3pPr>
      <a:lvl4pPr algn="ctr" defTabSz="457200" rtl="0" eaLnBrk="0" fontAlgn="base" hangingPunct="0">
        <a:spcBef>
          <a:spcPct val="0"/>
        </a:spcBef>
        <a:spcAft>
          <a:spcPct val="0"/>
        </a:spcAft>
        <a:defRPr kumimoji="1" sz="4400">
          <a:solidFill>
            <a:schemeClr val="tx1"/>
          </a:solidFill>
          <a:latin typeface="Calibri" charset="0"/>
          <a:ea typeface="Arial" charset="0"/>
          <a:cs typeface="Arial" charset="0"/>
        </a:defRPr>
      </a:lvl4pPr>
      <a:lvl5pPr algn="ctr" defTabSz="457200" rtl="0" eaLnBrk="0" fontAlgn="base" hangingPunct="0">
        <a:spcBef>
          <a:spcPct val="0"/>
        </a:spcBef>
        <a:spcAft>
          <a:spcPct val="0"/>
        </a:spcAft>
        <a:defRPr kumimoji="1" sz="4400">
          <a:solidFill>
            <a:schemeClr val="tx1"/>
          </a:solidFill>
          <a:latin typeface="Calibri" charset="0"/>
          <a:ea typeface="Arial" charset="0"/>
          <a:cs typeface="Arial" charset="0"/>
        </a:defRPr>
      </a:lvl5pPr>
      <a:lvl6pPr marL="457200" algn="ctr" defTabSz="457200" rtl="0" fontAlgn="base">
        <a:spcBef>
          <a:spcPct val="0"/>
        </a:spcBef>
        <a:spcAft>
          <a:spcPct val="0"/>
        </a:spcAft>
        <a:defRPr kumimoji="1" sz="4400">
          <a:solidFill>
            <a:schemeClr val="tx1"/>
          </a:solidFill>
          <a:latin typeface="Calibri" charset="0"/>
          <a:ea typeface="Arial" charset="0"/>
          <a:cs typeface="Arial" charset="0"/>
        </a:defRPr>
      </a:lvl6pPr>
      <a:lvl7pPr marL="914400" algn="ctr" defTabSz="457200" rtl="0" fontAlgn="base">
        <a:spcBef>
          <a:spcPct val="0"/>
        </a:spcBef>
        <a:spcAft>
          <a:spcPct val="0"/>
        </a:spcAft>
        <a:defRPr kumimoji="1" sz="4400">
          <a:solidFill>
            <a:schemeClr val="tx1"/>
          </a:solidFill>
          <a:latin typeface="Calibri" charset="0"/>
          <a:ea typeface="Arial" charset="0"/>
          <a:cs typeface="Arial" charset="0"/>
        </a:defRPr>
      </a:lvl7pPr>
      <a:lvl8pPr marL="1371600" algn="ctr" defTabSz="457200" rtl="0" fontAlgn="base">
        <a:spcBef>
          <a:spcPct val="0"/>
        </a:spcBef>
        <a:spcAft>
          <a:spcPct val="0"/>
        </a:spcAft>
        <a:defRPr kumimoji="1" sz="4400">
          <a:solidFill>
            <a:schemeClr val="tx1"/>
          </a:solidFill>
          <a:latin typeface="Calibri" charset="0"/>
          <a:ea typeface="Arial" charset="0"/>
          <a:cs typeface="Arial" charset="0"/>
        </a:defRPr>
      </a:lvl8pPr>
      <a:lvl9pPr marL="1828800" algn="ctr" defTabSz="457200" rtl="0" fontAlgn="base">
        <a:spcBef>
          <a:spcPct val="0"/>
        </a:spcBef>
        <a:spcAft>
          <a:spcPct val="0"/>
        </a:spcAft>
        <a:defRPr kumimoji="1" sz="4400">
          <a:solidFill>
            <a:schemeClr val="tx1"/>
          </a:solidFill>
          <a:latin typeface="Calibri" charset="0"/>
          <a:ea typeface="Arial" charset="0"/>
          <a:cs typeface="Arial" charset="0"/>
        </a:defRPr>
      </a:lvl9pPr>
    </p:titleStyle>
    <p:bodyStyle>
      <a:lvl1pPr marL="342900" indent="-342900" algn="l" defTabSz="457200" rtl="0" eaLnBrk="0" fontAlgn="base" hangingPunct="0">
        <a:spcBef>
          <a:spcPct val="20000"/>
        </a:spcBef>
        <a:spcAft>
          <a:spcPct val="0"/>
        </a:spcAft>
        <a:buFont typeface="Arial" pitchFamily="34" charset="0"/>
        <a:buChar char="•"/>
        <a:defRPr kumimoji="1" sz="3200" kern="1200">
          <a:solidFill>
            <a:schemeClr val="tx1"/>
          </a:solidFill>
          <a:latin typeface="+mn-lt"/>
          <a:ea typeface="Arial" charset="0"/>
          <a:cs typeface="Arial" charset="0"/>
        </a:defRPr>
      </a:lvl1pPr>
      <a:lvl2pPr marL="742950" indent="-285750" algn="l" defTabSz="457200" rtl="0" eaLnBrk="0" fontAlgn="base" hangingPunct="0">
        <a:spcBef>
          <a:spcPct val="20000"/>
        </a:spcBef>
        <a:spcAft>
          <a:spcPct val="0"/>
        </a:spcAft>
        <a:buFont typeface="Arial" pitchFamily="34" charset="0"/>
        <a:buChar char="–"/>
        <a:defRPr kumimoji="1" sz="2800" kern="1200">
          <a:solidFill>
            <a:schemeClr val="tx1"/>
          </a:solidFill>
          <a:latin typeface="+mn-lt"/>
          <a:ea typeface="Arial" charset="0"/>
          <a:cs typeface="Arial" pitchFamily="34" charset="0"/>
        </a:defRPr>
      </a:lvl2pPr>
      <a:lvl3pPr marL="1143000" indent="-228600" algn="l" defTabSz="457200" rtl="0" eaLnBrk="0" fontAlgn="base" hangingPunct="0">
        <a:spcBef>
          <a:spcPct val="20000"/>
        </a:spcBef>
        <a:spcAft>
          <a:spcPct val="0"/>
        </a:spcAft>
        <a:buFont typeface="Arial" pitchFamily="34" charset="0"/>
        <a:buChar char="•"/>
        <a:defRPr kumimoji="1" sz="2400" kern="1200">
          <a:solidFill>
            <a:schemeClr val="tx1"/>
          </a:solidFill>
          <a:latin typeface="+mn-lt"/>
          <a:ea typeface="Arial" charset="0"/>
          <a:cs typeface="Arial" pitchFamily="34" charset="0"/>
        </a:defRPr>
      </a:lvl3pPr>
      <a:lvl4pPr marL="1600200" indent="-228600" algn="l" defTabSz="457200" rtl="0" eaLnBrk="0" fontAlgn="base" hangingPunct="0">
        <a:spcBef>
          <a:spcPct val="20000"/>
        </a:spcBef>
        <a:spcAft>
          <a:spcPct val="0"/>
        </a:spcAft>
        <a:buFont typeface="Arial" pitchFamily="34" charset="0"/>
        <a:buChar char="–"/>
        <a:defRPr kumimoji="1" sz="2000" kern="1200">
          <a:solidFill>
            <a:schemeClr val="tx1"/>
          </a:solidFill>
          <a:latin typeface="+mn-lt"/>
          <a:ea typeface="Arial" charset="0"/>
          <a:cs typeface="Arial" pitchFamily="34" charset="0"/>
        </a:defRPr>
      </a:lvl4pPr>
      <a:lvl5pPr marL="2057400" indent="-228600" algn="l" defTabSz="457200" rtl="0" eaLnBrk="0" fontAlgn="base" hangingPunct="0">
        <a:spcBef>
          <a:spcPct val="20000"/>
        </a:spcBef>
        <a:spcAft>
          <a:spcPct val="0"/>
        </a:spcAft>
        <a:buFont typeface="Arial" pitchFamily="34" charset="0"/>
        <a:buChar char="»"/>
        <a:defRPr kumimoji="1" sz="2000" kern="1200">
          <a:solidFill>
            <a:schemeClr val="tx1"/>
          </a:solidFill>
          <a:latin typeface="+mn-lt"/>
          <a:ea typeface="Arial" charset="0"/>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ru-RU"/>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026" name="Textplatzhalter 2"/>
          <p:cNvSpPr>
            <a:spLocks noGrp="1"/>
          </p:cNvSpPr>
          <p:nvPr>
            <p:ph type="body" idx="1"/>
          </p:nvPr>
        </p:nvSpPr>
        <p:spPr bwMode="gray">
          <a:xfrm>
            <a:off x="431800" y="1554163"/>
            <a:ext cx="11328400" cy="42481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de-DE" altLang="ru-RU"/>
              <a:t>Textmasterformate durch Klicken bearbeiten</a:t>
            </a:r>
          </a:p>
          <a:p>
            <a:pPr lvl="1"/>
            <a:r>
              <a:rPr lang="de-DE" altLang="ru-RU"/>
              <a:t>Zweite Ebene</a:t>
            </a:r>
          </a:p>
          <a:p>
            <a:pPr lvl="2"/>
            <a:r>
              <a:rPr lang="de-DE" altLang="ru-RU"/>
              <a:t>Dritte Ebene</a:t>
            </a:r>
          </a:p>
        </p:txBody>
      </p:sp>
      <p:sp>
        <p:nvSpPr>
          <p:cNvPr id="1027" name="Titelplatzhalter 1"/>
          <p:cNvSpPr>
            <a:spLocks noGrp="1"/>
          </p:cNvSpPr>
          <p:nvPr>
            <p:ph type="title"/>
          </p:nvPr>
        </p:nvSpPr>
        <p:spPr bwMode="gray">
          <a:xfrm>
            <a:off x="431800" y="1"/>
            <a:ext cx="11328400" cy="1090613"/>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pPr lvl="0"/>
            <a:r>
              <a:rPr lang="de-DE" altLang="ru-RU"/>
              <a:t>Titelmasterformat durch Klicken bearbeiten</a:t>
            </a:r>
          </a:p>
        </p:txBody>
      </p:sp>
      <p:sp>
        <p:nvSpPr>
          <p:cNvPr id="4" name="Datumsplatzhalter 3"/>
          <p:cNvSpPr>
            <a:spLocks noGrp="1"/>
          </p:cNvSpPr>
          <p:nvPr>
            <p:ph type="dt" sz="half" idx="2"/>
          </p:nvPr>
        </p:nvSpPr>
        <p:spPr bwMode="gray">
          <a:xfrm>
            <a:off x="431800" y="6356351"/>
            <a:ext cx="2844800" cy="365125"/>
          </a:xfrm>
          <a:prstGeom prst="rect">
            <a:avLst/>
          </a:prstGeom>
        </p:spPr>
        <p:txBody>
          <a:bodyPr vert="horz" wrap="square" lIns="91440" tIns="45720" rIns="91440" bIns="45720" numCol="1" anchor="ctr" anchorCtr="0" compatLnSpc="1">
            <a:prstTxWarp prst="textNoShape">
              <a:avLst/>
            </a:prstTxWarp>
          </a:bodyPr>
          <a:lstStyle>
            <a:lvl1pPr>
              <a:defRPr kumimoji="0" sz="1200" smtClean="0">
                <a:solidFill>
                  <a:srgbClr val="898989"/>
                </a:solidFill>
                <a:cs typeface="Arial" panose="020B0604020202020204" pitchFamily="34" charset="0"/>
              </a:defRPr>
            </a:lvl1pPr>
          </a:lstStyle>
          <a:p>
            <a:pPr fontAlgn="base">
              <a:spcBef>
                <a:spcPct val="0"/>
              </a:spcBef>
              <a:spcAft>
                <a:spcPct val="0"/>
              </a:spcAft>
              <a:defRPr/>
            </a:pPr>
            <a:endParaRPr lang="de-DE" altLang="ru-RU"/>
          </a:p>
        </p:txBody>
      </p:sp>
      <p:sp>
        <p:nvSpPr>
          <p:cNvPr id="5" name="Fußzeilenplatzhalter 4"/>
          <p:cNvSpPr>
            <a:spLocks noGrp="1"/>
          </p:cNvSpPr>
          <p:nvPr>
            <p:ph type="ftr" sz="quarter" idx="3"/>
          </p:nvPr>
        </p:nvSpPr>
        <p:spPr bwMode="gray">
          <a:xfrm>
            <a:off x="330201" y="6356351"/>
            <a:ext cx="1943100" cy="365125"/>
          </a:xfrm>
          <a:prstGeom prst="rect">
            <a:avLst/>
          </a:prstGeom>
          <a:gradFill>
            <a:gsLst>
              <a:gs pos="0">
                <a:srgbClr val="5F8ED9"/>
              </a:gs>
              <a:gs pos="50000">
                <a:srgbClr val="8EB4E3"/>
              </a:gs>
              <a:gs pos="100000">
                <a:srgbClr val="C6D9F1">
                  <a:alpha val="14902"/>
                </a:srgbClr>
              </a:gs>
            </a:gsLst>
            <a:lin ang="16200000" scaled="1"/>
          </a:gradFill>
        </p:spPr>
        <p:txBody>
          <a:bodyPr vert="horz" lIns="91440" tIns="45720" rIns="91440" bIns="45720" rtlCol="0" anchor="ctr"/>
          <a:lstStyle>
            <a:lvl1pPr algn="ctr" fontAlgn="auto">
              <a:spcBef>
                <a:spcPts val="0"/>
              </a:spcBef>
              <a:spcAft>
                <a:spcPts val="0"/>
              </a:spcAft>
              <a:defRPr kumimoji="0" sz="1600" dirty="0" smtClean="0">
                <a:solidFill>
                  <a:schemeClr val="bg1"/>
                </a:solidFill>
                <a:latin typeface="Arial Unicode MS" pitchFamily="34" charset="-128"/>
                <a:ea typeface="Arial Unicode MS" pitchFamily="34" charset="-128"/>
                <a:cs typeface="Arial Unicode MS" pitchFamily="34" charset="-128"/>
              </a:defRPr>
            </a:lvl1pPr>
          </a:lstStyle>
          <a:p>
            <a:pPr>
              <a:defRPr/>
            </a:pPr>
            <a:r>
              <a:rPr lang="ru-RU">
                <a:solidFill>
                  <a:prstClr val="white"/>
                </a:solidFill>
              </a:rPr>
              <a:t>МФТИ-2019</a:t>
            </a:r>
            <a:endParaRPr lang="de-DE">
              <a:solidFill>
                <a:prstClr val="white"/>
              </a:solidFill>
            </a:endParaRPr>
          </a:p>
        </p:txBody>
      </p:sp>
      <p:sp>
        <p:nvSpPr>
          <p:cNvPr id="6" name="Foliennummernplatzhalter 5"/>
          <p:cNvSpPr>
            <a:spLocks noGrp="1"/>
          </p:cNvSpPr>
          <p:nvPr>
            <p:ph type="sldNum" sz="quarter" idx="4"/>
          </p:nvPr>
        </p:nvSpPr>
        <p:spPr bwMode="gray">
          <a:xfrm>
            <a:off x="2292351" y="6356351"/>
            <a:ext cx="1485900" cy="365125"/>
          </a:xfrm>
          <a:prstGeom prst="rect">
            <a:avLst/>
          </a:prstGeom>
        </p:spPr>
        <p:txBody>
          <a:bodyPr vert="horz" wrap="square" lIns="91440" tIns="45720" rIns="91440" bIns="45720" numCol="1" anchor="ctr" anchorCtr="0" compatLnSpc="1">
            <a:prstTxWarp prst="textNoShape">
              <a:avLst/>
            </a:prstTxWarp>
          </a:bodyPr>
          <a:lstStyle>
            <a:lvl1pPr algn="r">
              <a:defRPr kumimoji="0" sz="1600" dirty="0" smtClean="0">
                <a:solidFill>
                  <a:schemeClr val="tx1"/>
                </a:solidFill>
                <a:latin typeface="Arial" pitchFamily="34" charset="0"/>
                <a:cs typeface="Arial" pitchFamily="34" charset="0"/>
              </a:defRPr>
            </a:lvl1pPr>
          </a:lstStyle>
          <a:p>
            <a:pPr fontAlgn="base">
              <a:spcBef>
                <a:spcPct val="0"/>
              </a:spcBef>
              <a:spcAft>
                <a:spcPct val="0"/>
              </a:spcAft>
              <a:defRPr/>
            </a:pPr>
            <a:r>
              <a:rPr lang="ru-RU" altLang="ru-RU">
                <a:solidFill>
                  <a:prstClr val="black"/>
                </a:solidFill>
              </a:rPr>
              <a:t>Стр. </a:t>
            </a:r>
            <a:fld id="{42D759B2-9E95-43EC-A219-6234572FE2A1}" type="slidenum">
              <a:rPr lang="de-DE" altLang="ru-RU">
                <a:solidFill>
                  <a:prstClr val="black"/>
                </a:solidFill>
              </a:rPr>
              <a:pPr fontAlgn="base">
                <a:spcBef>
                  <a:spcPct val="0"/>
                </a:spcBef>
                <a:spcAft>
                  <a:spcPct val="0"/>
                </a:spcAft>
                <a:defRPr/>
              </a:pPr>
              <a:t>‹#›</a:t>
            </a:fld>
            <a:endParaRPr lang="de-DE" altLang="ru-RU">
              <a:solidFill>
                <a:prstClr val="black"/>
              </a:solidFill>
            </a:endParaRPr>
          </a:p>
        </p:txBody>
      </p:sp>
    </p:spTree>
    <p:extLst>
      <p:ext uri="{BB962C8B-B14F-4D97-AF65-F5344CB8AC3E}">
        <p14:creationId xmlns:p14="http://schemas.microsoft.com/office/powerpoint/2010/main" val="216318212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ransition spd="med">
    <p:fade/>
  </p:transition>
  <p:hf sldNum="0" hdr="0" ftr="0" dt="0"/>
  <p:txStyles>
    <p:titleStyle>
      <a:lvl1pPr algn="l" rtl="0" eaLnBrk="0" fontAlgn="base" hangingPunct="0">
        <a:spcBef>
          <a:spcPct val="0"/>
        </a:spcBef>
        <a:spcAft>
          <a:spcPct val="0"/>
        </a:spcAft>
        <a:defRPr sz="3000" b="1" kern="1200">
          <a:solidFill>
            <a:schemeClr val="tx1"/>
          </a:solidFill>
          <a:latin typeface="+mj-lt"/>
          <a:ea typeface="Arial" charset="0"/>
          <a:cs typeface="Arial" charset="0"/>
        </a:defRPr>
      </a:lvl1pPr>
      <a:lvl2pPr algn="l" rtl="0" eaLnBrk="0" fontAlgn="base" hangingPunct="0">
        <a:spcBef>
          <a:spcPct val="0"/>
        </a:spcBef>
        <a:spcAft>
          <a:spcPct val="0"/>
        </a:spcAft>
        <a:defRPr sz="3000" b="1">
          <a:solidFill>
            <a:schemeClr val="tx1"/>
          </a:solidFill>
          <a:latin typeface="Calibri" charset="0"/>
          <a:ea typeface="Arial" charset="0"/>
          <a:cs typeface="Arial" charset="0"/>
        </a:defRPr>
      </a:lvl2pPr>
      <a:lvl3pPr algn="l" rtl="0" eaLnBrk="0" fontAlgn="base" hangingPunct="0">
        <a:spcBef>
          <a:spcPct val="0"/>
        </a:spcBef>
        <a:spcAft>
          <a:spcPct val="0"/>
        </a:spcAft>
        <a:defRPr sz="3000" b="1">
          <a:solidFill>
            <a:schemeClr val="tx1"/>
          </a:solidFill>
          <a:latin typeface="Calibri" charset="0"/>
          <a:ea typeface="Arial" charset="0"/>
          <a:cs typeface="Arial" charset="0"/>
        </a:defRPr>
      </a:lvl3pPr>
      <a:lvl4pPr algn="l" rtl="0" eaLnBrk="0" fontAlgn="base" hangingPunct="0">
        <a:spcBef>
          <a:spcPct val="0"/>
        </a:spcBef>
        <a:spcAft>
          <a:spcPct val="0"/>
        </a:spcAft>
        <a:defRPr sz="3000" b="1">
          <a:solidFill>
            <a:schemeClr val="tx1"/>
          </a:solidFill>
          <a:latin typeface="Calibri" charset="0"/>
          <a:ea typeface="Arial" charset="0"/>
          <a:cs typeface="Arial" charset="0"/>
        </a:defRPr>
      </a:lvl4pPr>
      <a:lvl5pPr algn="l" rtl="0" eaLnBrk="0" fontAlgn="base" hangingPunct="0">
        <a:spcBef>
          <a:spcPct val="0"/>
        </a:spcBef>
        <a:spcAft>
          <a:spcPct val="0"/>
        </a:spcAft>
        <a:defRPr sz="3000" b="1">
          <a:solidFill>
            <a:schemeClr val="tx1"/>
          </a:solidFill>
          <a:latin typeface="Calibri" charset="0"/>
          <a:ea typeface="Arial" charset="0"/>
          <a:cs typeface="Arial" charset="0"/>
        </a:defRPr>
      </a:lvl5pPr>
      <a:lvl6pPr marL="457200" algn="l" rtl="0" fontAlgn="base">
        <a:spcBef>
          <a:spcPct val="0"/>
        </a:spcBef>
        <a:spcAft>
          <a:spcPct val="0"/>
        </a:spcAft>
        <a:defRPr sz="3000" b="1">
          <a:solidFill>
            <a:schemeClr val="tx1"/>
          </a:solidFill>
          <a:latin typeface="Calibri" charset="0"/>
          <a:ea typeface="Arial" charset="0"/>
          <a:cs typeface="Arial" charset="0"/>
        </a:defRPr>
      </a:lvl6pPr>
      <a:lvl7pPr marL="914400" algn="l" rtl="0" fontAlgn="base">
        <a:spcBef>
          <a:spcPct val="0"/>
        </a:spcBef>
        <a:spcAft>
          <a:spcPct val="0"/>
        </a:spcAft>
        <a:defRPr sz="3000" b="1">
          <a:solidFill>
            <a:schemeClr val="tx1"/>
          </a:solidFill>
          <a:latin typeface="Calibri" charset="0"/>
          <a:ea typeface="Arial" charset="0"/>
          <a:cs typeface="Arial" charset="0"/>
        </a:defRPr>
      </a:lvl7pPr>
      <a:lvl8pPr marL="1371600" algn="l" rtl="0" fontAlgn="base">
        <a:spcBef>
          <a:spcPct val="0"/>
        </a:spcBef>
        <a:spcAft>
          <a:spcPct val="0"/>
        </a:spcAft>
        <a:defRPr sz="3000" b="1">
          <a:solidFill>
            <a:schemeClr val="tx1"/>
          </a:solidFill>
          <a:latin typeface="Calibri" charset="0"/>
          <a:ea typeface="Arial" charset="0"/>
          <a:cs typeface="Arial" charset="0"/>
        </a:defRPr>
      </a:lvl8pPr>
      <a:lvl9pPr marL="1828800" algn="l" rtl="0" fontAlgn="base">
        <a:spcBef>
          <a:spcPct val="0"/>
        </a:spcBef>
        <a:spcAft>
          <a:spcPct val="0"/>
        </a:spcAft>
        <a:defRPr sz="3000" b="1">
          <a:solidFill>
            <a:schemeClr val="tx1"/>
          </a:solidFill>
          <a:latin typeface="Calibri" charset="0"/>
          <a:ea typeface="Arial" charset="0"/>
          <a:cs typeface="Arial" charset="0"/>
        </a:defRPr>
      </a:lvl9pPr>
    </p:titleStyle>
    <p:bodyStyle>
      <a:lvl1pPr marL="176213" indent="-176213" algn="l" rtl="0" eaLnBrk="0" fontAlgn="base" hangingPunct="0">
        <a:spcBef>
          <a:spcPct val="20000"/>
        </a:spcBef>
        <a:spcAft>
          <a:spcPct val="0"/>
        </a:spcAft>
        <a:buFont typeface="Wingdings" pitchFamily="2" charset="2"/>
        <a:buChar char="§"/>
        <a:defRPr kumimoji="1" kern="1200">
          <a:solidFill>
            <a:schemeClr val="tx1"/>
          </a:solidFill>
          <a:latin typeface="+mn-lt"/>
          <a:ea typeface="Arial" charset="0"/>
          <a:cs typeface="Arial" charset="0"/>
        </a:defRPr>
      </a:lvl1pPr>
      <a:lvl2pPr marL="360363" indent="-184150" algn="l" rtl="0" eaLnBrk="0" fontAlgn="base" hangingPunct="0">
        <a:spcBef>
          <a:spcPct val="20000"/>
        </a:spcBef>
        <a:spcAft>
          <a:spcPct val="0"/>
        </a:spcAft>
        <a:buFont typeface="Symbol" pitchFamily="18" charset="2"/>
        <a:buChar char="-"/>
        <a:defRPr kumimoji="1" kern="1200">
          <a:solidFill>
            <a:schemeClr val="tx1"/>
          </a:solidFill>
          <a:latin typeface="+mn-lt"/>
          <a:ea typeface="Arial" charset="0"/>
          <a:cs typeface="Arial" panose="020B0604020202020204" pitchFamily="34" charset="0"/>
        </a:defRPr>
      </a:lvl2pPr>
      <a:lvl3pPr marL="536575" indent="-176213" algn="l" rtl="0" eaLnBrk="0" fontAlgn="base" hangingPunct="0">
        <a:spcBef>
          <a:spcPct val="20000"/>
        </a:spcBef>
        <a:spcAft>
          <a:spcPct val="0"/>
        </a:spcAft>
        <a:buFont typeface="Wingdings" pitchFamily="2" charset="2"/>
        <a:buChar char="§"/>
        <a:defRPr kumimoji="1" kern="1200">
          <a:solidFill>
            <a:schemeClr val="tx1"/>
          </a:solidFill>
          <a:latin typeface="+mn-lt"/>
          <a:ea typeface="Arial" charset="0"/>
          <a:cs typeface="Arial" panose="020B0604020202020204" pitchFamily="34" charset="0"/>
        </a:defRPr>
      </a:lvl3pPr>
      <a:lvl4pPr marL="720725" indent="-184150" algn="l" rtl="0" eaLnBrk="0" fontAlgn="base" hangingPunct="0">
        <a:spcBef>
          <a:spcPct val="20000"/>
        </a:spcBef>
        <a:spcAft>
          <a:spcPct val="0"/>
        </a:spcAft>
        <a:buFont typeface="Symbol" pitchFamily="18" charset="2"/>
        <a:buChar char="-"/>
        <a:defRPr kumimoji="1" kern="1200">
          <a:solidFill>
            <a:schemeClr val="tx1"/>
          </a:solidFill>
          <a:latin typeface="+mn-lt"/>
          <a:ea typeface="Arial" charset="0"/>
          <a:cs typeface="Arial" panose="020B0604020202020204" pitchFamily="34" charset="0"/>
        </a:defRPr>
      </a:lvl4pPr>
      <a:lvl5pPr marL="896938" indent="-176213" algn="l" rtl="0" eaLnBrk="0" fontAlgn="base" hangingPunct="0">
        <a:spcBef>
          <a:spcPct val="20000"/>
        </a:spcBef>
        <a:spcAft>
          <a:spcPct val="0"/>
        </a:spcAft>
        <a:buFont typeface="Wingdings" pitchFamily="2" charset="2"/>
        <a:buChar char="§"/>
        <a:defRPr kumimoji="1" kern="1200">
          <a:solidFill>
            <a:schemeClr val="tx1"/>
          </a:solidFill>
          <a:latin typeface="+mn-lt"/>
          <a:ea typeface="Arial" charset="0"/>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170" name="Заголовок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Образец заголовка</a:t>
            </a:r>
            <a:endParaRPr lang="ru-RU"/>
          </a:p>
        </p:txBody>
      </p:sp>
      <p:sp>
        <p:nvSpPr>
          <p:cNvPr id="7171" name="Текст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Образец текста</a:t>
            </a:r>
          </a:p>
          <a:p>
            <a:pPr lvl="1"/>
            <a:r>
              <a:rPr lang="en-US"/>
              <a:t>Второй уровень</a:t>
            </a:r>
          </a:p>
          <a:p>
            <a:pPr lvl="2"/>
            <a:r>
              <a:rPr lang="en-US"/>
              <a:t>Третий уровень</a:t>
            </a:r>
          </a:p>
          <a:p>
            <a:pPr lvl="3"/>
            <a:r>
              <a:rPr lang="en-US"/>
              <a:t>Четвертый уровень</a:t>
            </a:r>
          </a:p>
          <a:p>
            <a:pPr lvl="4"/>
            <a:r>
              <a:rPr lang="en-US"/>
              <a:t>Пятый уровень</a:t>
            </a:r>
            <a:endParaRPr lang="ru-RU"/>
          </a:p>
        </p:txBody>
      </p:sp>
      <p:sp>
        <p:nvSpPr>
          <p:cNvPr id="5" name="Нижний колонтитул 4"/>
          <p:cNvSpPr>
            <a:spLocks noGrp="1"/>
          </p:cNvSpPr>
          <p:nvPr>
            <p:ph type="ftr" sz="quarter" idx="3"/>
          </p:nvPr>
        </p:nvSpPr>
        <p:spPr>
          <a:xfrm>
            <a:off x="292101" y="6410326"/>
            <a:ext cx="1987551" cy="365125"/>
          </a:xfrm>
          <a:prstGeom prst="rect">
            <a:avLst/>
          </a:prstGeom>
          <a:gradFill flip="none" rotWithShape="1">
            <a:gsLst>
              <a:gs pos="0">
                <a:schemeClr val="tx2">
                  <a:lumMod val="60000"/>
                  <a:lumOff val="40000"/>
                </a:schemeClr>
              </a:gs>
              <a:gs pos="50000">
                <a:schemeClr val="tx2">
                  <a:lumMod val="40000"/>
                  <a:lumOff val="60000"/>
                </a:schemeClr>
              </a:gs>
              <a:gs pos="100000">
                <a:schemeClr val="tx2">
                  <a:lumMod val="20000"/>
                  <a:lumOff val="80000"/>
                </a:schemeClr>
              </a:gs>
            </a:gsLst>
            <a:lin ang="16200000" scaled="1"/>
            <a:tileRect/>
          </a:gradFill>
        </p:spPr>
        <p:txBody>
          <a:bodyPr vert="horz" lIns="91440" tIns="45720" rIns="91440" bIns="45720" rtlCol="0" anchor="ctr"/>
          <a:lstStyle>
            <a:lvl1pPr algn="ctr" fontAlgn="auto">
              <a:spcBef>
                <a:spcPts val="0"/>
              </a:spcBef>
              <a:spcAft>
                <a:spcPts val="0"/>
              </a:spcAft>
              <a:defRPr kumimoji="1" sz="1600">
                <a:solidFill>
                  <a:schemeClr val="bg1"/>
                </a:solidFill>
                <a:latin typeface="Arial" panose="020B0604020202020204" pitchFamily="34" charset="0"/>
                <a:ea typeface="Arial Unicode MS" pitchFamily="34" charset="-128"/>
                <a:cs typeface="Arial" panose="020B0604020202020204" pitchFamily="34" charset="0"/>
              </a:defRPr>
            </a:lvl1pPr>
          </a:lstStyle>
          <a:p>
            <a:pPr defTabSz="457200">
              <a:defRPr/>
            </a:pPr>
            <a:r>
              <a:rPr lang="ru-RU">
                <a:solidFill>
                  <a:prstClr val="white"/>
                </a:solidFill>
              </a:rPr>
              <a:t>МФТИ-2019</a:t>
            </a:r>
            <a:endParaRPr lang="de-DE" dirty="0">
              <a:solidFill>
                <a:prstClr val="white"/>
              </a:solidFill>
            </a:endParaRPr>
          </a:p>
        </p:txBody>
      </p:sp>
      <p:sp>
        <p:nvSpPr>
          <p:cNvPr id="6" name="Номер слайда 5"/>
          <p:cNvSpPr>
            <a:spLocks noGrp="1"/>
          </p:cNvSpPr>
          <p:nvPr>
            <p:ph type="sldNum" sz="quarter" idx="4"/>
          </p:nvPr>
        </p:nvSpPr>
        <p:spPr>
          <a:xfrm>
            <a:off x="2470151" y="6410326"/>
            <a:ext cx="1320800" cy="365125"/>
          </a:xfrm>
          <a:prstGeom prst="rect">
            <a:avLst/>
          </a:prstGeom>
        </p:spPr>
        <p:txBody>
          <a:bodyPr vert="horz" wrap="square" lIns="91440" tIns="45720" rIns="91440" bIns="45720" numCol="1" anchor="ctr" anchorCtr="0" compatLnSpc="1">
            <a:prstTxWarp prst="textNoShape">
              <a:avLst/>
            </a:prstTxWarp>
          </a:bodyPr>
          <a:lstStyle>
            <a:lvl1pPr algn="ctr">
              <a:defRPr kumimoji="0" sz="1600">
                <a:solidFill>
                  <a:schemeClr val="tx1"/>
                </a:solidFill>
                <a:latin typeface="Arial" pitchFamily="34" charset="0"/>
                <a:cs typeface="Arial" pitchFamily="34" charset="0"/>
              </a:defRPr>
            </a:lvl1pPr>
          </a:lstStyle>
          <a:p>
            <a:pPr defTabSz="457200" fontAlgn="base">
              <a:spcBef>
                <a:spcPct val="0"/>
              </a:spcBef>
              <a:spcAft>
                <a:spcPct val="0"/>
              </a:spcAft>
              <a:defRPr/>
            </a:pPr>
            <a:r>
              <a:rPr lang="ru-RU">
                <a:solidFill>
                  <a:prstClr val="black"/>
                </a:solidFill>
              </a:rPr>
              <a:t>Стр. </a:t>
            </a:r>
            <a:fld id="{827EB3EC-A0FC-4DD2-B272-B8CC7C9619E1}" type="slidenum">
              <a:rPr lang="ru-RU" smtClean="0">
                <a:solidFill>
                  <a:prstClr val="black"/>
                </a:solidFill>
              </a:rPr>
              <a:pPr defTabSz="457200" fontAlgn="base">
                <a:spcBef>
                  <a:spcPct val="0"/>
                </a:spcBef>
                <a:spcAft>
                  <a:spcPct val="0"/>
                </a:spcAft>
                <a:defRPr/>
              </a:pPr>
              <a:t>‹#›</a:t>
            </a:fld>
            <a:endParaRPr lang="ru-RU">
              <a:solidFill>
                <a:prstClr val="black"/>
              </a:solidFill>
            </a:endParaRPr>
          </a:p>
        </p:txBody>
      </p:sp>
    </p:spTree>
    <p:extLst>
      <p:ext uri="{BB962C8B-B14F-4D97-AF65-F5344CB8AC3E}">
        <p14:creationId xmlns:p14="http://schemas.microsoft.com/office/powerpoint/2010/main" val="3878228309"/>
      </p:ext>
    </p:extLst>
  </p:cSld>
  <p:clrMap bg1="lt1" tx1="dk1" bg2="lt2" tx2="dk2" accent1="accent1" accent2="accent2" accent3="accent3" accent4="accent4" accent5="accent5" accent6="accent6" hlink="hlink" folHlink="folHlink"/>
  <p:sldLayoutIdLst>
    <p:sldLayoutId id="2147483679" r:id="rId1"/>
    <p:sldLayoutId id="2147483680" r:id="rId2"/>
  </p:sldLayoutIdLst>
  <p:hf sldNum="0" hdr="0" ftr="0" dt="0"/>
  <p:txStyles>
    <p:titleStyle>
      <a:lvl1pPr algn="ctr" defTabSz="457200" rtl="0" eaLnBrk="0" fontAlgn="base" hangingPunct="0">
        <a:spcBef>
          <a:spcPct val="0"/>
        </a:spcBef>
        <a:spcAft>
          <a:spcPct val="0"/>
        </a:spcAft>
        <a:defRPr kumimoji="1" sz="4400" kern="1200">
          <a:solidFill>
            <a:schemeClr val="tx1"/>
          </a:solidFill>
          <a:latin typeface="+mj-lt"/>
          <a:ea typeface="Arial" charset="0"/>
          <a:cs typeface="Arial" charset="0"/>
        </a:defRPr>
      </a:lvl1pPr>
      <a:lvl2pPr algn="ctr" defTabSz="457200" rtl="0" eaLnBrk="0" fontAlgn="base" hangingPunct="0">
        <a:spcBef>
          <a:spcPct val="0"/>
        </a:spcBef>
        <a:spcAft>
          <a:spcPct val="0"/>
        </a:spcAft>
        <a:defRPr kumimoji="1" sz="4400">
          <a:solidFill>
            <a:schemeClr val="tx1"/>
          </a:solidFill>
          <a:latin typeface="Calibri" charset="0"/>
          <a:ea typeface="Arial" charset="0"/>
          <a:cs typeface="Arial" charset="0"/>
        </a:defRPr>
      </a:lvl2pPr>
      <a:lvl3pPr algn="ctr" defTabSz="457200" rtl="0" eaLnBrk="0" fontAlgn="base" hangingPunct="0">
        <a:spcBef>
          <a:spcPct val="0"/>
        </a:spcBef>
        <a:spcAft>
          <a:spcPct val="0"/>
        </a:spcAft>
        <a:defRPr kumimoji="1" sz="4400">
          <a:solidFill>
            <a:schemeClr val="tx1"/>
          </a:solidFill>
          <a:latin typeface="Calibri" charset="0"/>
          <a:ea typeface="Arial" charset="0"/>
          <a:cs typeface="Arial" charset="0"/>
        </a:defRPr>
      </a:lvl3pPr>
      <a:lvl4pPr algn="ctr" defTabSz="457200" rtl="0" eaLnBrk="0" fontAlgn="base" hangingPunct="0">
        <a:spcBef>
          <a:spcPct val="0"/>
        </a:spcBef>
        <a:spcAft>
          <a:spcPct val="0"/>
        </a:spcAft>
        <a:defRPr kumimoji="1" sz="4400">
          <a:solidFill>
            <a:schemeClr val="tx1"/>
          </a:solidFill>
          <a:latin typeface="Calibri" charset="0"/>
          <a:ea typeface="Arial" charset="0"/>
          <a:cs typeface="Arial" charset="0"/>
        </a:defRPr>
      </a:lvl4pPr>
      <a:lvl5pPr algn="ctr" defTabSz="457200" rtl="0" eaLnBrk="0" fontAlgn="base" hangingPunct="0">
        <a:spcBef>
          <a:spcPct val="0"/>
        </a:spcBef>
        <a:spcAft>
          <a:spcPct val="0"/>
        </a:spcAft>
        <a:defRPr kumimoji="1" sz="4400">
          <a:solidFill>
            <a:schemeClr val="tx1"/>
          </a:solidFill>
          <a:latin typeface="Calibri" charset="0"/>
          <a:ea typeface="Arial" charset="0"/>
          <a:cs typeface="Arial" charset="0"/>
        </a:defRPr>
      </a:lvl5pPr>
      <a:lvl6pPr marL="457200" algn="ctr" defTabSz="457200" rtl="0" fontAlgn="base">
        <a:spcBef>
          <a:spcPct val="0"/>
        </a:spcBef>
        <a:spcAft>
          <a:spcPct val="0"/>
        </a:spcAft>
        <a:defRPr kumimoji="1" sz="4400">
          <a:solidFill>
            <a:schemeClr val="tx1"/>
          </a:solidFill>
          <a:latin typeface="Calibri" charset="0"/>
          <a:ea typeface="Arial" charset="0"/>
          <a:cs typeface="Arial" charset="0"/>
        </a:defRPr>
      </a:lvl6pPr>
      <a:lvl7pPr marL="914400" algn="ctr" defTabSz="457200" rtl="0" fontAlgn="base">
        <a:spcBef>
          <a:spcPct val="0"/>
        </a:spcBef>
        <a:spcAft>
          <a:spcPct val="0"/>
        </a:spcAft>
        <a:defRPr kumimoji="1" sz="4400">
          <a:solidFill>
            <a:schemeClr val="tx1"/>
          </a:solidFill>
          <a:latin typeface="Calibri" charset="0"/>
          <a:ea typeface="Arial" charset="0"/>
          <a:cs typeface="Arial" charset="0"/>
        </a:defRPr>
      </a:lvl7pPr>
      <a:lvl8pPr marL="1371600" algn="ctr" defTabSz="457200" rtl="0" fontAlgn="base">
        <a:spcBef>
          <a:spcPct val="0"/>
        </a:spcBef>
        <a:spcAft>
          <a:spcPct val="0"/>
        </a:spcAft>
        <a:defRPr kumimoji="1" sz="4400">
          <a:solidFill>
            <a:schemeClr val="tx1"/>
          </a:solidFill>
          <a:latin typeface="Calibri" charset="0"/>
          <a:ea typeface="Arial" charset="0"/>
          <a:cs typeface="Arial" charset="0"/>
        </a:defRPr>
      </a:lvl8pPr>
      <a:lvl9pPr marL="1828800" algn="ctr" defTabSz="457200" rtl="0" fontAlgn="base">
        <a:spcBef>
          <a:spcPct val="0"/>
        </a:spcBef>
        <a:spcAft>
          <a:spcPct val="0"/>
        </a:spcAft>
        <a:defRPr kumimoji="1" sz="4400">
          <a:solidFill>
            <a:schemeClr val="tx1"/>
          </a:solidFill>
          <a:latin typeface="Calibri" charset="0"/>
          <a:ea typeface="Arial" charset="0"/>
          <a:cs typeface="Arial" charset="0"/>
        </a:defRPr>
      </a:lvl9pPr>
    </p:titleStyle>
    <p:bodyStyle>
      <a:lvl1pPr marL="342900" indent="-342900" algn="l" defTabSz="457200" rtl="0" eaLnBrk="0" fontAlgn="base" hangingPunct="0">
        <a:spcBef>
          <a:spcPct val="20000"/>
        </a:spcBef>
        <a:spcAft>
          <a:spcPct val="0"/>
        </a:spcAft>
        <a:buFont typeface="Arial" pitchFamily="34" charset="0"/>
        <a:buChar char="•"/>
        <a:defRPr kumimoji="1" sz="3200" kern="1200">
          <a:solidFill>
            <a:schemeClr val="tx1"/>
          </a:solidFill>
          <a:latin typeface="+mn-lt"/>
          <a:ea typeface="Arial" charset="0"/>
          <a:cs typeface="Arial" charset="0"/>
        </a:defRPr>
      </a:lvl1pPr>
      <a:lvl2pPr marL="742950" indent="-285750" algn="l" defTabSz="457200" rtl="0" eaLnBrk="0" fontAlgn="base" hangingPunct="0">
        <a:spcBef>
          <a:spcPct val="20000"/>
        </a:spcBef>
        <a:spcAft>
          <a:spcPct val="0"/>
        </a:spcAft>
        <a:buFont typeface="Arial" pitchFamily="34" charset="0"/>
        <a:buChar char="–"/>
        <a:defRPr kumimoji="1" sz="2800" kern="1200">
          <a:solidFill>
            <a:schemeClr val="tx1"/>
          </a:solidFill>
          <a:latin typeface="+mn-lt"/>
          <a:ea typeface="Arial" charset="0"/>
          <a:cs typeface="Arial" pitchFamily="34" charset="0"/>
        </a:defRPr>
      </a:lvl2pPr>
      <a:lvl3pPr marL="1143000" indent="-228600" algn="l" defTabSz="457200" rtl="0" eaLnBrk="0" fontAlgn="base" hangingPunct="0">
        <a:spcBef>
          <a:spcPct val="20000"/>
        </a:spcBef>
        <a:spcAft>
          <a:spcPct val="0"/>
        </a:spcAft>
        <a:buFont typeface="Arial" pitchFamily="34" charset="0"/>
        <a:buChar char="•"/>
        <a:defRPr kumimoji="1" sz="2400" kern="1200">
          <a:solidFill>
            <a:schemeClr val="tx1"/>
          </a:solidFill>
          <a:latin typeface="+mn-lt"/>
          <a:ea typeface="Arial" charset="0"/>
          <a:cs typeface="Arial" pitchFamily="34" charset="0"/>
        </a:defRPr>
      </a:lvl3pPr>
      <a:lvl4pPr marL="1600200" indent="-228600" algn="l" defTabSz="457200" rtl="0" eaLnBrk="0" fontAlgn="base" hangingPunct="0">
        <a:spcBef>
          <a:spcPct val="20000"/>
        </a:spcBef>
        <a:spcAft>
          <a:spcPct val="0"/>
        </a:spcAft>
        <a:buFont typeface="Arial" pitchFamily="34" charset="0"/>
        <a:buChar char="–"/>
        <a:defRPr kumimoji="1" sz="2000" kern="1200">
          <a:solidFill>
            <a:schemeClr val="tx1"/>
          </a:solidFill>
          <a:latin typeface="+mn-lt"/>
          <a:ea typeface="Arial" charset="0"/>
          <a:cs typeface="Arial" pitchFamily="34" charset="0"/>
        </a:defRPr>
      </a:lvl4pPr>
      <a:lvl5pPr marL="2057400" indent="-228600" algn="l" defTabSz="457200" rtl="0" eaLnBrk="0" fontAlgn="base" hangingPunct="0">
        <a:spcBef>
          <a:spcPct val="20000"/>
        </a:spcBef>
        <a:spcAft>
          <a:spcPct val="0"/>
        </a:spcAft>
        <a:buFont typeface="Arial" pitchFamily="34" charset="0"/>
        <a:buChar char="»"/>
        <a:defRPr kumimoji="1" sz="2000" kern="1200">
          <a:solidFill>
            <a:schemeClr val="tx1"/>
          </a:solidFill>
          <a:latin typeface="+mn-lt"/>
          <a:ea typeface="Arial" charset="0"/>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ru-RU"/>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presentationload.de/"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7" descr="Neutral Abstract 7 V1 FB"/>
          <p:cNvPicPr>
            <a:picLocks noChangeAspect="1" noChangeArrowheads="1"/>
          </p:cNvPicPr>
          <p:nvPr/>
        </p:nvPicPr>
        <p:blipFill>
          <a:blip r:embed="rId3"/>
          <a:srcRect/>
          <a:stretch>
            <a:fillRect/>
          </a:stretch>
        </p:blipFill>
        <p:spPr bwMode="auto">
          <a:xfrm>
            <a:off x="0" y="-27384"/>
            <a:ext cx="12216680" cy="6858000"/>
          </a:xfrm>
          <a:prstGeom prst="rect">
            <a:avLst/>
          </a:prstGeom>
          <a:noFill/>
          <a:ln w="9525">
            <a:noFill/>
            <a:miter lim="800000"/>
            <a:headEnd/>
            <a:tailEnd/>
          </a:ln>
        </p:spPr>
      </p:pic>
      <p:sp>
        <p:nvSpPr>
          <p:cNvPr id="20" name="Rechteck 19">
            <a:hlinkClick r:id="rId4"/>
          </p:cNvPr>
          <p:cNvSpPr/>
          <p:nvPr/>
        </p:nvSpPr>
        <p:spPr>
          <a:xfrm>
            <a:off x="9949730" y="6201967"/>
            <a:ext cx="2266950" cy="581025"/>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10244" name="Прямоугольник 3"/>
          <p:cNvSpPr>
            <a:spLocks noChangeArrowheads="1"/>
          </p:cNvSpPr>
          <p:nvPr/>
        </p:nvSpPr>
        <p:spPr bwMode="auto">
          <a:xfrm>
            <a:off x="3794993" y="2128442"/>
            <a:ext cx="7518400" cy="4247317"/>
          </a:xfrm>
          <a:prstGeom prst="rect">
            <a:avLst/>
          </a:prstGeom>
          <a:noFill/>
          <a:ln w="9525">
            <a:noFill/>
            <a:miter lim="800000"/>
            <a:headEnd/>
            <a:tailEnd/>
          </a:ln>
        </p:spPr>
        <p:txBody>
          <a:bodyPr>
            <a:spAutoFit/>
          </a:bodyPr>
          <a:lstStyle/>
          <a:p>
            <a:pPr fontAlgn="base">
              <a:spcBef>
                <a:spcPct val="0"/>
              </a:spcBef>
              <a:spcAft>
                <a:spcPct val="0"/>
              </a:spcAft>
            </a:pPr>
            <a:r>
              <a:rPr lang="ru-RU" sz="5400" dirty="0">
                <a:solidFill>
                  <a:srgbClr val="800000"/>
                </a:solidFill>
                <a:latin typeface="Arial" pitchFamily="34" charset="0"/>
                <a:cs typeface="Arial" pitchFamily="34" charset="0"/>
              </a:rPr>
              <a:t>Сетевые и Распределенные Системы</a:t>
            </a:r>
          </a:p>
          <a:p>
            <a:pPr fontAlgn="base">
              <a:spcBef>
                <a:spcPct val="0"/>
              </a:spcBef>
              <a:spcAft>
                <a:spcPct val="0"/>
              </a:spcAft>
            </a:pPr>
            <a:r>
              <a:rPr lang="en-US" sz="5400">
                <a:solidFill>
                  <a:srgbClr val="800000"/>
                </a:solidFill>
                <a:latin typeface="Arial" pitchFamily="34" charset="0"/>
                <a:cs typeface="Arial" pitchFamily="34" charset="0"/>
              </a:rPr>
              <a:t/>
            </a:r>
            <a:br>
              <a:rPr lang="en-US" sz="5400">
                <a:solidFill>
                  <a:srgbClr val="800000"/>
                </a:solidFill>
                <a:latin typeface="Arial" pitchFamily="34" charset="0"/>
                <a:cs typeface="Arial" pitchFamily="34" charset="0"/>
              </a:rPr>
            </a:br>
            <a:endParaRPr lang="ru-RU" sz="5400" dirty="0">
              <a:solidFill>
                <a:srgbClr val="800000"/>
              </a:solidFill>
              <a:latin typeface="Arial" pitchFamily="34" charset="0"/>
              <a:cs typeface="Arial" pitchFamily="34" charset="0"/>
            </a:endParaRPr>
          </a:p>
        </p:txBody>
      </p:sp>
    </p:spTree>
    <p:extLst>
      <p:ext uri="{BB962C8B-B14F-4D97-AF65-F5344CB8AC3E}">
        <p14:creationId xmlns:p14="http://schemas.microsoft.com/office/powerpoint/2010/main" val="428217594"/>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Название 1"/>
          <p:cNvSpPr>
            <a:spLocks noGrp="1"/>
          </p:cNvSpPr>
          <p:nvPr>
            <p:ph type="title"/>
          </p:nvPr>
        </p:nvSpPr>
        <p:spPr>
          <a:xfrm>
            <a:off x="3359696" y="238125"/>
            <a:ext cx="8496300" cy="617538"/>
          </a:xfrm>
        </p:spPr>
        <p:txBody>
          <a:bodyPr/>
          <a:lstStyle/>
          <a:p>
            <a:pPr algn="l" eaLnBrk="1" hangingPunct="1"/>
            <a:r>
              <a:rPr kumimoji="0" lang="ru-RU" sz="3600" b="1" dirty="0">
                <a:solidFill>
                  <a:srgbClr val="003794"/>
                </a:solidFill>
                <a:latin typeface="Arial" pitchFamily="34" charset="0"/>
                <a:cs typeface="Arial" pitchFamily="34" charset="0"/>
              </a:rPr>
              <a:t>Тема</a:t>
            </a:r>
            <a:r>
              <a:rPr kumimoji="0" lang="en-US" sz="3600" b="1" dirty="0">
                <a:solidFill>
                  <a:srgbClr val="003794"/>
                </a:solidFill>
                <a:latin typeface="Arial" pitchFamily="34" charset="0"/>
                <a:cs typeface="Arial" pitchFamily="34" charset="0"/>
              </a:rPr>
              <a:t> 2</a:t>
            </a:r>
            <a:endParaRPr kumimoji="0" lang="ru-RU" sz="3600" b="1" dirty="0">
              <a:solidFill>
                <a:srgbClr val="003794"/>
              </a:solidFill>
              <a:latin typeface="Arial" pitchFamily="34" charset="0"/>
              <a:cs typeface="Arial" pitchFamily="34" charset="0"/>
            </a:endParaRPr>
          </a:p>
        </p:txBody>
      </p:sp>
      <p:sp>
        <p:nvSpPr>
          <p:cNvPr id="4" name="Прямоугольник 3"/>
          <p:cNvSpPr/>
          <p:nvPr/>
        </p:nvSpPr>
        <p:spPr>
          <a:xfrm>
            <a:off x="3961360" y="1069975"/>
            <a:ext cx="8134225" cy="2308324"/>
          </a:xfrm>
          <a:prstGeom prst="rect">
            <a:avLst/>
          </a:prstGeom>
        </p:spPr>
        <p:txBody>
          <a:bodyPr wrap="square">
            <a:spAutoFit/>
          </a:bodyPr>
          <a:lstStyle/>
          <a:p>
            <a:pPr algn="just" defTabSz="457200" fontAlgn="base">
              <a:lnSpc>
                <a:spcPct val="120000"/>
              </a:lnSpc>
              <a:spcBef>
                <a:spcPct val="0"/>
              </a:spcBef>
              <a:spcAft>
                <a:spcPct val="0"/>
              </a:spcAft>
              <a:defRPr/>
            </a:pPr>
            <a:endParaRPr lang="en-US" sz="4000" dirty="0">
              <a:solidFill>
                <a:srgbClr val="003794"/>
              </a:solidFill>
              <a:latin typeface="Lucida Grande CY" pitchFamily="2" charset="-52"/>
              <a:cs typeface="Arial" pitchFamily="34" charset="0"/>
            </a:endParaRPr>
          </a:p>
          <a:p>
            <a:pPr marL="1440000" defTabSz="457200" fontAlgn="base">
              <a:lnSpc>
                <a:spcPct val="120000"/>
              </a:lnSpc>
              <a:spcBef>
                <a:spcPct val="0"/>
              </a:spcBef>
              <a:spcAft>
                <a:spcPct val="0"/>
              </a:spcAft>
              <a:defRPr/>
            </a:pPr>
            <a:r>
              <a:rPr lang="ru-RU" sz="4000" dirty="0">
                <a:solidFill>
                  <a:srgbClr val="404040"/>
                </a:solidFill>
                <a:latin typeface="Arial" pitchFamily="34" charset="0"/>
                <a:cs typeface="Arial" pitchFamily="34" charset="0"/>
              </a:rPr>
              <a:t>Распределенные системы. Введение</a:t>
            </a:r>
          </a:p>
        </p:txBody>
      </p:sp>
    </p:spTree>
    <p:extLst>
      <p:ext uri="{BB962C8B-B14F-4D97-AF65-F5344CB8AC3E}">
        <p14:creationId xmlns:p14="http://schemas.microsoft.com/office/powerpoint/2010/main" val="2822487524"/>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_h1"/>
          <p:cNvSpPr>
            <a:spLocks noGrp="1" noChangeArrowheads="1"/>
          </p:cNvSpPr>
          <p:nvPr>
            <p:ph type="title"/>
          </p:nvPr>
        </p:nvSpPr>
        <p:spPr>
          <a:xfrm>
            <a:off x="3366302"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9" name="Rechteck 39"/>
          <p:cNvSpPr>
            <a:spLocks noChangeArrowheads="1"/>
          </p:cNvSpPr>
          <p:nvPr/>
        </p:nvSpPr>
        <p:spPr bwMode="gray">
          <a:xfrm>
            <a:off x="3379002" y="1772817"/>
            <a:ext cx="8496300" cy="4467225"/>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defTabSz="457200" fontAlgn="base">
              <a:spcBef>
                <a:spcPct val="0"/>
              </a:spcBef>
              <a:spcAft>
                <a:spcPct val="20000"/>
              </a:spcAft>
              <a:defRPr/>
            </a:pPr>
            <a:endParaRPr lang="en-US" sz="2000" noProof="1">
              <a:solidFill>
                <a:srgbClr val="1F497D"/>
              </a:solidFill>
              <a:latin typeface="Arial" pitchFamily="34" charset="0"/>
              <a:cs typeface="Arial" pitchFamily="34" charset="0"/>
            </a:endParaRPr>
          </a:p>
        </p:txBody>
      </p:sp>
      <p:sp>
        <p:nvSpPr>
          <p:cNvPr id="10" name="Rechteck 36"/>
          <p:cNvSpPr>
            <a:spLocks noChangeArrowheads="1"/>
          </p:cNvSpPr>
          <p:nvPr/>
        </p:nvSpPr>
        <p:spPr bwMode="gray">
          <a:xfrm>
            <a:off x="3366302" y="1010692"/>
            <a:ext cx="8496300" cy="546100"/>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defTabSz="457200" fontAlgn="base">
              <a:spcBef>
                <a:spcPct val="0"/>
              </a:spcBef>
              <a:spcAft>
                <a:spcPct val="20000"/>
              </a:spcAft>
              <a:defRPr/>
            </a:pPr>
            <a:r>
              <a:rPr lang="ru-RU" sz="3000" b="1" dirty="0">
                <a:solidFill>
                  <a:srgbClr val="FFFFFF"/>
                </a:solidFill>
                <a:effectLst>
                  <a:outerShdw blurRad="38100" dist="38100" dir="2700000" algn="tl">
                    <a:srgbClr val="000000"/>
                  </a:outerShdw>
                </a:effectLst>
                <a:latin typeface="Arial" pitchFamily="34" charset="0"/>
                <a:cs typeface="Arial" pitchFamily="34" charset="0"/>
              </a:rPr>
              <a:t>Литература</a:t>
            </a:r>
            <a:endParaRPr lang="ru-RU" sz="3000" b="1" noProof="1">
              <a:solidFill>
                <a:srgbClr val="FFFFFF"/>
              </a:solidFill>
              <a:effectLst>
                <a:outerShdw blurRad="38100" dist="38100" dir="2700000" algn="tl">
                  <a:srgbClr val="000000"/>
                </a:outerShdw>
              </a:effectLst>
              <a:latin typeface="Arial" pitchFamily="34" charset="0"/>
              <a:cs typeface="Arial" pitchFamily="34" charset="0"/>
            </a:endParaRPr>
          </a:p>
        </p:txBody>
      </p:sp>
      <p:sp>
        <p:nvSpPr>
          <p:cNvPr id="12" name="Text Box 5"/>
          <p:cNvSpPr txBox="1">
            <a:spLocks noChangeArrowheads="1"/>
          </p:cNvSpPr>
          <p:nvPr/>
        </p:nvSpPr>
        <p:spPr bwMode="auto">
          <a:xfrm>
            <a:off x="6894372" y="2420889"/>
            <a:ext cx="4752529" cy="2431435"/>
          </a:xfrm>
          <a:prstGeom prst="rect">
            <a:avLst/>
          </a:prstGeom>
          <a:noFill/>
          <a:ln w="9525">
            <a:noFill/>
            <a:miter lim="800000"/>
            <a:headEnd/>
            <a:tailEnd/>
          </a:ln>
          <a:effectLst/>
        </p:spPr>
        <p:txBody>
          <a:bodyPr wrap="square">
            <a:spAutoFit/>
          </a:bodyPr>
          <a:lstStyle/>
          <a:p>
            <a:pPr>
              <a:defRPr/>
            </a:pPr>
            <a:r>
              <a:rPr lang="ru-RU" sz="2400" dirty="0" err="1">
                <a:solidFill>
                  <a:prstClr val="black"/>
                </a:solidFill>
                <a:latin typeface="Arial" pitchFamily="34" charset="0"/>
                <a:cs typeface="Arial" pitchFamily="34" charset="0"/>
              </a:rPr>
              <a:t>Э.Таненбаум</a:t>
            </a:r>
            <a:endParaRPr lang="ru-RU" sz="2400" dirty="0">
              <a:solidFill>
                <a:prstClr val="black"/>
              </a:solidFill>
              <a:latin typeface="Arial" pitchFamily="34" charset="0"/>
              <a:cs typeface="Arial" pitchFamily="34" charset="0"/>
            </a:endParaRPr>
          </a:p>
          <a:p>
            <a:pPr>
              <a:defRPr/>
            </a:pPr>
            <a:r>
              <a:rPr lang="ru-RU" sz="2400" dirty="0">
                <a:solidFill>
                  <a:prstClr val="black"/>
                </a:solidFill>
                <a:latin typeface="Arial" pitchFamily="34" charset="0"/>
                <a:cs typeface="Arial" pitchFamily="34" charset="0"/>
              </a:rPr>
              <a:t>М. </a:t>
            </a:r>
            <a:r>
              <a:rPr lang="ru-RU" sz="2400" dirty="0" err="1">
                <a:solidFill>
                  <a:prstClr val="black"/>
                </a:solidFill>
                <a:latin typeface="Arial" pitchFamily="34" charset="0"/>
                <a:cs typeface="Arial" pitchFamily="34" charset="0"/>
              </a:rPr>
              <a:t>ван</a:t>
            </a:r>
            <a:r>
              <a:rPr lang="ru-RU" sz="2400" dirty="0">
                <a:solidFill>
                  <a:prstClr val="black"/>
                </a:solidFill>
                <a:latin typeface="Arial" pitchFamily="34" charset="0"/>
                <a:cs typeface="Arial" pitchFamily="34" charset="0"/>
              </a:rPr>
              <a:t> </a:t>
            </a:r>
            <a:r>
              <a:rPr lang="ru-RU" sz="2400" dirty="0" err="1">
                <a:solidFill>
                  <a:prstClr val="black"/>
                </a:solidFill>
                <a:latin typeface="Arial" pitchFamily="34" charset="0"/>
                <a:cs typeface="Arial" pitchFamily="34" charset="0"/>
              </a:rPr>
              <a:t>Стеен</a:t>
            </a:r>
            <a:endParaRPr lang="ru-RU" sz="2400" dirty="0">
              <a:solidFill>
                <a:prstClr val="black"/>
              </a:solidFill>
              <a:latin typeface="Arial" pitchFamily="34" charset="0"/>
              <a:cs typeface="Arial" pitchFamily="34" charset="0"/>
            </a:endParaRPr>
          </a:p>
          <a:p>
            <a:pPr>
              <a:defRPr/>
            </a:pPr>
            <a:r>
              <a:rPr lang="ru-RU" sz="2400" dirty="0">
                <a:solidFill>
                  <a:prstClr val="black"/>
                </a:solidFill>
                <a:latin typeface="Arial" pitchFamily="34" charset="0"/>
                <a:cs typeface="Arial" pitchFamily="34" charset="0"/>
              </a:rPr>
              <a:t/>
            </a:r>
            <a:br>
              <a:rPr lang="ru-RU" sz="2400" dirty="0">
                <a:solidFill>
                  <a:prstClr val="black"/>
                </a:solidFill>
                <a:latin typeface="Arial" pitchFamily="34" charset="0"/>
                <a:cs typeface="Arial" pitchFamily="34" charset="0"/>
              </a:rPr>
            </a:br>
            <a:r>
              <a:rPr lang="ru-RU" sz="2800" dirty="0">
                <a:solidFill>
                  <a:prstClr val="black"/>
                </a:solidFill>
                <a:latin typeface="Arial" pitchFamily="34" charset="0"/>
                <a:cs typeface="Arial" pitchFamily="34" charset="0"/>
              </a:rPr>
              <a:t>Распределенные системы.</a:t>
            </a:r>
          </a:p>
          <a:p>
            <a:pPr>
              <a:defRPr/>
            </a:pPr>
            <a:r>
              <a:rPr lang="ru-RU" sz="2800" dirty="0">
                <a:solidFill>
                  <a:prstClr val="black"/>
                </a:solidFill>
                <a:latin typeface="Arial" pitchFamily="34" charset="0"/>
                <a:cs typeface="Arial" pitchFamily="34" charset="0"/>
              </a:rPr>
              <a:t>Принципы и парадигмы</a:t>
            </a:r>
            <a:endParaRPr lang="en-US" sz="2800" dirty="0">
              <a:solidFill>
                <a:prstClr val="black"/>
              </a:solidFill>
              <a:latin typeface="Arial" pitchFamily="34" charset="0"/>
              <a:cs typeface="Arial" pitchFamily="34" charset="0"/>
            </a:endParaRPr>
          </a:p>
          <a:p>
            <a:pPr>
              <a:defRPr/>
            </a:pPr>
            <a:endParaRPr lang="en-US" sz="2400" dirty="0">
              <a:solidFill>
                <a:prstClr val="black"/>
              </a:solidFill>
              <a:latin typeface="Arial" pitchFamily="34" charset="0"/>
              <a:cs typeface="Arial" pitchFamily="34" charset="0"/>
            </a:endParaRPr>
          </a:p>
        </p:txBody>
      </p:sp>
      <p:pic>
        <p:nvPicPr>
          <p:cNvPr id="5" name="Рисунок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3155" y="1916832"/>
            <a:ext cx="2827064" cy="3924000"/>
          </a:xfrm>
          <a:prstGeom prst="rect">
            <a:avLst/>
          </a:prstGeom>
        </p:spPr>
      </p:pic>
    </p:spTree>
    <p:extLst>
      <p:ext uri="{BB962C8B-B14F-4D97-AF65-F5344CB8AC3E}">
        <p14:creationId xmlns:p14="http://schemas.microsoft.com/office/powerpoint/2010/main" val="324516325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_h1"/>
          <p:cNvSpPr>
            <a:spLocks noGrp="1" noChangeArrowheads="1"/>
          </p:cNvSpPr>
          <p:nvPr>
            <p:ph type="title"/>
          </p:nvPr>
        </p:nvSpPr>
        <p:spPr>
          <a:xfrm>
            <a:off x="3366302"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9" name="Rechteck 39"/>
          <p:cNvSpPr>
            <a:spLocks noChangeArrowheads="1"/>
          </p:cNvSpPr>
          <p:nvPr/>
        </p:nvSpPr>
        <p:spPr bwMode="gray">
          <a:xfrm>
            <a:off x="3379002" y="1772817"/>
            <a:ext cx="8496300" cy="4467225"/>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defTabSz="457200" fontAlgn="base">
              <a:spcBef>
                <a:spcPct val="0"/>
              </a:spcBef>
              <a:spcAft>
                <a:spcPct val="20000"/>
              </a:spcAft>
              <a:defRPr/>
            </a:pPr>
            <a:endParaRPr lang="en-US" sz="2000" noProof="1">
              <a:solidFill>
                <a:srgbClr val="1F497D"/>
              </a:solidFill>
              <a:latin typeface="Arial" pitchFamily="34" charset="0"/>
              <a:cs typeface="Arial" pitchFamily="34" charset="0"/>
            </a:endParaRPr>
          </a:p>
        </p:txBody>
      </p:sp>
      <p:sp>
        <p:nvSpPr>
          <p:cNvPr id="10" name="Rechteck 36"/>
          <p:cNvSpPr>
            <a:spLocks noChangeArrowheads="1"/>
          </p:cNvSpPr>
          <p:nvPr/>
        </p:nvSpPr>
        <p:spPr bwMode="gray">
          <a:xfrm>
            <a:off x="3366302" y="1010692"/>
            <a:ext cx="8496300" cy="546100"/>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defTabSz="457200" fontAlgn="base">
              <a:spcBef>
                <a:spcPct val="0"/>
              </a:spcBef>
              <a:spcAft>
                <a:spcPct val="20000"/>
              </a:spcAft>
              <a:defRPr/>
            </a:pPr>
            <a:r>
              <a:rPr lang="ru-RU" sz="3000" b="1" dirty="0">
                <a:solidFill>
                  <a:srgbClr val="FFFFFF"/>
                </a:solidFill>
                <a:effectLst>
                  <a:outerShdw blurRad="38100" dist="38100" dir="2700000" algn="tl">
                    <a:srgbClr val="000000"/>
                  </a:outerShdw>
                </a:effectLst>
                <a:latin typeface="Arial" pitchFamily="34" charset="0"/>
                <a:cs typeface="Arial" pitchFamily="34" charset="0"/>
              </a:rPr>
              <a:t>Литература</a:t>
            </a:r>
            <a:endParaRPr lang="ru-RU" sz="3000" b="1" noProof="1">
              <a:solidFill>
                <a:srgbClr val="FFFFFF"/>
              </a:solidFill>
              <a:effectLst>
                <a:outerShdw blurRad="38100" dist="38100" dir="2700000" algn="tl">
                  <a:srgbClr val="000000"/>
                </a:outerShdw>
              </a:effectLst>
              <a:latin typeface="Arial" pitchFamily="34" charset="0"/>
              <a:cs typeface="Arial" pitchFamily="34" charset="0"/>
            </a:endParaRPr>
          </a:p>
        </p:txBody>
      </p:sp>
      <p:sp>
        <p:nvSpPr>
          <p:cNvPr id="12" name="Text Box 5"/>
          <p:cNvSpPr txBox="1">
            <a:spLocks noChangeArrowheads="1"/>
          </p:cNvSpPr>
          <p:nvPr/>
        </p:nvSpPr>
        <p:spPr bwMode="auto">
          <a:xfrm>
            <a:off x="6894372" y="2420888"/>
            <a:ext cx="4752529" cy="2492990"/>
          </a:xfrm>
          <a:prstGeom prst="rect">
            <a:avLst/>
          </a:prstGeom>
          <a:noFill/>
          <a:ln w="9525">
            <a:noFill/>
            <a:miter lim="800000"/>
            <a:headEnd/>
            <a:tailEnd/>
          </a:ln>
          <a:effectLst/>
        </p:spPr>
        <p:txBody>
          <a:bodyPr wrap="square">
            <a:spAutoFit/>
          </a:bodyPr>
          <a:lstStyle/>
          <a:p>
            <a:pPr>
              <a:defRPr/>
            </a:pPr>
            <a:r>
              <a:rPr lang="ru-RU" sz="2400" dirty="0">
                <a:solidFill>
                  <a:prstClr val="black"/>
                </a:solidFill>
                <a:latin typeface="Arial" pitchFamily="34" charset="0"/>
                <a:cs typeface="Arial" pitchFamily="34" charset="0"/>
              </a:rPr>
              <a:t>Ж. </a:t>
            </a:r>
            <a:r>
              <a:rPr lang="ru-RU" sz="2400" dirty="0" err="1">
                <a:solidFill>
                  <a:prstClr val="black"/>
                </a:solidFill>
                <a:latin typeface="Arial" pitchFamily="34" charset="0"/>
                <a:cs typeface="Arial" pitchFamily="34" charset="0"/>
              </a:rPr>
              <a:t>Тель</a:t>
            </a:r>
            <a:endParaRPr lang="ru-RU" sz="2400" dirty="0">
              <a:solidFill>
                <a:prstClr val="black"/>
              </a:solidFill>
              <a:latin typeface="Arial" pitchFamily="34" charset="0"/>
              <a:cs typeface="Arial" pitchFamily="34" charset="0"/>
            </a:endParaRPr>
          </a:p>
          <a:p>
            <a:pPr>
              <a:defRPr/>
            </a:pPr>
            <a:endParaRPr lang="ru-RU" sz="2400" dirty="0">
              <a:solidFill>
                <a:prstClr val="black"/>
              </a:solidFill>
              <a:latin typeface="Arial" pitchFamily="34" charset="0"/>
              <a:cs typeface="Arial" pitchFamily="34" charset="0"/>
            </a:endParaRPr>
          </a:p>
          <a:p>
            <a:pPr>
              <a:defRPr/>
            </a:pPr>
            <a:r>
              <a:rPr lang="ru-RU" sz="2800" dirty="0">
                <a:solidFill>
                  <a:prstClr val="black"/>
                </a:solidFill>
                <a:latin typeface="Arial" pitchFamily="34" charset="0"/>
                <a:cs typeface="Arial" pitchFamily="34" charset="0"/>
              </a:rPr>
              <a:t>Введение в распределенные алгоритмы</a:t>
            </a:r>
            <a:endParaRPr lang="en-US" sz="2800" dirty="0">
              <a:solidFill>
                <a:prstClr val="black"/>
              </a:solidFill>
              <a:latin typeface="Arial" pitchFamily="34" charset="0"/>
              <a:cs typeface="Arial" pitchFamily="34" charset="0"/>
            </a:endParaRPr>
          </a:p>
          <a:p>
            <a:pPr>
              <a:defRPr/>
            </a:pPr>
            <a:endParaRPr lang="en-US" sz="2400" dirty="0">
              <a:solidFill>
                <a:prstClr val="black"/>
              </a:solidFill>
              <a:latin typeface="Arial" pitchFamily="34" charset="0"/>
              <a:cs typeface="Arial" pitchFamily="34" charset="0"/>
            </a:endParaRPr>
          </a:p>
        </p:txBody>
      </p:sp>
      <p:pic>
        <p:nvPicPr>
          <p:cNvPr id="5" name="Рисунок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8299" y="1890049"/>
            <a:ext cx="2687671" cy="3924000"/>
          </a:xfrm>
          <a:prstGeom prst="rect">
            <a:avLst/>
          </a:prstGeom>
        </p:spPr>
      </p:pic>
    </p:spTree>
    <p:extLst>
      <p:ext uri="{BB962C8B-B14F-4D97-AF65-F5344CB8AC3E}">
        <p14:creationId xmlns:p14="http://schemas.microsoft.com/office/powerpoint/2010/main" val="327552287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_h1"/>
          <p:cNvSpPr>
            <a:spLocks noGrp="1" noChangeArrowheads="1"/>
          </p:cNvSpPr>
          <p:nvPr>
            <p:ph type="title"/>
          </p:nvPr>
        </p:nvSpPr>
        <p:spPr>
          <a:xfrm>
            <a:off x="3366302"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9" name="Rechteck 39"/>
          <p:cNvSpPr>
            <a:spLocks noChangeArrowheads="1"/>
          </p:cNvSpPr>
          <p:nvPr/>
        </p:nvSpPr>
        <p:spPr bwMode="gray">
          <a:xfrm>
            <a:off x="3379002" y="1772817"/>
            <a:ext cx="8496300" cy="4467225"/>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defTabSz="457200" fontAlgn="base">
              <a:spcBef>
                <a:spcPct val="0"/>
              </a:spcBef>
              <a:spcAft>
                <a:spcPct val="20000"/>
              </a:spcAft>
              <a:defRPr/>
            </a:pPr>
            <a:endParaRPr lang="en-US" sz="2000" noProof="1">
              <a:solidFill>
                <a:srgbClr val="1F497D"/>
              </a:solidFill>
              <a:latin typeface="Arial" pitchFamily="34" charset="0"/>
              <a:cs typeface="Arial" pitchFamily="34" charset="0"/>
            </a:endParaRPr>
          </a:p>
        </p:txBody>
      </p:sp>
      <p:sp>
        <p:nvSpPr>
          <p:cNvPr id="10" name="Rechteck 36"/>
          <p:cNvSpPr>
            <a:spLocks noChangeArrowheads="1"/>
          </p:cNvSpPr>
          <p:nvPr/>
        </p:nvSpPr>
        <p:spPr bwMode="gray">
          <a:xfrm>
            <a:off x="3366302" y="1010692"/>
            <a:ext cx="8496300" cy="546100"/>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defTabSz="457200" fontAlgn="base">
              <a:spcBef>
                <a:spcPct val="0"/>
              </a:spcBef>
              <a:spcAft>
                <a:spcPct val="20000"/>
              </a:spcAft>
              <a:defRPr/>
            </a:pPr>
            <a:r>
              <a:rPr lang="ru-RU" sz="3000" b="1" dirty="0">
                <a:solidFill>
                  <a:srgbClr val="FFFFFF"/>
                </a:solidFill>
                <a:effectLst>
                  <a:outerShdw blurRad="38100" dist="38100" dir="2700000" algn="tl">
                    <a:srgbClr val="000000"/>
                  </a:outerShdw>
                </a:effectLst>
                <a:latin typeface="Arial" pitchFamily="34" charset="0"/>
                <a:cs typeface="Arial" pitchFamily="34" charset="0"/>
              </a:rPr>
              <a:t>Литература</a:t>
            </a:r>
            <a:endParaRPr lang="ru-RU" sz="3000" b="1" noProof="1">
              <a:solidFill>
                <a:srgbClr val="FFFFFF"/>
              </a:solidFill>
              <a:effectLst>
                <a:outerShdw blurRad="38100" dist="38100" dir="2700000" algn="tl">
                  <a:srgbClr val="000000"/>
                </a:outerShdw>
              </a:effectLst>
              <a:latin typeface="Arial" pitchFamily="34" charset="0"/>
              <a:cs typeface="Arial" pitchFamily="34" charset="0"/>
            </a:endParaRPr>
          </a:p>
        </p:txBody>
      </p:sp>
      <p:sp>
        <p:nvSpPr>
          <p:cNvPr id="12" name="Text Box 5"/>
          <p:cNvSpPr txBox="1">
            <a:spLocks noChangeArrowheads="1"/>
          </p:cNvSpPr>
          <p:nvPr/>
        </p:nvSpPr>
        <p:spPr bwMode="auto">
          <a:xfrm>
            <a:off x="6894372" y="2420888"/>
            <a:ext cx="4752529" cy="2862322"/>
          </a:xfrm>
          <a:prstGeom prst="rect">
            <a:avLst/>
          </a:prstGeom>
          <a:noFill/>
          <a:ln w="9525">
            <a:noFill/>
            <a:miter lim="800000"/>
            <a:headEnd/>
            <a:tailEnd/>
          </a:ln>
          <a:effectLst/>
        </p:spPr>
        <p:txBody>
          <a:bodyPr wrap="square">
            <a:spAutoFit/>
          </a:bodyPr>
          <a:lstStyle/>
          <a:p>
            <a:pPr>
              <a:defRPr/>
            </a:pPr>
            <a:r>
              <a:rPr lang="en-US" sz="2400" dirty="0">
                <a:solidFill>
                  <a:prstClr val="black"/>
                </a:solidFill>
                <a:latin typeface="Arial" pitchFamily="34" charset="0"/>
                <a:cs typeface="Arial" pitchFamily="34" charset="0"/>
              </a:rPr>
              <a:t>Ajay D</a:t>
            </a:r>
            <a:r>
              <a:rPr lang="ru-RU" sz="2400" dirty="0">
                <a:solidFill>
                  <a:prstClr val="black"/>
                </a:solidFill>
                <a:latin typeface="Arial" pitchFamily="34" charset="0"/>
                <a:cs typeface="Arial" pitchFamily="34" charset="0"/>
              </a:rPr>
              <a:t>.</a:t>
            </a:r>
            <a:r>
              <a:rPr lang="en-US" sz="2400" dirty="0">
                <a:solidFill>
                  <a:prstClr val="black"/>
                </a:solidFill>
                <a:latin typeface="Arial" pitchFamily="34" charset="0"/>
                <a:cs typeface="Arial" pitchFamily="34" charset="0"/>
              </a:rPr>
              <a:t> </a:t>
            </a:r>
            <a:r>
              <a:rPr lang="en-US" sz="2400" dirty="0" err="1">
                <a:solidFill>
                  <a:prstClr val="black"/>
                </a:solidFill>
                <a:latin typeface="Arial" pitchFamily="34" charset="0"/>
                <a:cs typeface="Arial" pitchFamily="34" charset="0"/>
              </a:rPr>
              <a:t>Kshemkalyani</a:t>
            </a:r>
            <a:endParaRPr lang="en-US" sz="2400" dirty="0">
              <a:solidFill>
                <a:prstClr val="black"/>
              </a:solidFill>
              <a:latin typeface="Arial" pitchFamily="34" charset="0"/>
              <a:cs typeface="Arial" pitchFamily="34" charset="0"/>
            </a:endParaRPr>
          </a:p>
          <a:p>
            <a:pPr>
              <a:defRPr/>
            </a:pPr>
            <a:r>
              <a:rPr lang="en-US" sz="2400" dirty="0" err="1">
                <a:solidFill>
                  <a:prstClr val="black"/>
                </a:solidFill>
                <a:latin typeface="Arial" pitchFamily="34" charset="0"/>
                <a:cs typeface="Arial" pitchFamily="34" charset="0"/>
              </a:rPr>
              <a:t>Mukesh</a:t>
            </a:r>
            <a:r>
              <a:rPr lang="en-US" sz="2400" dirty="0">
                <a:solidFill>
                  <a:prstClr val="black"/>
                </a:solidFill>
                <a:latin typeface="Arial" pitchFamily="34" charset="0"/>
                <a:cs typeface="Arial" pitchFamily="34" charset="0"/>
              </a:rPr>
              <a:t> </a:t>
            </a:r>
            <a:r>
              <a:rPr lang="en-US" sz="2400" dirty="0" err="1">
                <a:solidFill>
                  <a:prstClr val="black"/>
                </a:solidFill>
                <a:latin typeface="Arial" pitchFamily="34" charset="0"/>
                <a:cs typeface="Arial" pitchFamily="34" charset="0"/>
              </a:rPr>
              <a:t>Singhal</a:t>
            </a:r>
            <a:endParaRPr lang="ru-RU" sz="2400" dirty="0">
              <a:solidFill>
                <a:prstClr val="black"/>
              </a:solidFill>
              <a:latin typeface="Arial" pitchFamily="34" charset="0"/>
              <a:cs typeface="Arial" pitchFamily="34" charset="0"/>
            </a:endParaRPr>
          </a:p>
          <a:p>
            <a:pPr>
              <a:defRPr/>
            </a:pPr>
            <a:endParaRPr lang="ru-RU" sz="2400" dirty="0">
              <a:solidFill>
                <a:prstClr val="black"/>
              </a:solidFill>
              <a:latin typeface="Arial" pitchFamily="34" charset="0"/>
              <a:cs typeface="Arial" pitchFamily="34" charset="0"/>
            </a:endParaRPr>
          </a:p>
          <a:p>
            <a:pPr>
              <a:defRPr/>
            </a:pPr>
            <a:r>
              <a:rPr lang="en-US" sz="2800" dirty="0">
                <a:solidFill>
                  <a:prstClr val="black"/>
                </a:solidFill>
                <a:latin typeface="Arial" pitchFamily="34" charset="0"/>
                <a:cs typeface="Arial" pitchFamily="34" charset="0"/>
              </a:rPr>
              <a:t>Distributed computing</a:t>
            </a:r>
            <a:r>
              <a:rPr lang="ru-RU" sz="2800" dirty="0">
                <a:solidFill>
                  <a:prstClr val="black"/>
                </a:solidFill>
                <a:latin typeface="Arial" pitchFamily="34" charset="0"/>
                <a:cs typeface="Arial" pitchFamily="34" charset="0"/>
              </a:rPr>
              <a:t>.</a:t>
            </a:r>
          </a:p>
          <a:p>
            <a:pPr>
              <a:defRPr/>
            </a:pPr>
            <a:r>
              <a:rPr lang="en-US" sz="2800" dirty="0">
                <a:solidFill>
                  <a:prstClr val="black"/>
                </a:solidFill>
                <a:latin typeface="Arial" pitchFamily="34" charset="0"/>
                <a:cs typeface="Arial" pitchFamily="34" charset="0"/>
              </a:rPr>
              <a:t>Principles, Algorithms, and Systems</a:t>
            </a:r>
          </a:p>
          <a:p>
            <a:pPr>
              <a:defRPr/>
            </a:pPr>
            <a:endParaRPr lang="en-US" sz="2400" dirty="0">
              <a:solidFill>
                <a:prstClr val="black"/>
              </a:solidFill>
              <a:latin typeface="Arial" pitchFamily="34" charset="0"/>
              <a:cs typeface="Arial" pitchFamily="34" charset="0"/>
            </a:endParaRPr>
          </a:p>
        </p:txBody>
      </p:sp>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8751" y="1916832"/>
            <a:ext cx="2747219" cy="3924000"/>
          </a:xfrm>
          <a:prstGeom prst="rect">
            <a:avLst/>
          </a:prstGeom>
        </p:spPr>
      </p:pic>
    </p:spTree>
    <p:extLst>
      <p:ext uri="{BB962C8B-B14F-4D97-AF65-F5344CB8AC3E}">
        <p14:creationId xmlns:p14="http://schemas.microsoft.com/office/powerpoint/2010/main" val="303132878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2" name="Rechteck 39"/>
          <p:cNvSpPr>
            <a:spLocks noChangeArrowheads="1"/>
          </p:cNvSpPr>
          <p:nvPr/>
        </p:nvSpPr>
        <p:spPr bwMode="gray">
          <a:xfrm>
            <a:off x="3215680" y="1844824"/>
            <a:ext cx="8784976" cy="1872208"/>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Определение</a:t>
            </a:r>
          </a:p>
        </p:txBody>
      </p:sp>
      <p:sp>
        <p:nvSpPr>
          <p:cNvPr id="7" name="Rectangle 3"/>
          <p:cNvSpPr>
            <a:spLocks noGrp="1" noRot="1" noChangeArrowheads="1"/>
          </p:cNvSpPr>
          <p:nvPr>
            <p:ph type="body" sz="half" idx="4294967295"/>
          </p:nvPr>
        </p:nvSpPr>
        <p:spPr>
          <a:xfrm>
            <a:off x="3402882" y="2061072"/>
            <a:ext cx="8410575" cy="1727969"/>
          </a:xfrm>
          <a:prstGeom prst="rect">
            <a:avLst/>
          </a:prstGeom>
        </p:spPr>
        <p:txBody>
          <a:bodyPr/>
          <a:lstStyle/>
          <a:p>
            <a:pPr marL="0" lvl="2" indent="0" algn="ctr" eaLnBrk="1" hangingPunct="1">
              <a:spcBef>
                <a:spcPts val="0"/>
              </a:spcBef>
              <a:buClr>
                <a:schemeClr val="tx1"/>
              </a:buClr>
              <a:buNone/>
              <a:defRPr/>
            </a:pPr>
            <a:r>
              <a:rPr lang="ru-RU" sz="1800" dirty="0">
                <a:latin typeface="Arial" panose="020B0604020202020204" pitchFamily="34" charset="0"/>
              </a:rPr>
              <a:t>Под  распределенной системой мы понимаем всякую вычислительную систему, в которой несколько компьютеров или процессоров так или иначе вступают во взаимодействие.</a:t>
            </a:r>
          </a:p>
          <a:p>
            <a:pPr marL="0" lvl="2" indent="0" algn="r" eaLnBrk="1" hangingPunct="1">
              <a:spcBef>
                <a:spcPts val="600"/>
              </a:spcBef>
              <a:buClr>
                <a:schemeClr val="tx1"/>
              </a:buClr>
              <a:buNone/>
              <a:defRPr/>
            </a:pPr>
            <a:r>
              <a:rPr lang="ru-RU" sz="1800" dirty="0">
                <a:latin typeface="Arial" panose="020B0604020202020204" pitchFamily="34" charset="0"/>
              </a:rPr>
              <a:t>(</a:t>
            </a:r>
            <a:r>
              <a:rPr lang="ru-RU" sz="1800" dirty="0" err="1">
                <a:latin typeface="Arial" panose="020B0604020202020204" pitchFamily="34" charset="0"/>
              </a:rPr>
              <a:t>Тель</a:t>
            </a:r>
            <a:r>
              <a:rPr lang="ru-RU" sz="1800" dirty="0">
                <a:latin typeface="Arial" panose="020B0604020202020204" pitchFamily="34" charset="0"/>
              </a:rPr>
              <a:t>) </a:t>
            </a:r>
          </a:p>
        </p:txBody>
      </p:sp>
      <p:sp>
        <p:nvSpPr>
          <p:cNvPr id="6" name="Rechteck 39"/>
          <p:cNvSpPr>
            <a:spLocks noChangeArrowheads="1"/>
          </p:cNvSpPr>
          <p:nvPr/>
        </p:nvSpPr>
        <p:spPr bwMode="gray">
          <a:xfrm>
            <a:off x="3215680" y="4077072"/>
            <a:ext cx="8784976" cy="2016224"/>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8" name="Rectangle 3"/>
          <p:cNvSpPr>
            <a:spLocks noGrp="1" noRot="1" noChangeArrowheads="1"/>
          </p:cNvSpPr>
          <p:nvPr>
            <p:ph type="body" sz="half" idx="4294967295"/>
          </p:nvPr>
        </p:nvSpPr>
        <p:spPr>
          <a:xfrm>
            <a:off x="3402882" y="4293320"/>
            <a:ext cx="8410575" cy="1295921"/>
          </a:xfrm>
          <a:prstGeom prst="rect">
            <a:avLst/>
          </a:prstGeom>
        </p:spPr>
        <p:txBody>
          <a:bodyPr/>
          <a:lstStyle/>
          <a:p>
            <a:pPr marL="0" lvl="2" indent="0" algn="ctr" eaLnBrk="1" hangingPunct="1">
              <a:spcBef>
                <a:spcPts val="0"/>
              </a:spcBef>
              <a:buClr>
                <a:schemeClr val="tx1"/>
              </a:buClr>
              <a:buNone/>
              <a:defRPr/>
            </a:pPr>
            <a:r>
              <a:rPr lang="ru-RU" sz="1800" dirty="0">
                <a:latin typeface="Arial" panose="020B0604020202020204" pitchFamily="34" charset="0"/>
              </a:rPr>
              <a:t>Распределенная система  — это понятие, описывающее широкий класс компьютерных систем, от слабо связанных систем, таких как интернет, до сильно связанных систем, таких как локальные сети, и, даже, до очень сильно связанных систем, таких как многопроцессорные системы.</a:t>
            </a:r>
          </a:p>
          <a:p>
            <a:pPr marL="0" lvl="2" indent="0" algn="r" eaLnBrk="1" hangingPunct="1">
              <a:spcBef>
                <a:spcPts val="600"/>
              </a:spcBef>
              <a:buClr>
                <a:schemeClr val="tx1"/>
              </a:buClr>
              <a:buNone/>
              <a:defRPr/>
            </a:pPr>
            <a:r>
              <a:rPr lang="ru-RU" sz="1800" dirty="0">
                <a:latin typeface="Arial" panose="020B0604020202020204" pitchFamily="34" charset="0"/>
              </a:rPr>
              <a:t>(</a:t>
            </a:r>
            <a:r>
              <a:rPr lang="ru-RU" sz="1800" dirty="0" err="1">
                <a:latin typeface="Arial" panose="020B0604020202020204" pitchFamily="34" charset="0"/>
              </a:rPr>
              <a:t>Госцински</a:t>
            </a:r>
            <a:r>
              <a:rPr lang="ru-RU" sz="1800" dirty="0">
                <a:latin typeface="Arial" panose="020B0604020202020204" pitchFamily="34" charset="0"/>
              </a:rPr>
              <a:t>)</a:t>
            </a:r>
          </a:p>
        </p:txBody>
      </p:sp>
    </p:spTree>
    <p:extLst>
      <p:ext uri="{BB962C8B-B14F-4D97-AF65-F5344CB8AC3E}">
        <p14:creationId xmlns:p14="http://schemas.microsoft.com/office/powerpoint/2010/main" val="355650105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7" grpId="0" uiExpand="1" build="p"/>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2" name="Rechteck 39"/>
          <p:cNvSpPr>
            <a:spLocks noChangeArrowheads="1"/>
          </p:cNvSpPr>
          <p:nvPr/>
        </p:nvSpPr>
        <p:spPr bwMode="gray">
          <a:xfrm>
            <a:off x="3215680" y="1844824"/>
            <a:ext cx="8784976" cy="1368152"/>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Определение</a:t>
            </a:r>
          </a:p>
        </p:txBody>
      </p:sp>
      <p:sp>
        <p:nvSpPr>
          <p:cNvPr id="7" name="Rectangle 3"/>
          <p:cNvSpPr>
            <a:spLocks noGrp="1" noRot="1" noChangeArrowheads="1"/>
          </p:cNvSpPr>
          <p:nvPr>
            <p:ph type="body" sz="half" idx="4294967295"/>
          </p:nvPr>
        </p:nvSpPr>
        <p:spPr>
          <a:xfrm>
            <a:off x="3402882" y="2061072"/>
            <a:ext cx="8410575" cy="1727969"/>
          </a:xfrm>
          <a:prstGeom prst="rect">
            <a:avLst/>
          </a:prstGeom>
        </p:spPr>
        <p:txBody>
          <a:bodyPr/>
          <a:lstStyle/>
          <a:p>
            <a:pPr marL="0" lvl="2" indent="0" algn="ctr" eaLnBrk="1" hangingPunct="1">
              <a:spcBef>
                <a:spcPts val="0"/>
              </a:spcBef>
              <a:buClr>
                <a:schemeClr val="tx1"/>
              </a:buClr>
              <a:buNone/>
              <a:defRPr/>
            </a:pPr>
            <a:r>
              <a:rPr lang="ru-RU" sz="1800" dirty="0">
                <a:latin typeface="Arial" panose="020B0604020202020204" pitchFamily="34" charset="0"/>
              </a:rPr>
              <a:t>Распределенная система  — это набор независимых компьютеров, представляющийся их пользователям единой объединенной системой.</a:t>
            </a:r>
          </a:p>
          <a:p>
            <a:pPr marL="0" lvl="2" indent="0" algn="r" eaLnBrk="1" hangingPunct="1">
              <a:spcBef>
                <a:spcPts val="600"/>
              </a:spcBef>
              <a:buClr>
                <a:schemeClr val="tx1"/>
              </a:buClr>
              <a:buNone/>
              <a:defRPr/>
            </a:pPr>
            <a:r>
              <a:rPr lang="ru-RU" sz="1800" dirty="0">
                <a:latin typeface="Arial" panose="020B0604020202020204" pitchFamily="34" charset="0"/>
              </a:rPr>
              <a:t>(</a:t>
            </a:r>
            <a:r>
              <a:rPr lang="ru-RU" sz="1800" dirty="0" err="1">
                <a:latin typeface="Arial" panose="020B0604020202020204" pitchFamily="34" charset="0"/>
              </a:rPr>
              <a:t>Танненбаум</a:t>
            </a:r>
            <a:r>
              <a:rPr lang="ru-RU" sz="1800" dirty="0">
                <a:latin typeface="Arial" panose="020B0604020202020204" pitchFamily="34" charset="0"/>
              </a:rPr>
              <a:t>) </a:t>
            </a:r>
          </a:p>
        </p:txBody>
      </p:sp>
      <p:sp>
        <p:nvSpPr>
          <p:cNvPr id="9" name="Rechteck 39">
            <a:extLst>
              <a:ext uri="{FF2B5EF4-FFF2-40B4-BE49-F238E27FC236}">
                <a16:creationId xmlns:a16="http://schemas.microsoft.com/office/drawing/2014/main" id="{9842D627-CD71-4501-B756-74E4BA39D448}"/>
              </a:ext>
            </a:extLst>
          </p:cNvPr>
          <p:cNvSpPr>
            <a:spLocks noChangeArrowheads="1"/>
          </p:cNvSpPr>
          <p:nvPr/>
        </p:nvSpPr>
        <p:spPr bwMode="gray">
          <a:xfrm>
            <a:off x="3215680" y="3789040"/>
            <a:ext cx="8784976" cy="1584176"/>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10" name="Rectangle 3">
            <a:extLst>
              <a:ext uri="{FF2B5EF4-FFF2-40B4-BE49-F238E27FC236}">
                <a16:creationId xmlns:a16="http://schemas.microsoft.com/office/drawing/2014/main" id="{FF8743F2-A418-4A11-9B5F-D38DB9A7F8A6}"/>
              </a:ext>
            </a:extLst>
          </p:cNvPr>
          <p:cNvSpPr txBox="1">
            <a:spLocks noRot="1" noChangeArrowheads="1"/>
          </p:cNvSpPr>
          <p:nvPr/>
        </p:nvSpPr>
        <p:spPr bwMode="auto">
          <a:xfrm>
            <a:off x="3402882" y="4005288"/>
            <a:ext cx="8410575" cy="129592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pitchFamily="34" charset="0"/>
              <a:buChar char="•"/>
              <a:defRPr kumimoji="1" sz="3200" kern="1200">
                <a:solidFill>
                  <a:schemeClr val="tx1"/>
                </a:solidFill>
                <a:latin typeface="+mn-lt"/>
                <a:ea typeface="Arial" charset="0"/>
                <a:cs typeface="Arial" charset="0"/>
              </a:defRPr>
            </a:lvl1pPr>
            <a:lvl2pPr marL="742950" indent="-285750" algn="l" defTabSz="457200" rtl="0" eaLnBrk="0" fontAlgn="base" hangingPunct="0">
              <a:spcBef>
                <a:spcPct val="20000"/>
              </a:spcBef>
              <a:spcAft>
                <a:spcPct val="0"/>
              </a:spcAft>
              <a:buFont typeface="Arial" pitchFamily="34" charset="0"/>
              <a:buChar char="–"/>
              <a:defRPr kumimoji="1" sz="2800" kern="1200">
                <a:solidFill>
                  <a:schemeClr val="tx1"/>
                </a:solidFill>
                <a:latin typeface="+mn-lt"/>
                <a:ea typeface="Arial" charset="0"/>
                <a:cs typeface="Arial" pitchFamily="34" charset="0"/>
              </a:defRPr>
            </a:lvl2pPr>
            <a:lvl3pPr marL="1143000" indent="-228600" algn="l" defTabSz="457200" rtl="0" eaLnBrk="0" fontAlgn="base" hangingPunct="0">
              <a:spcBef>
                <a:spcPct val="20000"/>
              </a:spcBef>
              <a:spcAft>
                <a:spcPct val="0"/>
              </a:spcAft>
              <a:buFont typeface="Arial" pitchFamily="34" charset="0"/>
              <a:buChar char="•"/>
              <a:defRPr kumimoji="1" sz="2400" kern="1200">
                <a:solidFill>
                  <a:schemeClr val="tx1"/>
                </a:solidFill>
                <a:latin typeface="+mn-lt"/>
                <a:ea typeface="Arial" charset="0"/>
                <a:cs typeface="Arial" pitchFamily="34" charset="0"/>
              </a:defRPr>
            </a:lvl3pPr>
            <a:lvl4pPr marL="1600200" indent="-228600" algn="l" defTabSz="457200" rtl="0" eaLnBrk="0" fontAlgn="base" hangingPunct="0">
              <a:spcBef>
                <a:spcPct val="20000"/>
              </a:spcBef>
              <a:spcAft>
                <a:spcPct val="0"/>
              </a:spcAft>
              <a:buFont typeface="Arial" pitchFamily="34" charset="0"/>
              <a:buChar char="–"/>
              <a:defRPr kumimoji="1" sz="2000" kern="1200">
                <a:solidFill>
                  <a:schemeClr val="tx1"/>
                </a:solidFill>
                <a:latin typeface="+mn-lt"/>
                <a:ea typeface="Arial" charset="0"/>
                <a:cs typeface="Arial" pitchFamily="34" charset="0"/>
              </a:defRPr>
            </a:lvl4pPr>
            <a:lvl5pPr marL="2057400" indent="-228600" algn="l" defTabSz="457200" rtl="0" eaLnBrk="0" fontAlgn="base" hangingPunct="0">
              <a:spcBef>
                <a:spcPct val="20000"/>
              </a:spcBef>
              <a:spcAft>
                <a:spcPct val="0"/>
              </a:spcAft>
              <a:buFont typeface="Arial" pitchFamily="34" charset="0"/>
              <a:buChar char="»"/>
              <a:defRPr kumimoji="1" sz="2000" kern="1200">
                <a:solidFill>
                  <a:schemeClr val="tx1"/>
                </a:solidFill>
                <a:latin typeface="+mn-lt"/>
                <a:ea typeface="Arial" charset="0"/>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2" indent="0" algn="ctr" eaLnBrk="1" hangingPunct="1">
              <a:spcBef>
                <a:spcPts val="0"/>
              </a:spcBef>
              <a:buClr>
                <a:schemeClr val="tx1"/>
              </a:buClr>
              <a:buNone/>
              <a:defRPr/>
            </a:pPr>
            <a:r>
              <a:rPr lang="ru-RU" sz="1800">
                <a:latin typeface="Arial" panose="020B0604020202020204" pitchFamily="34" charset="0"/>
              </a:rPr>
              <a:t>Распределенная система – это система, в которой отказ одной или нескольких функциональных подсистем проходит безболезненно для вашей работы. </a:t>
            </a:r>
          </a:p>
          <a:p>
            <a:pPr marL="0" lvl="2" indent="0" algn="r" eaLnBrk="1" hangingPunct="1">
              <a:spcBef>
                <a:spcPts val="0"/>
              </a:spcBef>
              <a:buClr>
                <a:schemeClr val="tx1"/>
              </a:buClr>
              <a:buNone/>
              <a:defRPr/>
            </a:pPr>
            <a:r>
              <a:rPr lang="ru-RU" sz="1800">
                <a:latin typeface="Arial" panose="020B0604020202020204" pitchFamily="34" charset="0"/>
              </a:rPr>
              <a:t>(Лэмпорт)</a:t>
            </a:r>
            <a:endParaRPr lang="ru-RU" sz="1800" dirty="0">
              <a:latin typeface="Arial" panose="020B0604020202020204" pitchFamily="34" charset="0"/>
            </a:endParaRPr>
          </a:p>
        </p:txBody>
      </p:sp>
    </p:spTree>
    <p:extLst>
      <p:ext uri="{BB962C8B-B14F-4D97-AF65-F5344CB8AC3E}">
        <p14:creationId xmlns:p14="http://schemas.microsoft.com/office/powerpoint/2010/main" val="347154138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2" name="Rechteck 39"/>
          <p:cNvSpPr>
            <a:spLocks noChangeArrowheads="1"/>
          </p:cNvSpPr>
          <p:nvPr/>
        </p:nvSpPr>
        <p:spPr bwMode="gray">
          <a:xfrm>
            <a:off x="3215680" y="1844824"/>
            <a:ext cx="8784976" cy="1872208"/>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Определение</a:t>
            </a:r>
          </a:p>
        </p:txBody>
      </p:sp>
      <p:sp>
        <p:nvSpPr>
          <p:cNvPr id="7" name="Rectangle 3"/>
          <p:cNvSpPr>
            <a:spLocks noGrp="1" noRot="1" noChangeArrowheads="1"/>
          </p:cNvSpPr>
          <p:nvPr>
            <p:ph type="body" sz="half" idx="4294967295"/>
          </p:nvPr>
        </p:nvSpPr>
        <p:spPr>
          <a:xfrm>
            <a:off x="3402882" y="2061072"/>
            <a:ext cx="8410575" cy="1727969"/>
          </a:xfrm>
          <a:prstGeom prst="rect">
            <a:avLst/>
          </a:prstGeom>
        </p:spPr>
        <p:txBody>
          <a:bodyPr/>
          <a:lstStyle/>
          <a:p>
            <a:pPr marL="0" lvl="2" indent="0" algn="ctr" eaLnBrk="1" hangingPunct="1">
              <a:spcBef>
                <a:spcPts val="0"/>
              </a:spcBef>
              <a:buClr>
                <a:schemeClr val="tx1"/>
              </a:buClr>
              <a:buNone/>
              <a:defRPr/>
            </a:pPr>
            <a:r>
              <a:rPr lang="ru-RU" sz="1800" dirty="0">
                <a:latin typeface="Arial" panose="020B0604020202020204" pitchFamily="34" charset="0"/>
              </a:rPr>
              <a:t>Вы понимаете, что пользуетесь распределенной системой, когда поломка компьютера, о существовании которого вы даже не подозревали, приводит к останову всей системы, а для вас – к невозможности выполнить свою работу.</a:t>
            </a:r>
          </a:p>
          <a:p>
            <a:pPr marL="0" lvl="2" indent="0" algn="r" eaLnBrk="1" hangingPunct="1">
              <a:spcBef>
                <a:spcPts val="600"/>
              </a:spcBef>
              <a:buClr>
                <a:schemeClr val="tx1"/>
              </a:buClr>
              <a:buNone/>
              <a:defRPr/>
            </a:pPr>
            <a:r>
              <a:rPr lang="ru-RU" sz="1800" dirty="0">
                <a:latin typeface="Arial" panose="020B0604020202020204" pitchFamily="34" charset="0"/>
              </a:rPr>
              <a:t>(</a:t>
            </a:r>
            <a:r>
              <a:rPr lang="ru-RU" sz="1800" dirty="0" err="1">
                <a:latin typeface="Arial" panose="020B0604020202020204" pitchFamily="34" charset="0"/>
              </a:rPr>
              <a:t>Лэмпорт</a:t>
            </a:r>
            <a:r>
              <a:rPr lang="ru-RU" sz="1800" dirty="0">
                <a:latin typeface="Arial" panose="020B0604020202020204" pitchFamily="34" charset="0"/>
              </a:rPr>
              <a:t>) </a:t>
            </a:r>
          </a:p>
        </p:txBody>
      </p:sp>
      <p:sp>
        <p:nvSpPr>
          <p:cNvPr id="9" name="Rechteck 39">
            <a:extLst>
              <a:ext uri="{FF2B5EF4-FFF2-40B4-BE49-F238E27FC236}">
                <a16:creationId xmlns:a16="http://schemas.microsoft.com/office/drawing/2014/main" id="{7B905C62-090A-46E9-B973-40FC38239435}"/>
              </a:ext>
            </a:extLst>
          </p:cNvPr>
          <p:cNvSpPr>
            <a:spLocks noChangeArrowheads="1"/>
          </p:cNvSpPr>
          <p:nvPr/>
        </p:nvSpPr>
        <p:spPr bwMode="gray">
          <a:xfrm>
            <a:off x="3215680" y="3933056"/>
            <a:ext cx="8784976" cy="2520280"/>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10" name="Rectangle 3">
            <a:extLst>
              <a:ext uri="{FF2B5EF4-FFF2-40B4-BE49-F238E27FC236}">
                <a16:creationId xmlns:a16="http://schemas.microsoft.com/office/drawing/2014/main" id="{3FE3C076-0988-4F39-8C91-D6D0831CBF60}"/>
              </a:ext>
            </a:extLst>
          </p:cNvPr>
          <p:cNvSpPr txBox="1">
            <a:spLocks noRot="1" noChangeArrowheads="1"/>
          </p:cNvSpPr>
          <p:nvPr/>
        </p:nvSpPr>
        <p:spPr bwMode="auto">
          <a:xfrm>
            <a:off x="3402882" y="4149304"/>
            <a:ext cx="8410575" cy="129592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pitchFamily="34" charset="0"/>
              <a:buChar char="•"/>
              <a:defRPr kumimoji="1" sz="3200" kern="1200">
                <a:solidFill>
                  <a:schemeClr val="tx1"/>
                </a:solidFill>
                <a:latin typeface="+mn-lt"/>
                <a:ea typeface="Arial" charset="0"/>
                <a:cs typeface="Arial" charset="0"/>
              </a:defRPr>
            </a:lvl1pPr>
            <a:lvl2pPr marL="742950" indent="-285750" algn="l" defTabSz="457200" rtl="0" eaLnBrk="0" fontAlgn="base" hangingPunct="0">
              <a:spcBef>
                <a:spcPct val="20000"/>
              </a:spcBef>
              <a:spcAft>
                <a:spcPct val="0"/>
              </a:spcAft>
              <a:buFont typeface="Arial" pitchFamily="34" charset="0"/>
              <a:buChar char="–"/>
              <a:defRPr kumimoji="1" sz="2800" kern="1200">
                <a:solidFill>
                  <a:schemeClr val="tx1"/>
                </a:solidFill>
                <a:latin typeface="+mn-lt"/>
                <a:ea typeface="Arial" charset="0"/>
                <a:cs typeface="Arial" pitchFamily="34" charset="0"/>
              </a:defRPr>
            </a:lvl2pPr>
            <a:lvl3pPr marL="1143000" indent="-228600" algn="l" defTabSz="457200" rtl="0" eaLnBrk="0" fontAlgn="base" hangingPunct="0">
              <a:spcBef>
                <a:spcPct val="20000"/>
              </a:spcBef>
              <a:spcAft>
                <a:spcPct val="0"/>
              </a:spcAft>
              <a:buFont typeface="Arial" pitchFamily="34" charset="0"/>
              <a:buChar char="•"/>
              <a:defRPr kumimoji="1" sz="2400" kern="1200">
                <a:solidFill>
                  <a:schemeClr val="tx1"/>
                </a:solidFill>
                <a:latin typeface="+mn-lt"/>
                <a:ea typeface="Arial" charset="0"/>
                <a:cs typeface="Arial" pitchFamily="34" charset="0"/>
              </a:defRPr>
            </a:lvl3pPr>
            <a:lvl4pPr marL="1600200" indent="-228600" algn="l" defTabSz="457200" rtl="0" eaLnBrk="0" fontAlgn="base" hangingPunct="0">
              <a:spcBef>
                <a:spcPct val="20000"/>
              </a:spcBef>
              <a:spcAft>
                <a:spcPct val="0"/>
              </a:spcAft>
              <a:buFont typeface="Arial" pitchFamily="34" charset="0"/>
              <a:buChar char="–"/>
              <a:defRPr kumimoji="1" sz="2000" kern="1200">
                <a:solidFill>
                  <a:schemeClr val="tx1"/>
                </a:solidFill>
                <a:latin typeface="+mn-lt"/>
                <a:ea typeface="Arial" charset="0"/>
                <a:cs typeface="Arial" pitchFamily="34" charset="0"/>
              </a:defRPr>
            </a:lvl4pPr>
            <a:lvl5pPr marL="2057400" indent="-228600" algn="l" defTabSz="457200" rtl="0" eaLnBrk="0" fontAlgn="base" hangingPunct="0">
              <a:spcBef>
                <a:spcPct val="20000"/>
              </a:spcBef>
              <a:spcAft>
                <a:spcPct val="0"/>
              </a:spcAft>
              <a:buFont typeface="Arial" pitchFamily="34" charset="0"/>
              <a:buChar char="»"/>
              <a:defRPr kumimoji="1" sz="2000" kern="1200">
                <a:solidFill>
                  <a:schemeClr val="tx1"/>
                </a:solidFill>
                <a:latin typeface="+mn-lt"/>
                <a:ea typeface="Arial" charset="0"/>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2" indent="0" algn="ctr" eaLnBrk="1" hangingPunct="1">
              <a:spcBef>
                <a:spcPts val="0"/>
              </a:spcBef>
              <a:buClr>
                <a:schemeClr val="tx1"/>
              </a:buClr>
              <a:buNone/>
              <a:defRPr/>
            </a:pPr>
            <a:r>
              <a:rPr lang="ru-RU" sz="1800">
                <a:latin typeface="Arial" panose="020B0604020202020204" pitchFamily="34" charset="0"/>
              </a:rPr>
              <a:t>Распределенная система  — это набор компьютеров, не имеющих общей физической памяти и</a:t>
            </a:r>
            <a:r>
              <a:rPr lang="en-US" sz="1800">
                <a:latin typeface="Arial" panose="020B0604020202020204" pitchFamily="34" charset="0"/>
              </a:rPr>
              <a:t> </a:t>
            </a:r>
            <a:r>
              <a:rPr lang="ru-RU" sz="1800">
                <a:latin typeface="Arial" panose="020B0604020202020204" pitchFamily="34" charset="0"/>
              </a:rPr>
              <a:t>общих физических часов, взаимодействующих путем передачи сообщений через коммуникационную среду, где у каждого компьютера есть своя локальная память и своя собственная операционная система. Однако эти операционные системы функционируют совместно, предоставляя свои службы друг другу для решения общей задачи.</a:t>
            </a:r>
          </a:p>
          <a:p>
            <a:pPr marL="0" lvl="2" indent="0" algn="r" eaLnBrk="1" hangingPunct="1">
              <a:spcBef>
                <a:spcPts val="600"/>
              </a:spcBef>
              <a:buClr>
                <a:schemeClr val="tx1"/>
              </a:buClr>
              <a:buNone/>
              <a:defRPr/>
            </a:pPr>
            <a:r>
              <a:rPr lang="ru-RU" sz="1800">
                <a:latin typeface="Arial" panose="020B0604020202020204" pitchFamily="34" charset="0"/>
              </a:rPr>
              <a:t>(Кшемкальяни)</a:t>
            </a:r>
          </a:p>
          <a:p>
            <a:pPr marL="0" lvl="2" indent="0" algn="r" eaLnBrk="1" hangingPunct="1">
              <a:spcBef>
                <a:spcPts val="600"/>
              </a:spcBef>
              <a:buClr>
                <a:schemeClr val="tx1"/>
              </a:buClr>
              <a:buNone/>
              <a:defRPr/>
            </a:pPr>
            <a:endParaRPr lang="ru-RU" sz="1800" dirty="0">
              <a:latin typeface="Arial" panose="020B0604020202020204" pitchFamily="34" charset="0"/>
            </a:endParaRPr>
          </a:p>
        </p:txBody>
      </p:sp>
    </p:spTree>
    <p:extLst>
      <p:ext uri="{BB962C8B-B14F-4D97-AF65-F5344CB8AC3E}">
        <p14:creationId xmlns:p14="http://schemas.microsoft.com/office/powerpoint/2010/main" val="25949956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_h1"/>
          <p:cNvSpPr>
            <a:spLocks noGrp="1" noChangeArrowheads="1"/>
          </p:cNvSpPr>
          <p:nvPr>
            <p:ph type="title"/>
          </p:nvPr>
        </p:nvSpPr>
        <p:spPr>
          <a:xfrm>
            <a:off x="3366302" y="238125"/>
            <a:ext cx="8496300" cy="617538"/>
          </a:xfrm>
        </p:spPr>
        <p:txBody>
          <a:bodyPr/>
          <a:lstStyle/>
          <a:p>
            <a:pPr eaLnBrk="1" hangingPunct="1"/>
            <a:r>
              <a:rPr kumimoji="0" lang="ru-RU" sz="3600" b="1">
                <a:solidFill>
                  <a:srgbClr val="003794"/>
                </a:solidFill>
                <a:latin typeface="Arial" pitchFamily="34" charset="0"/>
                <a:cs typeface="Arial" pitchFamily="34" charset="0"/>
              </a:rPr>
              <a:t>Классификация компьютерных систем</a:t>
            </a:r>
            <a:endParaRPr kumimoji="0" lang="ru-RU" sz="3600" b="1" noProof="1">
              <a:solidFill>
                <a:srgbClr val="003794"/>
              </a:solidFill>
              <a:latin typeface="Arial" pitchFamily="34" charset="0"/>
              <a:cs typeface="Arial" pitchFamily="34" charset="0"/>
            </a:endParaRPr>
          </a:p>
        </p:txBody>
      </p:sp>
      <p:sp>
        <p:nvSpPr>
          <p:cNvPr id="9" name="Rechteck 39"/>
          <p:cNvSpPr>
            <a:spLocks noChangeArrowheads="1"/>
          </p:cNvSpPr>
          <p:nvPr/>
        </p:nvSpPr>
        <p:spPr bwMode="gray">
          <a:xfrm>
            <a:off x="3379002" y="1982789"/>
            <a:ext cx="8496300" cy="3965575"/>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nSpc>
                <a:spcPct val="130000"/>
              </a:lnSpc>
              <a:spcAft>
                <a:spcPct val="20000"/>
              </a:spcAft>
              <a:defRPr/>
            </a:pPr>
            <a:r>
              <a:rPr lang="ru-RU" sz="2300">
                <a:solidFill>
                  <a:srgbClr val="404040"/>
                </a:solidFill>
                <a:latin typeface="Arial" pitchFamily="34" charset="0"/>
              </a:rPr>
              <a:t>По числу потоков команд и данных</a:t>
            </a:r>
            <a:r>
              <a:rPr lang="ru-RU" sz="2300" noProof="1">
                <a:solidFill>
                  <a:srgbClr val="404040"/>
                </a:solidFill>
                <a:latin typeface="Arial" pitchFamily="34" charset="0"/>
              </a:rPr>
              <a:t>:</a:t>
            </a:r>
          </a:p>
          <a:p>
            <a:pPr>
              <a:lnSpc>
                <a:spcPct val="130000"/>
              </a:lnSpc>
              <a:spcAft>
                <a:spcPct val="20000"/>
              </a:spcAft>
              <a:defRPr/>
            </a:pPr>
            <a:endParaRPr lang="ru-RU" sz="2300" noProof="1">
              <a:solidFill>
                <a:srgbClr val="404040"/>
              </a:solidFill>
              <a:latin typeface="Arial" pitchFamily="34" charset="0"/>
            </a:endParaRPr>
          </a:p>
          <a:p>
            <a:pPr>
              <a:lnSpc>
                <a:spcPct val="130000"/>
              </a:lnSpc>
              <a:spcAft>
                <a:spcPct val="20000"/>
              </a:spcAft>
              <a:defRPr/>
            </a:pPr>
            <a:r>
              <a:rPr lang="en-US" sz="2300" noProof="1">
                <a:solidFill>
                  <a:srgbClr val="404040"/>
                </a:solidFill>
                <a:latin typeface="Arial" pitchFamily="34" charset="0"/>
              </a:rPr>
              <a:t>SISD – Single Instruction Single Data</a:t>
            </a:r>
          </a:p>
          <a:p>
            <a:pPr>
              <a:lnSpc>
                <a:spcPct val="130000"/>
              </a:lnSpc>
              <a:spcAft>
                <a:spcPct val="20000"/>
              </a:spcAft>
              <a:defRPr/>
            </a:pPr>
            <a:r>
              <a:rPr lang="en-US" sz="2300" noProof="1">
                <a:solidFill>
                  <a:srgbClr val="404040"/>
                </a:solidFill>
                <a:latin typeface="Arial" pitchFamily="34" charset="0"/>
              </a:rPr>
              <a:t>SIMD – Single Instruction Multiple Data</a:t>
            </a:r>
          </a:p>
          <a:p>
            <a:pPr>
              <a:lnSpc>
                <a:spcPct val="130000"/>
              </a:lnSpc>
              <a:spcAft>
                <a:spcPct val="20000"/>
              </a:spcAft>
              <a:defRPr/>
            </a:pPr>
            <a:r>
              <a:rPr lang="en-US" sz="2300" noProof="1">
                <a:solidFill>
                  <a:srgbClr val="404040"/>
                </a:solidFill>
                <a:latin typeface="Arial" pitchFamily="34" charset="0"/>
              </a:rPr>
              <a:t>MISD – Multiple Instruction Single Data</a:t>
            </a:r>
          </a:p>
          <a:p>
            <a:pPr>
              <a:lnSpc>
                <a:spcPct val="130000"/>
              </a:lnSpc>
              <a:spcAft>
                <a:spcPct val="20000"/>
              </a:spcAft>
              <a:defRPr/>
            </a:pPr>
            <a:r>
              <a:rPr lang="en-US" sz="2300" noProof="1">
                <a:solidFill>
                  <a:srgbClr val="404040"/>
                </a:solidFill>
                <a:latin typeface="Arial" pitchFamily="34" charset="0"/>
              </a:rPr>
              <a:t>MIMD – Multiple Instruction Multiple Data</a:t>
            </a:r>
          </a:p>
        </p:txBody>
      </p:sp>
      <p:sp>
        <p:nvSpPr>
          <p:cNvPr id="10" name="Rechteck 36"/>
          <p:cNvSpPr>
            <a:spLocks noChangeArrowheads="1"/>
          </p:cNvSpPr>
          <p:nvPr/>
        </p:nvSpPr>
        <p:spPr bwMode="gray">
          <a:xfrm>
            <a:off x="3366302" y="1220788"/>
            <a:ext cx="8496300" cy="546100"/>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200" b="1" dirty="0">
                <a:solidFill>
                  <a:srgbClr val="FFFFFF"/>
                </a:solidFill>
                <a:effectLst>
                  <a:outerShdw blurRad="38100" dist="38100" dir="2700000" algn="tl">
                    <a:srgbClr val="000000"/>
                  </a:outerShdw>
                </a:effectLst>
              </a:rPr>
              <a:t>Таксономия </a:t>
            </a:r>
            <a:r>
              <a:rPr lang="ru-RU" sz="3200" b="1" dirty="0" err="1">
                <a:solidFill>
                  <a:srgbClr val="FFFFFF"/>
                </a:solidFill>
                <a:effectLst>
                  <a:outerShdw blurRad="38100" dist="38100" dir="2700000" algn="tl">
                    <a:srgbClr val="000000"/>
                  </a:outerShdw>
                </a:effectLst>
              </a:rPr>
              <a:t>Флинна</a:t>
            </a:r>
            <a:r>
              <a:rPr lang="ru-RU" sz="3200" b="1" noProof="1">
                <a:solidFill>
                  <a:srgbClr val="FFFFFF"/>
                </a:solidFill>
                <a:effectLst>
                  <a:outerShdw blurRad="38100" dist="38100" dir="2700000" algn="tl">
                    <a:srgbClr val="000000"/>
                  </a:outerShdw>
                </a:effectLst>
              </a:rPr>
              <a:t> (19</a:t>
            </a:r>
            <a:r>
              <a:rPr lang="en-US" sz="3200" b="1" dirty="0">
                <a:solidFill>
                  <a:srgbClr val="FFFFFF"/>
                </a:solidFill>
                <a:effectLst>
                  <a:outerShdw blurRad="38100" dist="38100" dir="2700000" algn="tl">
                    <a:srgbClr val="000000"/>
                  </a:outerShdw>
                </a:effectLst>
              </a:rPr>
              <a:t>6</a:t>
            </a:r>
            <a:r>
              <a:rPr lang="en-US" sz="3200" b="1" noProof="1">
                <a:solidFill>
                  <a:srgbClr val="FFFFFF"/>
                </a:solidFill>
                <a:effectLst>
                  <a:outerShdw blurRad="38100" dist="38100" dir="2700000" algn="tl">
                    <a:srgbClr val="000000"/>
                  </a:outerShdw>
                </a:effectLst>
              </a:rPr>
              <a:t>6)</a:t>
            </a:r>
          </a:p>
        </p:txBody>
      </p:sp>
      <p:pic>
        <p:nvPicPr>
          <p:cNvPr id="32773" name="Рисунок 6" descr="Flynn.jpg"/>
          <p:cNvPicPr>
            <a:picLocks noChangeAspect="1"/>
          </p:cNvPicPr>
          <p:nvPr/>
        </p:nvPicPr>
        <p:blipFill>
          <a:blip r:embed="rId3"/>
          <a:srcRect/>
          <a:stretch>
            <a:fillRect/>
          </a:stretch>
        </p:blipFill>
        <p:spPr bwMode="auto">
          <a:xfrm>
            <a:off x="9659153" y="3190876"/>
            <a:ext cx="2011363" cy="2341563"/>
          </a:xfrm>
          <a:prstGeom prst="rect">
            <a:avLst/>
          </a:prstGeom>
          <a:noFill/>
          <a:ln w="9525">
            <a:noFill/>
            <a:miter lim="800000"/>
            <a:headEnd/>
            <a:tailEnd/>
          </a:ln>
        </p:spPr>
      </p:pic>
    </p:spTree>
    <p:extLst>
      <p:ext uri="{BB962C8B-B14F-4D97-AF65-F5344CB8AC3E}">
        <p14:creationId xmlns:p14="http://schemas.microsoft.com/office/powerpoint/2010/main" val="3761905868"/>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258052" y="1148835"/>
            <a:ext cx="8777288" cy="5078313"/>
          </a:xfrm>
          <a:prstGeom prst="rect">
            <a:avLst/>
          </a:prstGeom>
          <a:gradFill>
            <a:gsLst>
              <a:gs pos="0">
                <a:schemeClr val="bg1"/>
              </a:gs>
              <a:gs pos="50000">
                <a:srgbClr val="D9D9D9"/>
              </a:gs>
            </a:gsLst>
            <a:lin ang="5400000" scaled="0"/>
          </a:gradFill>
          <a:ln w="12700">
            <a:solidFill>
              <a:srgbClr val="C0C0C0"/>
            </a:solidFill>
          </a:ln>
          <a:effectLst>
            <a:outerShdw blurRad="50800" dist="50800" dir="2700000" algn="ctr" rotWithShape="0">
              <a:srgbClr val="808080">
                <a:alpha val="40000"/>
              </a:srgbClr>
            </a:outerShdw>
          </a:effectLst>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ru-RU" dirty="0"/>
          </a:p>
        </p:txBody>
      </p:sp>
      <p:sp>
        <p:nvSpPr>
          <p:cNvPr id="33794" name="Название 1"/>
          <p:cNvSpPr>
            <a:spLocks noGrp="1"/>
          </p:cNvSpPr>
          <p:nvPr>
            <p:ph type="title"/>
          </p:nvPr>
        </p:nvSpPr>
        <p:spPr>
          <a:xfrm>
            <a:off x="3362827" y="238125"/>
            <a:ext cx="8496300" cy="617538"/>
          </a:xfrm>
        </p:spPr>
        <p:txBody>
          <a:bodyPr/>
          <a:lstStyle/>
          <a:p>
            <a:pPr eaLnBrk="1" hangingPunct="1"/>
            <a:r>
              <a:rPr kumimoji="0" lang="ru-RU" sz="3600" b="1">
                <a:solidFill>
                  <a:srgbClr val="003794"/>
                </a:solidFill>
                <a:latin typeface="Arial" pitchFamily="34" charset="0"/>
                <a:cs typeface="Arial" pitchFamily="34" charset="0"/>
              </a:rPr>
              <a:t>Таксономия Флинна</a:t>
            </a:r>
          </a:p>
        </p:txBody>
      </p:sp>
      <p:sp>
        <p:nvSpPr>
          <p:cNvPr id="108547" name="Text Box 3"/>
          <p:cNvSpPr txBox="1">
            <a:spLocks noChangeArrowheads="1"/>
          </p:cNvSpPr>
          <p:nvPr/>
        </p:nvSpPr>
        <p:spPr bwMode="auto">
          <a:xfrm>
            <a:off x="5502777" y="1984376"/>
            <a:ext cx="184150" cy="366713"/>
          </a:xfrm>
          <a:prstGeom prst="rect">
            <a:avLst/>
          </a:prstGeom>
          <a:noFill/>
          <a:ln w="9525">
            <a:noFill/>
            <a:miter lim="800000"/>
            <a:headEnd/>
            <a:tailEnd/>
          </a:ln>
          <a:effectLst/>
        </p:spPr>
        <p:txBody>
          <a:bodyPr wrap="none">
            <a:spAutoFit/>
          </a:bodyPr>
          <a:lstStyle/>
          <a:p>
            <a:pPr>
              <a:defRPr/>
            </a:pPr>
            <a:endParaRPr lang="ru-RU">
              <a:effectLst>
                <a:outerShdw blurRad="38100" dist="38100" dir="2700000" algn="tl">
                  <a:srgbClr val="000000"/>
                </a:outerShdw>
              </a:effectLst>
              <a:latin typeface="Arial" charset="0"/>
            </a:endParaRPr>
          </a:p>
        </p:txBody>
      </p:sp>
      <p:sp>
        <p:nvSpPr>
          <p:cNvPr id="108548" name="Text Box 4"/>
          <p:cNvSpPr txBox="1">
            <a:spLocks noChangeArrowheads="1"/>
          </p:cNvSpPr>
          <p:nvPr/>
        </p:nvSpPr>
        <p:spPr bwMode="auto">
          <a:xfrm>
            <a:off x="7245853" y="1333500"/>
            <a:ext cx="4308475" cy="457200"/>
          </a:xfrm>
          <a:prstGeom prst="rect">
            <a:avLst/>
          </a:prstGeom>
          <a:noFill/>
          <a:ln w="9525">
            <a:noFill/>
            <a:miter lim="800000"/>
            <a:headEnd/>
            <a:tailEnd/>
          </a:ln>
          <a:effectLst/>
        </p:spPr>
        <p:txBody>
          <a:bodyPr>
            <a:spAutoFit/>
          </a:bodyPr>
          <a:lstStyle/>
          <a:p>
            <a:pPr algn="ctr">
              <a:spcBef>
                <a:spcPct val="50000"/>
              </a:spcBef>
              <a:defRPr/>
            </a:pPr>
            <a:r>
              <a:rPr lang="en-US" sz="2400" b="1" dirty="0">
                <a:effectLst>
                  <a:outerShdw blurRad="38100" dist="38100" dir="2700000" algn="tl">
                    <a:srgbClr val="C0C0C0"/>
                  </a:outerShdw>
                </a:effectLst>
                <a:latin typeface="Arial" pitchFamily="34" charset="0"/>
              </a:rPr>
              <a:t> </a:t>
            </a:r>
            <a:r>
              <a:rPr lang="en-US" sz="2400" b="1" dirty="0">
                <a:latin typeface="Arial" pitchFamily="34" charset="0"/>
              </a:rPr>
              <a:t>SISD</a:t>
            </a:r>
            <a:endParaRPr lang="ru-RU" sz="2400" b="1" dirty="0">
              <a:effectLst>
                <a:outerShdw blurRad="38100" dist="38100" dir="2700000" algn="tl">
                  <a:srgbClr val="C0C0C0"/>
                </a:outerShdw>
              </a:effectLst>
              <a:latin typeface="Arial" pitchFamily="34" charset="0"/>
            </a:endParaRPr>
          </a:p>
        </p:txBody>
      </p:sp>
      <p:sp>
        <p:nvSpPr>
          <p:cNvPr id="33797" name="Text Box 5"/>
          <p:cNvSpPr txBox="1">
            <a:spLocks noChangeArrowheads="1"/>
          </p:cNvSpPr>
          <p:nvPr/>
        </p:nvSpPr>
        <p:spPr bwMode="auto">
          <a:xfrm>
            <a:off x="6917240" y="1981200"/>
            <a:ext cx="5118100" cy="2292350"/>
          </a:xfrm>
          <a:prstGeom prst="rect">
            <a:avLst/>
          </a:prstGeom>
          <a:noFill/>
          <a:ln w="9525">
            <a:noFill/>
            <a:miter lim="800000"/>
            <a:headEnd/>
            <a:tailEnd/>
          </a:ln>
        </p:spPr>
        <p:txBody>
          <a:bodyPr>
            <a:spAutoFit/>
          </a:bodyPr>
          <a:lstStyle/>
          <a:p>
            <a:pPr>
              <a:spcBef>
                <a:spcPts val="3000"/>
              </a:spcBef>
            </a:pPr>
            <a:r>
              <a:rPr lang="en-US" sz="2300">
                <a:latin typeface="Arial" pitchFamily="34" charset="0"/>
              </a:rPr>
              <a:t>SISD </a:t>
            </a:r>
            <a:r>
              <a:rPr lang="ru-RU" sz="2300">
                <a:latin typeface="Arial" pitchFamily="34" charset="0"/>
              </a:rPr>
              <a:t>архитектура является классической фон-Неймановской архитектурой для последовательных</a:t>
            </a:r>
            <a:r>
              <a:rPr lang="en-US" sz="2300">
                <a:latin typeface="Arial" pitchFamily="34" charset="0"/>
              </a:rPr>
              <a:t> </a:t>
            </a:r>
            <a:r>
              <a:rPr lang="ru-RU" sz="2300">
                <a:latin typeface="Arial" pitchFamily="34" charset="0"/>
              </a:rPr>
              <a:t>компьютеров</a:t>
            </a:r>
            <a:r>
              <a:rPr lang="en-US" sz="2300">
                <a:latin typeface="Arial" pitchFamily="34" charset="0"/>
              </a:rPr>
              <a:t>.</a:t>
            </a:r>
          </a:p>
          <a:p>
            <a:pPr>
              <a:spcBef>
                <a:spcPts val="600"/>
              </a:spcBef>
            </a:pPr>
            <a:r>
              <a:rPr lang="ru-RU" sz="2300">
                <a:latin typeface="Arial" pitchFamily="34" charset="0"/>
              </a:rPr>
              <a:t>У нас есть единственный исполнитель – </a:t>
            </a:r>
            <a:r>
              <a:rPr lang="en-US" sz="2300">
                <a:latin typeface="Arial" pitchFamily="34" charset="0"/>
              </a:rPr>
              <a:t>processing unit (PU)</a:t>
            </a:r>
          </a:p>
        </p:txBody>
      </p:sp>
      <p:pic>
        <p:nvPicPr>
          <p:cNvPr id="33798" name="Рисунок 7" descr="SISD.bmp"/>
          <p:cNvPicPr>
            <a:picLocks noChangeAspect="1"/>
          </p:cNvPicPr>
          <p:nvPr/>
        </p:nvPicPr>
        <p:blipFill>
          <a:blip r:embed="rId2"/>
          <a:srcRect/>
          <a:stretch>
            <a:fillRect/>
          </a:stretch>
        </p:blipFill>
        <p:spPr bwMode="auto">
          <a:xfrm>
            <a:off x="3375527" y="1749425"/>
            <a:ext cx="3352800" cy="2590800"/>
          </a:xfrm>
          <a:prstGeom prst="rect">
            <a:avLst/>
          </a:prstGeom>
          <a:noFill/>
          <a:ln w="9525">
            <a:noFill/>
            <a:miter lim="800000"/>
            <a:headEnd/>
            <a:tailEnd/>
          </a:ln>
        </p:spPr>
      </p:pic>
      <p:sp>
        <p:nvSpPr>
          <p:cNvPr id="33799" name="Text Box 5"/>
          <p:cNvSpPr txBox="1">
            <a:spLocks noChangeArrowheads="1"/>
          </p:cNvSpPr>
          <p:nvPr/>
        </p:nvSpPr>
        <p:spPr bwMode="auto">
          <a:xfrm>
            <a:off x="3485065" y="4487864"/>
            <a:ext cx="8178800" cy="1628775"/>
          </a:xfrm>
          <a:prstGeom prst="rect">
            <a:avLst/>
          </a:prstGeom>
          <a:noFill/>
          <a:ln w="9525">
            <a:noFill/>
            <a:miter lim="800000"/>
            <a:headEnd/>
            <a:tailEnd/>
          </a:ln>
        </p:spPr>
        <p:txBody>
          <a:bodyPr>
            <a:spAutoFit/>
          </a:bodyPr>
          <a:lstStyle/>
          <a:p>
            <a:pPr>
              <a:spcBef>
                <a:spcPts val="3000"/>
              </a:spcBef>
            </a:pPr>
            <a:r>
              <a:rPr lang="ru-RU" sz="2300">
                <a:latin typeface="Arial" pitchFamily="34" charset="0"/>
              </a:rPr>
              <a:t>Команды выполняются одна за другой из единственного потока команд.</a:t>
            </a:r>
            <a:endParaRPr lang="en-US" sz="2300">
              <a:latin typeface="Arial" pitchFamily="34" charset="0"/>
            </a:endParaRPr>
          </a:p>
          <a:p>
            <a:pPr>
              <a:spcBef>
                <a:spcPts val="600"/>
              </a:spcBef>
            </a:pPr>
            <a:r>
              <a:rPr lang="ru-RU" sz="2300">
                <a:latin typeface="Arial" pitchFamily="34" charset="0"/>
              </a:rPr>
              <a:t>Каждая команда инициирует единственную операцию над данными из единственного потока данных</a:t>
            </a:r>
            <a:r>
              <a:rPr lang="ru-RU" sz="2400">
                <a:latin typeface="Arial" pitchFamily="34" charset="0"/>
              </a:rPr>
              <a:t>. </a:t>
            </a:r>
            <a:endParaRPr lang="en-US" sz="2400">
              <a:latin typeface="Arial" pitchFamily="34" charset="0"/>
            </a:endParaRPr>
          </a:p>
        </p:txBody>
      </p:sp>
    </p:spTree>
    <p:extLst>
      <p:ext uri="{BB962C8B-B14F-4D97-AF65-F5344CB8AC3E}">
        <p14:creationId xmlns:p14="http://schemas.microsoft.com/office/powerpoint/2010/main" val="4128478619"/>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257070" y="1148835"/>
            <a:ext cx="8777288" cy="5078313"/>
          </a:xfrm>
          <a:prstGeom prst="rect">
            <a:avLst/>
          </a:prstGeom>
          <a:gradFill>
            <a:gsLst>
              <a:gs pos="0">
                <a:schemeClr val="bg1"/>
              </a:gs>
              <a:gs pos="50000">
                <a:srgbClr val="D9D9D9"/>
              </a:gs>
            </a:gsLst>
            <a:lin ang="5400000" scaled="0"/>
          </a:gradFill>
          <a:ln w="12700">
            <a:solidFill>
              <a:srgbClr val="C0C0C0"/>
            </a:solidFill>
          </a:ln>
          <a:effectLst>
            <a:outerShdw blurRad="50800" dist="50800" dir="2700000" algn="ctr" rotWithShape="0">
              <a:srgbClr val="808080">
                <a:alpha val="40000"/>
              </a:srgbClr>
            </a:outerShdw>
          </a:effectLst>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ru-RU" dirty="0"/>
          </a:p>
        </p:txBody>
      </p:sp>
      <p:sp>
        <p:nvSpPr>
          <p:cNvPr id="34818" name="Название 1"/>
          <p:cNvSpPr>
            <a:spLocks noGrp="1"/>
          </p:cNvSpPr>
          <p:nvPr>
            <p:ph type="title"/>
          </p:nvPr>
        </p:nvSpPr>
        <p:spPr>
          <a:xfrm>
            <a:off x="3361845" y="238125"/>
            <a:ext cx="8496300" cy="617538"/>
          </a:xfrm>
        </p:spPr>
        <p:txBody>
          <a:bodyPr/>
          <a:lstStyle/>
          <a:p>
            <a:pPr eaLnBrk="1" hangingPunct="1"/>
            <a:r>
              <a:rPr kumimoji="0" lang="ru-RU" sz="3600" b="1">
                <a:solidFill>
                  <a:srgbClr val="003794"/>
                </a:solidFill>
                <a:latin typeface="Arial" pitchFamily="34" charset="0"/>
                <a:cs typeface="Arial" pitchFamily="34" charset="0"/>
              </a:rPr>
              <a:t>Таксономия Флинна</a:t>
            </a:r>
          </a:p>
        </p:txBody>
      </p:sp>
      <p:sp>
        <p:nvSpPr>
          <p:cNvPr id="108547" name="Text Box 3"/>
          <p:cNvSpPr txBox="1">
            <a:spLocks noChangeArrowheads="1"/>
          </p:cNvSpPr>
          <p:nvPr/>
        </p:nvSpPr>
        <p:spPr bwMode="auto">
          <a:xfrm>
            <a:off x="5501795" y="1984376"/>
            <a:ext cx="184150" cy="366713"/>
          </a:xfrm>
          <a:prstGeom prst="rect">
            <a:avLst/>
          </a:prstGeom>
          <a:noFill/>
          <a:ln w="9525">
            <a:noFill/>
            <a:miter lim="800000"/>
            <a:headEnd/>
            <a:tailEnd/>
          </a:ln>
          <a:effectLst/>
        </p:spPr>
        <p:txBody>
          <a:bodyPr wrap="none">
            <a:spAutoFit/>
          </a:bodyPr>
          <a:lstStyle/>
          <a:p>
            <a:pPr>
              <a:defRPr/>
            </a:pPr>
            <a:endParaRPr lang="ru-RU">
              <a:effectLst>
                <a:outerShdw blurRad="38100" dist="38100" dir="2700000" algn="tl">
                  <a:srgbClr val="000000"/>
                </a:outerShdw>
              </a:effectLst>
              <a:latin typeface="Arial" charset="0"/>
            </a:endParaRPr>
          </a:p>
        </p:txBody>
      </p:sp>
      <p:sp>
        <p:nvSpPr>
          <p:cNvPr id="108548" name="Text Box 4"/>
          <p:cNvSpPr txBox="1">
            <a:spLocks noChangeArrowheads="1"/>
          </p:cNvSpPr>
          <p:nvPr/>
        </p:nvSpPr>
        <p:spPr bwMode="auto">
          <a:xfrm>
            <a:off x="7244871" y="1292225"/>
            <a:ext cx="4308475" cy="457200"/>
          </a:xfrm>
          <a:prstGeom prst="rect">
            <a:avLst/>
          </a:prstGeom>
          <a:noFill/>
          <a:ln w="9525">
            <a:noFill/>
            <a:miter lim="800000"/>
            <a:headEnd/>
            <a:tailEnd/>
          </a:ln>
          <a:effectLst/>
        </p:spPr>
        <p:txBody>
          <a:bodyPr>
            <a:spAutoFit/>
          </a:bodyPr>
          <a:lstStyle/>
          <a:p>
            <a:pPr algn="ctr">
              <a:spcBef>
                <a:spcPct val="50000"/>
              </a:spcBef>
              <a:defRPr/>
            </a:pPr>
            <a:r>
              <a:rPr lang="en-US" dirty="0">
                <a:effectLst>
                  <a:outerShdw blurRad="38100" dist="38100" dir="2700000" algn="tl">
                    <a:srgbClr val="C0C0C0"/>
                  </a:outerShdw>
                </a:effectLst>
                <a:latin typeface="Arial" pitchFamily="34" charset="0"/>
              </a:rPr>
              <a:t> </a:t>
            </a:r>
            <a:r>
              <a:rPr lang="en-US" sz="2400" b="1" dirty="0">
                <a:latin typeface="Arial" pitchFamily="34" charset="0"/>
              </a:rPr>
              <a:t>SIMD</a:t>
            </a:r>
            <a:endParaRPr lang="ru-RU" sz="2400" b="1" dirty="0">
              <a:effectLst>
                <a:outerShdw blurRad="38100" dist="38100" dir="2700000" algn="tl">
                  <a:srgbClr val="C0C0C0"/>
                </a:outerShdw>
              </a:effectLst>
              <a:latin typeface="Arial" pitchFamily="34" charset="0"/>
            </a:endParaRPr>
          </a:p>
        </p:txBody>
      </p:sp>
      <p:sp>
        <p:nvSpPr>
          <p:cNvPr id="108549" name="Text Box 5"/>
          <p:cNvSpPr txBox="1">
            <a:spLocks noChangeArrowheads="1"/>
          </p:cNvSpPr>
          <p:nvPr/>
        </p:nvSpPr>
        <p:spPr bwMode="auto">
          <a:xfrm>
            <a:off x="6916259" y="1981201"/>
            <a:ext cx="5265737" cy="1585049"/>
          </a:xfrm>
          <a:prstGeom prst="rect">
            <a:avLst/>
          </a:prstGeom>
          <a:noFill/>
          <a:ln w="9525">
            <a:noFill/>
            <a:miter lim="800000"/>
            <a:headEnd/>
            <a:tailEnd/>
          </a:ln>
          <a:effectLst/>
        </p:spPr>
        <p:txBody>
          <a:bodyPr>
            <a:spAutoFit/>
          </a:bodyPr>
          <a:lstStyle/>
          <a:p>
            <a:pPr>
              <a:spcBef>
                <a:spcPts val="3000"/>
              </a:spcBef>
              <a:defRPr/>
            </a:pPr>
            <a:r>
              <a:rPr lang="en-US" sz="2300" dirty="0">
                <a:latin typeface="Arial" pitchFamily="34" charset="0"/>
              </a:rPr>
              <a:t>SIMD </a:t>
            </a:r>
            <a:r>
              <a:rPr lang="ru-RU" sz="2300" dirty="0">
                <a:latin typeface="Arial" pitchFamily="34" charset="0"/>
              </a:rPr>
              <a:t>архитектура позволяет выполнять векторные или матричные операции</a:t>
            </a:r>
            <a:r>
              <a:rPr lang="en-US" sz="2300" dirty="0">
                <a:latin typeface="Arial" pitchFamily="34" charset="0"/>
              </a:rPr>
              <a:t>.</a:t>
            </a:r>
          </a:p>
          <a:p>
            <a:pPr>
              <a:spcBef>
                <a:spcPts val="600"/>
              </a:spcBef>
              <a:defRPr/>
            </a:pPr>
            <a:r>
              <a:rPr lang="ru-RU" sz="2300" dirty="0">
                <a:latin typeface="Arial" pitchFamily="34" charset="0"/>
              </a:rPr>
              <a:t>У нас есть много исполнителей (</a:t>
            </a:r>
            <a:r>
              <a:rPr lang="en-US" sz="2300" dirty="0">
                <a:latin typeface="Arial" pitchFamily="34" charset="0"/>
              </a:rPr>
              <a:t>PU)</a:t>
            </a:r>
            <a:r>
              <a:rPr lang="en-US" sz="2300" dirty="0">
                <a:effectLst>
                  <a:outerShdw blurRad="38100" dist="38100" dir="2700000" algn="tl">
                    <a:srgbClr val="C0C0C0"/>
                  </a:outerShdw>
                </a:effectLst>
                <a:latin typeface="Arial" pitchFamily="34" charset="0"/>
              </a:rPr>
              <a:t>.</a:t>
            </a:r>
          </a:p>
        </p:txBody>
      </p:sp>
      <p:pic>
        <p:nvPicPr>
          <p:cNvPr id="34822" name="Рисунок 7" descr="SISD.bmp"/>
          <p:cNvPicPr>
            <a:picLocks noChangeAspect="1"/>
          </p:cNvPicPr>
          <p:nvPr/>
        </p:nvPicPr>
        <p:blipFill>
          <a:blip r:embed="rId2"/>
          <a:srcRect/>
          <a:stretch>
            <a:fillRect/>
          </a:stretch>
        </p:blipFill>
        <p:spPr bwMode="auto">
          <a:xfrm>
            <a:off x="3374545" y="1749425"/>
            <a:ext cx="3352800" cy="2590800"/>
          </a:xfrm>
          <a:prstGeom prst="rect">
            <a:avLst/>
          </a:prstGeom>
          <a:noFill/>
          <a:ln w="9525">
            <a:noFill/>
            <a:miter lim="800000"/>
            <a:headEnd/>
            <a:tailEnd/>
          </a:ln>
        </p:spPr>
      </p:pic>
      <p:sp>
        <p:nvSpPr>
          <p:cNvPr id="34823" name="Text Box 5"/>
          <p:cNvSpPr txBox="1">
            <a:spLocks noChangeArrowheads="1"/>
          </p:cNvSpPr>
          <p:nvPr/>
        </p:nvSpPr>
        <p:spPr bwMode="auto">
          <a:xfrm>
            <a:off x="3484083" y="4487864"/>
            <a:ext cx="8178800" cy="1628775"/>
          </a:xfrm>
          <a:prstGeom prst="rect">
            <a:avLst/>
          </a:prstGeom>
          <a:noFill/>
          <a:ln w="9525">
            <a:noFill/>
            <a:miter lim="800000"/>
            <a:headEnd/>
            <a:tailEnd/>
          </a:ln>
        </p:spPr>
        <p:txBody>
          <a:bodyPr>
            <a:spAutoFit/>
          </a:bodyPr>
          <a:lstStyle/>
          <a:p>
            <a:pPr>
              <a:spcBef>
                <a:spcPts val="3000"/>
              </a:spcBef>
            </a:pPr>
            <a:r>
              <a:rPr lang="ru-RU" sz="2300">
                <a:latin typeface="Arial" pitchFamily="34" charset="0"/>
              </a:rPr>
              <a:t>Команды выполняются одна за другой из единственного потока команд.</a:t>
            </a:r>
            <a:endParaRPr lang="en-US" sz="2300">
              <a:latin typeface="Arial" pitchFamily="34" charset="0"/>
            </a:endParaRPr>
          </a:p>
          <a:p>
            <a:pPr>
              <a:spcBef>
                <a:spcPts val="600"/>
              </a:spcBef>
            </a:pPr>
            <a:r>
              <a:rPr lang="ru-RU" sz="2300">
                <a:latin typeface="Arial" pitchFamily="34" charset="0"/>
              </a:rPr>
              <a:t>Каждая команда инициирует множество одинаковых операций над данными из различных потоков данных</a:t>
            </a:r>
            <a:r>
              <a:rPr lang="en-US" sz="2400">
                <a:latin typeface="Arial" pitchFamily="34" charset="0"/>
              </a:rPr>
              <a:t>.</a:t>
            </a:r>
          </a:p>
        </p:txBody>
      </p:sp>
    </p:spTree>
    <p:extLst>
      <p:ext uri="{BB962C8B-B14F-4D97-AF65-F5344CB8AC3E}">
        <p14:creationId xmlns:p14="http://schemas.microsoft.com/office/powerpoint/2010/main" val="896788678"/>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257070" y="1148835"/>
            <a:ext cx="8777288" cy="5078313"/>
          </a:xfrm>
          <a:prstGeom prst="rect">
            <a:avLst/>
          </a:prstGeom>
          <a:gradFill>
            <a:gsLst>
              <a:gs pos="0">
                <a:schemeClr val="bg1"/>
              </a:gs>
              <a:gs pos="50000">
                <a:srgbClr val="D9D9D9"/>
              </a:gs>
            </a:gsLst>
            <a:lin ang="5400000" scaled="0"/>
          </a:gradFill>
          <a:ln w="12700">
            <a:solidFill>
              <a:srgbClr val="C0C0C0"/>
            </a:solidFill>
          </a:ln>
          <a:effectLst>
            <a:outerShdw blurRad="50800" dist="50800" dir="2700000" algn="ctr" rotWithShape="0">
              <a:srgbClr val="808080">
                <a:alpha val="40000"/>
              </a:srgbClr>
            </a:outerShdw>
          </a:effectLst>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ru-RU" dirty="0"/>
          </a:p>
        </p:txBody>
      </p:sp>
      <p:sp>
        <p:nvSpPr>
          <p:cNvPr id="35842" name="Название 1"/>
          <p:cNvSpPr>
            <a:spLocks noGrp="1"/>
          </p:cNvSpPr>
          <p:nvPr>
            <p:ph type="title"/>
          </p:nvPr>
        </p:nvSpPr>
        <p:spPr>
          <a:xfrm>
            <a:off x="3361845" y="238125"/>
            <a:ext cx="8496300" cy="617538"/>
          </a:xfrm>
        </p:spPr>
        <p:txBody>
          <a:bodyPr/>
          <a:lstStyle/>
          <a:p>
            <a:pPr eaLnBrk="1" hangingPunct="1"/>
            <a:r>
              <a:rPr kumimoji="0" lang="ru-RU" sz="3600" b="1">
                <a:solidFill>
                  <a:srgbClr val="003794"/>
                </a:solidFill>
                <a:latin typeface="Arial" pitchFamily="34" charset="0"/>
                <a:cs typeface="Arial" pitchFamily="34" charset="0"/>
              </a:rPr>
              <a:t>Таксономия Флинна</a:t>
            </a:r>
          </a:p>
        </p:txBody>
      </p:sp>
      <p:sp>
        <p:nvSpPr>
          <p:cNvPr id="108547" name="Text Box 3"/>
          <p:cNvSpPr txBox="1">
            <a:spLocks noChangeArrowheads="1"/>
          </p:cNvSpPr>
          <p:nvPr/>
        </p:nvSpPr>
        <p:spPr bwMode="auto">
          <a:xfrm>
            <a:off x="5501795" y="1984376"/>
            <a:ext cx="184150" cy="366713"/>
          </a:xfrm>
          <a:prstGeom prst="rect">
            <a:avLst/>
          </a:prstGeom>
          <a:noFill/>
          <a:ln w="9525">
            <a:noFill/>
            <a:miter lim="800000"/>
            <a:headEnd/>
            <a:tailEnd/>
          </a:ln>
          <a:effectLst/>
        </p:spPr>
        <p:txBody>
          <a:bodyPr wrap="none">
            <a:spAutoFit/>
          </a:bodyPr>
          <a:lstStyle/>
          <a:p>
            <a:pPr>
              <a:defRPr/>
            </a:pPr>
            <a:endParaRPr lang="ru-RU">
              <a:effectLst>
                <a:outerShdw blurRad="38100" dist="38100" dir="2700000" algn="tl">
                  <a:srgbClr val="000000"/>
                </a:outerShdw>
              </a:effectLst>
              <a:latin typeface="Arial" charset="0"/>
            </a:endParaRPr>
          </a:p>
        </p:txBody>
      </p:sp>
      <p:sp>
        <p:nvSpPr>
          <p:cNvPr id="108548" name="Text Box 4"/>
          <p:cNvSpPr txBox="1">
            <a:spLocks noChangeArrowheads="1"/>
          </p:cNvSpPr>
          <p:nvPr/>
        </p:nvSpPr>
        <p:spPr bwMode="auto">
          <a:xfrm>
            <a:off x="7244871" y="1676400"/>
            <a:ext cx="4308475" cy="457200"/>
          </a:xfrm>
          <a:prstGeom prst="rect">
            <a:avLst/>
          </a:prstGeom>
          <a:noFill/>
          <a:ln w="9525">
            <a:noFill/>
            <a:miter lim="800000"/>
            <a:headEnd/>
            <a:tailEnd/>
          </a:ln>
          <a:effectLst/>
        </p:spPr>
        <p:txBody>
          <a:bodyPr>
            <a:spAutoFit/>
          </a:bodyPr>
          <a:lstStyle/>
          <a:p>
            <a:pPr algn="ctr">
              <a:spcBef>
                <a:spcPct val="50000"/>
              </a:spcBef>
              <a:defRPr/>
            </a:pPr>
            <a:r>
              <a:rPr lang="en-US" sz="2400" b="1">
                <a:effectLst>
                  <a:outerShdw blurRad="38100" dist="38100" dir="2700000" algn="tl">
                    <a:srgbClr val="C0C0C0"/>
                  </a:outerShdw>
                </a:effectLst>
                <a:latin typeface="Arial" pitchFamily="34" charset="0"/>
              </a:rPr>
              <a:t> </a:t>
            </a:r>
            <a:r>
              <a:rPr lang="en-US" sz="2400" b="1">
                <a:latin typeface="Arial" pitchFamily="34" charset="0"/>
              </a:rPr>
              <a:t>MISD</a:t>
            </a:r>
            <a:endParaRPr lang="ru-RU" sz="2400" b="1">
              <a:effectLst>
                <a:outerShdw blurRad="38100" dist="38100" dir="2700000" algn="tl">
                  <a:srgbClr val="C0C0C0"/>
                </a:outerShdw>
              </a:effectLst>
              <a:latin typeface="Arial" pitchFamily="34" charset="0"/>
            </a:endParaRPr>
          </a:p>
        </p:txBody>
      </p:sp>
      <p:sp>
        <p:nvSpPr>
          <p:cNvPr id="35845" name="Text Box 5"/>
          <p:cNvSpPr txBox="1">
            <a:spLocks noChangeArrowheads="1"/>
          </p:cNvSpPr>
          <p:nvPr/>
        </p:nvSpPr>
        <p:spPr bwMode="auto">
          <a:xfrm>
            <a:off x="6916259" y="2262188"/>
            <a:ext cx="5265737" cy="1231106"/>
          </a:xfrm>
          <a:prstGeom prst="rect">
            <a:avLst/>
          </a:prstGeom>
          <a:noFill/>
          <a:ln w="9525">
            <a:noFill/>
            <a:miter lim="800000"/>
            <a:headEnd/>
            <a:tailEnd/>
          </a:ln>
        </p:spPr>
        <p:txBody>
          <a:bodyPr>
            <a:spAutoFit/>
          </a:bodyPr>
          <a:lstStyle/>
          <a:p>
            <a:pPr>
              <a:spcBef>
                <a:spcPts val="3000"/>
              </a:spcBef>
            </a:pPr>
            <a:r>
              <a:rPr lang="en-US" sz="2300">
                <a:latin typeface="Arial" pitchFamily="34" charset="0"/>
              </a:rPr>
              <a:t>MISD </a:t>
            </a:r>
            <a:r>
              <a:rPr lang="ru-RU" sz="2300">
                <a:latin typeface="Arial" pitchFamily="34" charset="0"/>
              </a:rPr>
              <a:t>архитектура – это теоретический класс.</a:t>
            </a:r>
            <a:endParaRPr lang="en-US" sz="2300">
              <a:latin typeface="Arial" pitchFamily="34" charset="0"/>
            </a:endParaRPr>
          </a:p>
          <a:p>
            <a:pPr>
              <a:spcBef>
                <a:spcPts val="600"/>
              </a:spcBef>
            </a:pPr>
            <a:r>
              <a:rPr lang="ru-RU" sz="2300">
                <a:latin typeface="Arial" pitchFamily="34" charset="0"/>
              </a:rPr>
              <a:t>В действительности – не существует.</a:t>
            </a:r>
            <a:endParaRPr lang="en-US" sz="2300">
              <a:latin typeface="Arial" pitchFamily="34" charset="0"/>
            </a:endParaRPr>
          </a:p>
        </p:txBody>
      </p:sp>
      <p:pic>
        <p:nvPicPr>
          <p:cNvPr id="35846" name="Рисунок 7" descr="SISD.bmp"/>
          <p:cNvPicPr>
            <a:picLocks noChangeAspect="1"/>
          </p:cNvPicPr>
          <p:nvPr/>
        </p:nvPicPr>
        <p:blipFill>
          <a:blip r:embed="rId2"/>
          <a:srcRect/>
          <a:stretch>
            <a:fillRect/>
          </a:stretch>
        </p:blipFill>
        <p:spPr bwMode="auto">
          <a:xfrm>
            <a:off x="3374545" y="1749425"/>
            <a:ext cx="3352800" cy="2590800"/>
          </a:xfrm>
          <a:prstGeom prst="rect">
            <a:avLst/>
          </a:prstGeom>
          <a:noFill/>
          <a:ln w="9525">
            <a:noFill/>
            <a:miter lim="800000"/>
            <a:headEnd/>
            <a:tailEnd/>
          </a:ln>
        </p:spPr>
      </p:pic>
      <p:sp>
        <p:nvSpPr>
          <p:cNvPr id="35847" name="Text Box 5"/>
          <p:cNvSpPr txBox="1">
            <a:spLocks noChangeArrowheads="1"/>
          </p:cNvSpPr>
          <p:nvPr/>
        </p:nvSpPr>
        <p:spPr bwMode="auto">
          <a:xfrm>
            <a:off x="3484083" y="4487863"/>
            <a:ext cx="8178800" cy="1187450"/>
          </a:xfrm>
          <a:prstGeom prst="rect">
            <a:avLst/>
          </a:prstGeom>
          <a:noFill/>
          <a:ln w="9525">
            <a:noFill/>
            <a:miter lim="800000"/>
            <a:headEnd/>
            <a:tailEnd/>
          </a:ln>
        </p:spPr>
        <p:txBody>
          <a:bodyPr>
            <a:spAutoFit/>
          </a:bodyPr>
          <a:lstStyle/>
          <a:p>
            <a:pPr>
              <a:spcBef>
                <a:spcPts val="3000"/>
              </a:spcBef>
            </a:pPr>
            <a:r>
              <a:rPr lang="ru-RU" sz="2300">
                <a:latin typeface="Arial" pitchFamily="34" charset="0"/>
              </a:rPr>
              <a:t>Различные команды исполняются одновременно из различных потоков команд</a:t>
            </a:r>
            <a:r>
              <a:rPr lang="en-US" sz="2300">
                <a:latin typeface="Arial" pitchFamily="34" charset="0"/>
              </a:rPr>
              <a:t>, </a:t>
            </a:r>
            <a:r>
              <a:rPr lang="ru-RU" sz="2300">
                <a:latin typeface="Arial" pitchFamily="34" charset="0"/>
              </a:rPr>
              <a:t>но все они обрабатывают одни и те же данные из единственного потока данных</a:t>
            </a:r>
            <a:r>
              <a:rPr lang="en-US" sz="2300">
                <a:latin typeface="Arial" pitchFamily="34" charset="0"/>
              </a:rPr>
              <a:t>.</a:t>
            </a:r>
          </a:p>
        </p:txBody>
      </p:sp>
    </p:spTree>
    <p:extLst>
      <p:ext uri="{BB962C8B-B14F-4D97-AF65-F5344CB8AC3E}">
        <p14:creationId xmlns:p14="http://schemas.microsoft.com/office/powerpoint/2010/main" val="3191060996"/>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257070" y="1148835"/>
            <a:ext cx="8777288" cy="5078313"/>
          </a:xfrm>
          <a:prstGeom prst="rect">
            <a:avLst/>
          </a:prstGeom>
          <a:gradFill>
            <a:gsLst>
              <a:gs pos="0">
                <a:schemeClr val="bg1"/>
              </a:gs>
              <a:gs pos="50000">
                <a:srgbClr val="D9D9D9"/>
              </a:gs>
            </a:gsLst>
            <a:lin ang="5400000" scaled="0"/>
          </a:gradFill>
          <a:ln w="12700">
            <a:solidFill>
              <a:srgbClr val="C0C0C0"/>
            </a:solidFill>
          </a:ln>
          <a:effectLst>
            <a:outerShdw blurRad="50800" dist="50800" dir="2700000" algn="ctr" rotWithShape="0">
              <a:srgbClr val="808080">
                <a:alpha val="40000"/>
              </a:srgbClr>
            </a:outerShdw>
          </a:effectLst>
        </p:spPr>
        <p:txBody>
          <a:bodyPr wrap="square" rtlCol="0">
            <a:spAutoFit/>
          </a:bodyPr>
          <a:lstStyle/>
          <a:p>
            <a:endParaRPr lang="en-US" dirty="0">
              <a:latin typeface="Arial" pitchFamily="34" charset="0"/>
            </a:endParaRPr>
          </a:p>
          <a:p>
            <a:endParaRPr lang="en-US" dirty="0">
              <a:latin typeface="Arial" pitchFamily="34" charset="0"/>
            </a:endParaRPr>
          </a:p>
          <a:p>
            <a:endParaRPr lang="en-US" dirty="0">
              <a:latin typeface="Arial" pitchFamily="34" charset="0"/>
            </a:endParaRPr>
          </a:p>
          <a:p>
            <a:endParaRPr lang="en-US" dirty="0">
              <a:latin typeface="Arial" pitchFamily="34" charset="0"/>
            </a:endParaRPr>
          </a:p>
          <a:p>
            <a:endParaRPr lang="en-US" dirty="0">
              <a:latin typeface="Arial" pitchFamily="34" charset="0"/>
            </a:endParaRPr>
          </a:p>
          <a:p>
            <a:endParaRPr lang="en-US" dirty="0">
              <a:latin typeface="Arial" pitchFamily="34" charset="0"/>
            </a:endParaRPr>
          </a:p>
          <a:p>
            <a:endParaRPr lang="en-US" dirty="0">
              <a:latin typeface="Arial" pitchFamily="34" charset="0"/>
            </a:endParaRPr>
          </a:p>
          <a:p>
            <a:endParaRPr lang="en-US" dirty="0">
              <a:latin typeface="Arial" pitchFamily="34" charset="0"/>
            </a:endParaRPr>
          </a:p>
          <a:p>
            <a:endParaRPr lang="en-US" dirty="0">
              <a:latin typeface="Arial" pitchFamily="34" charset="0"/>
            </a:endParaRPr>
          </a:p>
          <a:p>
            <a:endParaRPr lang="en-US" dirty="0">
              <a:latin typeface="Arial" pitchFamily="34" charset="0"/>
            </a:endParaRPr>
          </a:p>
          <a:p>
            <a:endParaRPr lang="en-US" dirty="0">
              <a:latin typeface="Arial" pitchFamily="34" charset="0"/>
            </a:endParaRPr>
          </a:p>
          <a:p>
            <a:endParaRPr lang="en-US" dirty="0">
              <a:latin typeface="Arial" pitchFamily="34" charset="0"/>
            </a:endParaRPr>
          </a:p>
          <a:p>
            <a:endParaRPr lang="en-US" dirty="0">
              <a:latin typeface="Arial" pitchFamily="34" charset="0"/>
            </a:endParaRPr>
          </a:p>
          <a:p>
            <a:endParaRPr lang="en-US" dirty="0">
              <a:latin typeface="Arial" pitchFamily="34" charset="0"/>
            </a:endParaRPr>
          </a:p>
          <a:p>
            <a:endParaRPr lang="en-US" dirty="0">
              <a:latin typeface="Arial" pitchFamily="34" charset="0"/>
            </a:endParaRPr>
          </a:p>
          <a:p>
            <a:endParaRPr lang="en-US" dirty="0">
              <a:latin typeface="Arial" pitchFamily="34" charset="0"/>
            </a:endParaRPr>
          </a:p>
          <a:p>
            <a:endParaRPr lang="en-US" dirty="0">
              <a:latin typeface="Arial" pitchFamily="34" charset="0"/>
            </a:endParaRPr>
          </a:p>
          <a:p>
            <a:endParaRPr lang="ru-RU" dirty="0">
              <a:latin typeface="Arial" pitchFamily="34" charset="0"/>
            </a:endParaRPr>
          </a:p>
        </p:txBody>
      </p:sp>
      <p:sp>
        <p:nvSpPr>
          <p:cNvPr id="36866" name="Название 1"/>
          <p:cNvSpPr>
            <a:spLocks noGrp="1"/>
          </p:cNvSpPr>
          <p:nvPr>
            <p:ph type="title"/>
          </p:nvPr>
        </p:nvSpPr>
        <p:spPr>
          <a:xfrm>
            <a:off x="3361845" y="238125"/>
            <a:ext cx="8496300" cy="617538"/>
          </a:xfrm>
        </p:spPr>
        <p:txBody>
          <a:bodyPr/>
          <a:lstStyle/>
          <a:p>
            <a:pPr eaLnBrk="1" hangingPunct="1"/>
            <a:r>
              <a:rPr kumimoji="0" lang="ru-RU" sz="3600" b="1">
                <a:solidFill>
                  <a:srgbClr val="003794"/>
                </a:solidFill>
                <a:latin typeface="Arial" pitchFamily="34" charset="0"/>
                <a:cs typeface="Arial" pitchFamily="34" charset="0"/>
              </a:rPr>
              <a:t>Таксономия Флинна</a:t>
            </a:r>
          </a:p>
        </p:txBody>
      </p:sp>
      <p:sp>
        <p:nvSpPr>
          <p:cNvPr id="108547" name="Text Box 3"/>
          <p:cNvSpPr txBox="1">
            <a:spLocks noChangeArrowheads="1"/>
          </p:cNvSpPr>
          <p:nvPr/>
        </p:nvSpPr>
        <p:spPr bwMode="auto">
          <a:xfrm>
            <a:off x="5501795" y="1984376"/>
            <a:ext cx="184150" cy="366713"/>
          </a:xfrm>
          <a:prstGeom prst="rect">
            <a:avLst/>
          </a:prstGeom>
          <a:noFill/>
          <a:ln w="9525">
            <a:noFill/>
            <a:miter lim="800000"/>
            <a:headEnd/>
            <a:tailEnd/>
          </a:ln>
          <a:effectLst/>
        </p:spPr>
        <p:txBody>
          <a:bodyPr wrap="none">
            <a:spAutoFit/>
          </a:bodyPr>
          <a:lstStyle/>
          <a:p>
            <a:pPr>
              <a:defRPr/>
            </a:pPr>
            <a:endParaRPr lang="ru-RU">
              <a:effectLst>
                <a:outerShdw blurRad="38100" dist="38100" dir="2700000" algn="tl">
                  <a:srgbClr val="000000"/>
                </a:outerShdw>
              </a:effectLst>
              <a:latin typeface="Arial" pitchFamily="34" charset="0"/>
            </a:endParaRPr>
          </a:p>
        </p:txBody>
      </p:sp>
      <p:sp>
        <p:nvSpPr>
          <p:cNvPr id="108548" name="Text Box 4"/>
          <p:cNvSpPr txBox="1">
            <a:spLocks noChangeArrowheads="1"/>
          </p:cNvSpPr>
          <p:nvPr/>
        </p:nvSpPr>
        <p:spPr bwMode="auto">
          <a:xfrm>
            <a:off x="7244871" y="1219200"/>
            <a:ext cx="4308475" cy="457200"/>
          </a:xfrm>
          <a:prstGeom prst="rect">
            <a:avLst/>
          </a:prstGeom>
          <a:noFill/>
          <a:ln w="9525">
            <a:noFill/>
            <a:miter lim="800000"/>
            <a:headEnd/>
            <a:tailEnd/>
          </a:ln>
          <a:effectLst/>
        </p:spPr>
        <p:txBody>
          <a:bodyPr>
            <a:spAutoFit/>
          </a:bodyPr>
          <a:lstStyle/>
          <a:p>
            <a:pPr algn="ctr">
              <a:spcBef>
                <a:spcPct val="50000"/>
              </a:spcBef>
              <a:defRPr/>
            </a:pPr>
            <a:r>
              <a:rPr lang="en-US" dirty="0">
                <a:effectLst>
                  <a:outerShdw blurRad="38100" dist="38100" dir="2700000" algn="tl">
                    <a:srgbClr val="C0C0C0"/>
                  </a:outerShdw>
                </a:effectLst>
                <a:latin typeface="Arial" pitchFamily="34" charset="0"/>
              </a:rPr>
              <a:t> </a:t>
            </a:r>
            <a:r>
              <a:rPr lang="en-US" sz="2400" b="1" dirty="0">
                <a:latin typeface="Arial" pitchFamily="34" charset="0"/>
              </a:rPr>
              <a:t>MIMD</a:t>
            </a:r>
            <a:endParaRPr lang="ru-RU" sz="2400" b="1" dirty="0">
              <a:effectLst>
                <a:outerShdw blurRad="38100" dist="38100" dir="2700000" algn="tl">
                  <a:srgbClr val="C0C0C0"/>
                </a:outerShdw>
              </a:effectLst>
              <a:latin typeface="Arial" pitchFamily="34" charset="0"/>
            </a:endParaRPr>
          </a:p>
        </p:txBody>
      </p:sp>
      <p:sp>
        <p:nvSpPr>
          <p:cNvPr id="108549" name="Text Box 5"/>
          <p:cNvSpPr txBox="1">
            <a:spLocks noChangeArrowheads="1"/>
          </p:cNvSpPr>
          <p:nvPr/>
        </p:nvSpPr>
        <p:spPr bwMode="auto">
          <a:xfrm>
            <a:off x="6916259" y="1749425"/>
            <a:ext cx="5265737" cy="1938992"/>
          </a:xfrm>
          <a:prstGeom prst="rect">
            <a:avLst/>
          </a:prstGeom>
          <a:noFill/>
          <a:ln w="9525">
            <a:noFill/>
            <a:miter lim="800000"/>
            <a:headEnd/>
            <a:tailEnd/>
          </a:ln>
          <a:effectLst/>
        </p:spPr>
        <p:txBody>
          <a:bodyPr>
            <a:spAutoFit/>
          </a:bodyPr>
          <a:lstStyle/>
          <a:p>
            <a:pPr>
              <a:spcBef>
                <a:spcPts val="600"/>
              </a:spcBef>
              <a:defRPr/>
            </a:pPr>
            <a:r>
              <a:rPr lang="ru-RU" sz="2300" dirty="0">
                <a:latin typeface="Arial" pitchFamily="34" charset="0"/>
              </a:rPr>
              <a:t>У нас много исполнителей (</a:t>
            </a:r>
            <a:r>
              <a:rPr lang="en-US" sz="2300" dirty="0">
                <a:latin typeface="Arial" pitchFamily="34" charset="0"/>
              </a:rPr>
              <a:t>PU</a:t>
            </a:r>
            <a:r>
              <a:rPr lang="ru-RU" sz="2300" dirty="0">
                <a:latin typeface="Arial" pitchFamily="34" charset="0"/>
              </a:rPr>
              <a:t>)</a:t>
            </a:r>
            <a:r>
              <a:rPr lang="en-US" sz="2300" dirty="0">
                <a:latin typeface="Arial" pitchFamily="34" charset="0"/>
              </a:rPr>
              <a:t>.</a:t>
            </a:r>
          </a:p>
          <a:p>
            <a:pPr>
              <a:spcBef>
                <a:spcPts val="600"/>
              </a:spcBef>
              <a:defRPr/>
            </a:pPr>
            <a:r>
              <a:rPr lang="ru-RU" sz="2300" dirty="0">
                <a:latin typeface="Arial" pitchFamily="34" charset="0"/>
              </a:rPr>
              <a:t>Каждый</a:t>
            </a:r>
            <a:r>
              <a:rPr lang="en-US" sz="2300" dirty="0">
                <a:latin typeface="Arial" pitchFamily="34" charset="0"/>
              </a:rPr>
              <a:t> PU </a:t>
            </a:r>
            <a:r>
              <a:rPr lang="ru-RU" sz="2300" dirty="0">
                <a:latin typeface="Arial" pitchFamily="34" charset="0"/>
              </a:rPr>
              <a:t>выполняет собственные команды из собственного потока команд для обработки данных из собственного потока данных</a:t>
            </a:r>
            <a:r>
              <a:rPr lang="en-US" sz="2300" dirty="0">
                <a:effectLst>
                  <a:outerShdw blurRad="38100" dist="38100" dir="2700000" algn="tl">
                    <a:srgbClr val="C0C0C0"/>
                  </a:outerShdw>
                </a:effectLst>
                <a:latin typeface="Arial" pitchFamily="34" charset="0"/>
              </a:rPr>
              <a:t>.</a:t>
            </a:r>
          </a:p>
        </p:txBody>
      </p:sp>
      <p:pic>
        <p:nvPicPr>
          <p:cNvPr id="36870" name="Рисунок 7" descr="SISD.bmp"/>
          <p:cNvPicPr>
            <a:picLocks noChangeAspect="1"/>
          </p:cNvPicPr>
          <p:nvPr/>
        </p:nvPicPr>
        <p:blipFill>
          <a:blip r:embed="rId2"/>
          <a:srcRect/>
          <a:stretch>
            <a:fillRect/>
          </a:stretch>
        </p:blipFill>
        <p:spPr bwMode="auto">
          <a:xfrm>
            <a:off x="3374545" y="1749425"/>
            <a:ext cx="3352800" cy="2590800"/>
          </a:xfrm>
          <a:prstGeom prst="rect">
            <a:avLst/>
          </a:prstGeom>
          <a:noFill/>
          <a:ln w="9525">
            <a:noFill/>
            <a:miter lim="800000"/>
            <a:headEnd/>
            <a:tailEnd/>
          </a:ln>
        </p:spPr>
      </p:pic>
      <p:sp>
        <p:nvSpPr>
          <p:cNvPr id="36871" name="Text Box 5"/>
          <p:cNvSpPr txBox="1">
            <a:spLocks noChangeArrowheads="1"/>
          </p:cNvSpPr>
          <p:nvPr/>
        </p:nvSpPr>
        <p:spPr bwMode="auto">
          <a:xfrm>
            <a:off x="3484083" y="4487864"/>
            <a:ext cx="8178800" cy="1781175"/>
          </a:xfrm>
          <a:prstGeom prst="rect">
            <a:avLst/>
          </a:prstGeom>
          <a:noFill/>
          <a:ln w="9525">
            <a:noFill/>
            <a:miter lim="800000"/>
            <a:headEnd/>
            <a:tailEnd/>
          </a:ln>
        </p:spPr>
        <p:txBody>
          <a:bodyPr>
            <a:spAutoFit/>
          </a:bodyPr>
          <a:lstStyle/>
          <a:p>
            <a:pPr>
              <a:spcBef>
                <a:spcPts val="3000"/>
              </a:spcBef>
            </a:pPr>
            <a:r>
              <a:rPr lang="en-US" sz="2300" dirty="0">
                <a:latin typeface="Arial" pitchFamily="34" charset="0"/>
              </a:rPr>
              <a:t>MIMD </a:t>
            </a:r>
            <a:r>
              <a:rPr lang="ru-RU" sz="2300" dirty="0">
                <a:latin typeface="Arial" pitchFamily="34" charset="0"/>
              </a:rPr>
              <a:t>класс слишком широк</a:t>
            </a:r>
            <a:r>
              <a:rPr lang="en-US" sz="2300" dirty="0">
                <a:latin typeface="Arial" pitchFamily="34" charset="0"/>
              </a:rPr>
              <a:t>.</a:t>
            </a:r>
          </a:p>
          <a:p>
            <a:pPr>
              <a:spcBef>
                <a:spcPts val="600"/>
              </a:spcBef>
            </a:pPr>
            <a:r>
              <a:rPr lang="ru-RU" sz="2300" dirty="0">
                <a:latin typeface="Arial" pitchFamily="34" charset="0"/>
              </a:rPr>
              <a:t>Обычно его делят на два подкласса</a:t>
            </a:r>
            <a:r>
              <a:rPr lang="en-US" sz="2300" dirty="0">
                <a:latin typeface="Arial" pitchFamily="34" charset="0"/>
              </a:rPr>
              <a:t>:</a:t>
            </a:r>
          </a:p>
          <a:p>
            <a:pPr>
              <a:spcBef>
                <a:spcPts val="600"/>
              </a:spcBef>
            </a:pPr>
            <a:r>
              <a:rPr lang="en-US" sz="2300" dirty="0">
                <a:latin typeface="Arial" pitchFamily="34" charset="0"/>
              </a:rPr>
              <a:t>	MIMD </a:t>
            </a:r>
            <a:r>
              <a:rPr lang="ru-RU" sz="2300" dirty="0">
                <a:latin typeface="Arial" pitchFamily="34" charset="0"/>
              </a:rPr>
              <a:t>компьютеры с общей памятью и</a:t>
            </a:r>
            <a:endParaRPr lang="en-US" sz="2300" dirty="0">
              <a:latin typeface="Arial" pitchFamily="34" charset="0"/>
            </a:endParaRPr>
          </a:p>
          <a:p>
            <a:pPr>
              <a:spcBef>
                <a:spcPts val="600"/>
              </a:spcBef>
            </a:pPr>
            <a:r>
              <a:rPr lang="en-US" sz="2300" dirty="0">
                <a:latin typeface="Arial" pitchFamily="34" charset="0"/>
              </a:rPr>
              <a:t>	MIMD </a:t>
            </a:r>
            <a:r>
              <a:rPr lang="ru-RU" sz="2300" dirty="0">
                <a:latin typeface="Arial" pitchFamily="34" charset="0"/>
              </a:rPr>
              <a:t>компьютеры с распределенной памятью</a:t>
            </a:r>
            <a:r>
              <a:rPr lang="ru-RU" sz="2400" dirty="0">
                <a:latin typeface="Arial" pitchFamily="34" charset="0"/>
              </a:rPr>
              <a:t>.</a:t>
            </a:r>
            <a:endParaRPr lang="en-US" sz="2400" dirty="0">
              <a:latin typeface="Arial" pitchFamily="34" charset="0"/>
            </a:endParaRPr>
          </a:p>
        </p:txBody>
      </p:sp>
    </p:spTree>
    <p:extLst>
      <p:ext uri="{BB962C8B-B14F-4D97-AF65-F5344CB8AC3E}">
        <p14:creationId xmlns:p14="http://schemas.microsoft.com/office/powerpoint/2010/main" val="4078630415"/>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Архитектура</a:t>
            </a:r>
          </a:p>
        </p:txBody>
      </p:sp>
      <p:sp>
        <p:nvSpPr>
          <p:cNvPr id="6" name="Rechteck 39"/>
          <p:cNvSpPr>
            <a:spLocks noChangeArrowheads="1"/>
          </p:cNvSpPr>
          <p:nvPr/>
        </p:nvSpPr>
        <p:spPr bwMode="gray">
          <a:xfrm>
            <a:off x="3215680" y="1700808"/>
            <a:ext cx="8784976" cy="4896544"/>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pic>
        <p:nvPicPr>
          <p:cNvPr id="3" name="Рисунок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9816" y="1700809"/>
            <a:ext cx="6552728" cy="4618113"/>
          </a:xfrm>
          <a:prstGeom prst="rect">
            <a:avLst/>
          </a:prstGeom>
        </p:spPr>
      </p:pic>
    </p:spTree>
    <p:extLst>
      <p:ext uri="{BB962C8B-B14F-4D97-AF65-F5344CB8AC3E}">
        <p14:creationId xmlns:p14="http://schemas.microsoft.com/office/powerpoint/2010/main" val="4271697388"/>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Мультипроцессоры</a:t>
            </a:r>
          </a:p>
        </p:txBody>
      </p:sp>
      <p:sp>
        <p:nvSpPr>
          <p:cNvPr id="6" name="Rechteck 39"/>
          <p:cNvSpPr>
            <a:spLocks noChangeArrowheads="1"/>
          </p:cNvSpPr>
          <p:nvPr/>
        </p:nvSpPr>
        <p:spPr bwMode="gray">
          <a:xfrm>
            <a:off x="3215680" y="1700808"/>
            <a:ext cx="8784976" cy="4896544"/>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7810" y="2132856"/>
            <a:ext cx="6552727" cy="1228896"/>
          </a:xfrm>
          <a:prstGeom prst="rect">
            <a:avLst/>
          </a:prstGeom>
        </p:spPr>
      </p:pic>
      <p:sp>
        <p:nvSpPr>
          <p:cNvPr id="4" name="TextBox 3"/>
          <p:cNvSpPr txBox="1"/>
          <p:nvPr/>
        </p:nvSpPr>
        <p:spPr>
          <a:xfrm>
            <a:off x="4079776" y="1763524"/>
            <a:ext cx="2808312" cy="369332"/>
          </a:xfrm>
          <a:prstGeom prst="rect">
            <a:avLst/>
          </a:prstGeom>
          <a:noFill/>
        </p:spPr>
        <p:txBody>
          <a:bodyPr wrap="square" rtlCol="0">
            <a:spAutoFit/>
          </a:bodyPr>
          <a:lstStyle/>
          <a:p>
            <a:r>
              <a:rPr lang="ru-RU" dirty="0">
                <a:latin typeface="Arial" panose="020B0604020202020204" pitchFamily="34" charset="0"/>
                <a:cs typeface="Arial" panose="020B0604020202020204" pitchFamily="34" charset="0"/>
              </a:rPr>
              <a:t>С шинной архитектурой</a:t>
            </a:r>
          </a:p>
        </p:txBody>
      </p:sp>
      <p:sp>
        <p:nvSpPr>
          <p:cNvPr id="8" name="TextBox 7"/>
          <p:cNvSpPr txBox="1"/>
          <p:nvPr/>
        </p:nvSpPr>
        <p:spPr>
          <a:xfrm>
            <a:off x="4079776" y="3347700"/>
            <a:ext cx="2808312" cy="369332"/>
          </a:xfrm>
          <a:prstGeom prst="rect">
            <a:avLst/>
          </a:prstGeom>
          <a:noFill/>
        </p:spPr>
        <p:txBody>
          <a:bodyPr wrap="square" rtlCol="0">
            <a:spAutoFit/>
          </a:bodyPr>
          <a:lstStyle/>
          <a:p>
            <a:r>
              <a:rPr lang="ru-RU" dirty="0">
                <a:latin typeface="Arial" panose="020B0604020202020204" pitchFamily="34" charset="0"/>
                <a:cs typeface="Arial" panose="020B0604020202020204" pitchFamily="34" charset="0"/>
              </a:rPr>
              <a:t>Коммутируемые</a:t>
            </a:r>
          </a:p>
        </p:txBody>
      </p:sp>
      <p:pic>
        <p:nvPicPr>
          <p:cNvPr id="5" name="Рисунок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6834" y="3717032"/>
            <a:ext cx="5477639" cy="2314898"/>
          </a:xfrm>
          <a:prstGeom prst="rect">
            <a:avLst/>
          </a:prstGeom>
        </p:spPr>
      </p:pic>
      <p:sp>
        <p:nvSpPr>
          <p:cNvPr id="7" name="TextBox 6"/>
          <p:cNvSpPr txBox="1"/>
          <p:nvPr/>
        </p:nvSpPr>
        <p:spPr>
          <a:xfrm>
            <a:off x="4295800" y="6093296"/>
            <a:ext cx="6768752" cy="400110"/>
          </a:xfrm>
          <a:prstGeom prst="rect">
            <a:avLst/>
          </a:prstGeom>
          <a:noFill/>
        </p:spPr>
        <p:txBody>
          <a:bodyPr wrap="square" rtlCol="0">
            <a:spAutoFit/>
          </a:bodyPr>
          <a:lstStyle/>
          <a:p>
            <a:r>
              <a:rPr lang="ru-RU" sz="2000" dirty="0">
                <a:latin typeface="Arial" panose="020B0604020202020204" pitchFamily="34" charset="0"/>
                <a:cs typeface="Arial" panose="020B0604020202020204" pitchFamily="34" charset="0"/>
              </a:rPr>
              <a:t>Не являются распределенными системами</a:t>
            </a:r>
          </a:p>
        </p:txBody>
      </p:sp>
    </p:spTree>
    <p:extLst>
      <p:ext uri="{BB962C8B-B14F-4D97-AF65-F5344CB8AC3E}">
        <p14:creationId xmlns:p14="http://schemas.microsoft.com/office/powerpoint/2010/main" val="269387946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p:bldP spid="8"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Мультикомпьютеры</a:t>
            </a:r>
          </a:p>
        </p:txBody>
      </p:sp>
      <p:sp>
        <p:nvSpPr>
          <p:cNvPr id="6" name="Rechteck 39"/>
          <p:cNvSpPr>
            <a:spLocks noChangeArrowheads="1"/>
          </p:cNvSpPr>
          <p:nvPr/>
        </p:nvSpPr>
        <p:spPr bwMode="gray">
          <a:xfrm>
            <a:off x="3215680" y="1700808"/>
            <a:ext cx="8784976" cy="4896544"/>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4" name="TextBox 3"/>
          <p:cNvSpPr txBox="1"/>
          <p:nvPr/>
        </p:nvSpPr>
        <p:spPr>
          <a:xfrm>
            <a:off x="4079776" y="1763524"/>
            <a:ext cx="2808312" cy="369332"/>
          </a:xfrm>
          <a:prstGeom prst="rect">
            <a:avLst/>
          </a:prstGeom>
          <a:noFill/>
        </p:spPr>
        <p:txBody>
          <a:bodyPr wrap="square" rtlCol="0">
            <a:spAutoFit/>
          </a:bodyPr>
          <a:lstStyle/>
          <a:p>
            <a:r>
              <a:rPr lang="ru-RU" dirty="0">
                <a:latin typeface="Arial" panose="020B0604020202020204" pitchFamily="34" charset="0"/>
                <a:cs typeface="Arial" panose="020B0604020202020204" pitchFamily="34" charset="0"/>
              </a:rPr>
              <a:t>Гомогенные</a:t>
            </a:r>
          </a:p>
        </p:txBody>
      </p:sp>
      <p:sp>
        <p:nvSpPr>
          <p:cNvPr id="8" name="TextBox 7"/>
          <p:cNvSpPr txBox="1"/>
          <p:nvPr/>
        </p:nvSpPr>
        <p:spPr>
          <a:xfrm>
            <a:off x="4079776" y="4859868"/>
            <a:ext cx="2808312" cy="369332"/>
          </a:xfrm>
          <a:prstGeom prst="rect">
            <a:avLst/>
          </a:prstGeom>
          <a:noFill/>
        </p:spPr>
        <p:txBody>
          <a:bodyPr wrap="square" rtlCol="0">
            <a:spAutoFit/>
          </a:bodyPr>
          <a:lstStyle/>
          <a:p>
            <a:r>
              <a:rPr lang="ru-RU" dirty="0">
                <a:latin typeface="Arial" panose="020B0604020202020204" pitchFamily="34" charset="0"/>
                <a:cs typeface="Arial" panose="020B0604020202020204" pitchFamily="34" charset="0"/>
              </a:rPr>
              <a:t>Гетерогенные</a:t>
            </a:r>
          </a:p>
        </p:txBody>
      </p:sp>
      <p:sp>
        <p:nvSpPr>
          <p:cNvPr id="7" name="TextBox 6"/>
          <p:cNvSpPr txBox="1"/>
          <p:nvPr/>
        </p:nvSpPr>
        <p:spPr>
          <a:xfrm>
            <a:off x="4295800" y="5733256"/>
            <a:ext cx="6768752" cy="400110"/>
          </a:xfrm>
          <a:prstGeom prst="rect">
            <a:avLst/>
          </a:prstGeom>
          <a:noFill/>
        </p:spPr>
        <p:txBody>
          <a:bodyPr wrap="square" rtlCol="0">
            <a:spAutoFit/>
          </a:bodyPr>
          <a:lstStyle/>
          <a:p>
            <a:r>
              <a:rPr lang="ru-RU" sz="2000" dirty="0">
                <a:latin typeface="Arial" panose="020B0604020202020204" pitchFamily="34" charset="0"/>
                <a:cs typeface="Arial" panose="020B0604020202020204" pitchFamily="34" charset="0"/>
              </a:rPr>
              <a:t>Могут являться распределенными системами</a:t>
            </a:r>
          </a:p>
        </p:txBody>
      </p:sp>
      <p:pic>
        <p:nvPicPr>
          <p:cNvPr id="3" name="Рисунок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1804" y="2276872"/>
            <a:ext cx="6552728" cy="2376264"/>
          </a:xfrm>
          <a:prstGeom prst="rect">
            <a:avLst/>
          </a:prstGeom>
        </p:spPr>
      </p:pic>
    </p:spTree>
    <p:extLst>
      <p:ext uri="{BB962C8B-B14F-4D97-AF65-F5344CB8AC3E}">
        <p14:creationId xmlns:p14="http://schemas.microsoft.com/office/powerpoint/2010/main" val="253560182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2" name="Rechteck 39"/>
          <p:cNvSpPr>
            <a:spLocks noChangeArrowheads="1"/>
          </p:cNvSpPr>
          <p:nvPr/>
        </p:nvSpPr>
        <p:spPr bwMode="gray">
          <a:xfrm>
            <a:off x="3215680" y="1844824"/>
            <a:ext cx="8784976" cy="4608512"/>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Требования</a:t>
            </a:r>
          </a:p>
        </p:txBody>
      </p:sp>
      <p:sp>
        <p:nvSpPr>
          <p:cNvPr id="7" name="Rectangle 3"/>
          <p:cNvSpPr>
            <a:spLocks noGrp="1" noRot="1" noChangeArrowheads="1"/>
          </p:cNvSpPr>
          <p:nvPr>
            <p:ph type="body" sz="half" idx="4294967295"/>
          </p:nvPr>
        </p:nvSpPr>
        <p:spPr>
          <a:xfrm>
            <a:off x="3402882" y="2061072"/>
            <a:ext cx="8410575" cy="3096121"/>
          </a:xfrm>
          <a:prstGeom prst="rect">
            <a:avLst/>
          </a:prstGeom>
        </p:spPr>
        <p:txBody>
          <a:bodyPr/>
          <a:lstStyle/>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Прозрачность (</a:t>
            </a:r>
            <a:r>
              <a:rPr lang="en-US" sz="1800" dirty="0">
                <a:latin typeface="Arial" panose="020B0604020202020204" pitchFamily="34" charset="0"/>
              </a:rPr>
              <a:t>Transparency):</a:t>
            </a:r>
          </a:p>
          <a:p>
            <a:pPr marL="0" lvl="2" indent="0" eaLnBrk="1" hangingPunct="1">
              <a:spcBef>
                <a:spcPts val="0"/>
              </a:spcBef>
              <a:buClr>
                <a:schemeClr val="tx1"/>
              </a:buClr>
              <a:buNone/>
              <a:defRPr/>
            </a:pPr>
            <a:r>
              <a:rPr lang="en-US" sz="1800" dirty="0">
                <a:latin typeface="Arial" panose="020B0604020202020204" pitchFamily="34" charset="0"/>
              </a:rPr>
              <a:t>	</a:t>
            </a:r>
            <a:endParaRPr lang="ru-RU" sz="1800" dirty="0">
              <a:latin typeface="Arial" panose="020B0604020202020204" pitchFamily="34" charset="0"/>
            </a:endParaRPr>
          </a:p>
          <a:p>
            <a:pPr marL="0" lvl="2" indent="0" eaLnBrk="1" hangingPunct="1">
              <a:spcBef>
                <a:spcPts val="0"/>
              </a:spcBef>
              <a:buClr>
                <a:schemeClr val="tx1"/>
              </a:buClr>
              <a:buNone/>
              <a:defRPr/>
            </a:pPr>
            <a:r>
              <a:rPr lang="ru-RU" sz="1800" dirty="0">
                <a:latin typeface="Arial" panose="020B0604020202020204" pitchFamily="34" charset="0"/>
              </a:rPr>
              <a:t>	</a:t>
            </a:r>
            <a:r>
              <a:rPr lang="en-US" sz="1800" dirty="0">
                <a:latin typeface="Arial" panose="020B0604020202020204" pitchFamily="34" charset="0"/>
              </a:rPr>
              <a:t>- </a:t>
            </a:r>
            <a:r>
              <a:rPr lang="ru-RU" sz="1800" dirty="0">
                <a:latin typeface="Arial" panose="020B0604020202020204" pitchFamily="34" charset="0"/>
              </a:rPr>
              <a:t>прозрачность доступа</a:t>
            </a:r>
          </a:p>
          <a:p>
            <a:pPr marL="0" lvl="2" indent="0" eaLnBrk="1" hangingPunct="1">
              <a:spcBef>
                <a:spcPts val="0"/>
              </a:spcBef>
              <a:buClr>
                <a:schemeClr val="tx1"/>
              </a:buClr>
              <a:buNone/>
              <a:defRPr/>
            </a:pPr>
            <a:r>
              <a:rPr lang="ru-RU" sz="1800" dirty="0">
                <a:latin typeface="Arial" panose="020B0604020202020204" pitchFamily="34" charset="0"/>
              </a:rPr>
              <a:t>	- прозрачность местоположения</a:t>
            </a:r>
          </a:p>
          <a:p>
            <a:pPr marL="0" lvl="2" indent="0" eaLnBrk="1" hangingPunct="1">
              <a:spcBef>
                <a:spcPts val="0"/>
              </a:spcBef>
              <a:buClr>
                <a:schemeClr val="tx1"/>
              </a:buClr>
              <a:buNone/>
              <a:defRPr/>
            </a:pPr>
            <a:r>
              <a:rPr lang="ru-RU" sz="1800" dirty="0">
                <a:latin typeface="Arial" panose="020B0604020202020204" pitchFamily="34" charset="0"/>
              </a:rPr>
              <a:t>	- прозрачность перемещения</a:t>
            </a:r>
          </a:p>
          <a:p>
            <a:pPr marL="0" lvl="2" indent="0" eaLnBrk="1" hangingPunct="1">
              <a:spcBef>
                <a:spcPts val="0"/>
              </a:spcBef>
              <a:buClr>
                <a:schemeClr val="tx1"/>
              </a:buClr>
              <a:buNone/>
              <a:defRPr/>
            </a:pPr>
            <a:r>
              <a:rPr lang="ru-RU" sz="1800" dirty="0">
                <a:latin typeface="Arial" panose="020B0604020202020204" pitchFamily="34" charset="0"/>
              </a:rPr>
              <a:t>	- прозрачность смены местоположения</a:t>
            </a:r>
          </a:p>
          <a:p>
            <a:pPr marL="0" lvl="2" indent="0" eaLnBrk="1" hangingPunct="1">
              <a:spcBef>
                <a:spcPts val="0"/>
              </a:spcBef>
              <a:buClr>
                <a:schemeClr val="tx1"/>
              </a:buClr>
              <a:buNone/>
              <a:defRPr/>
            </a:pPr>
            <a:r>
              <a:rPr lang="ru-RU" sz="1800" dirty="0">
                <a:latin typeface="Arial" panose="020B0604020202020204" pitchFamily="34" charset="0"/>
              </a:rPr>
              <a:t>	- прозрачность репликации</a:t>
            </a:r>
          </a:p>
          <a:p>
            <a:pPr marL="0" lvl="2" indent="0" eaLnBrk="1" hangingPunct="1">
              <a:spcBef>
                <a:spcPts val="0"/>
              </a:spcBef>
              <a:buClr>
                <a:schemeClr val="tx1"/>
              </a:buClr>
              <a:buNone/>
              <a:defRPr/>
            </a:pPr>
            <a:r>
              <a:rPr lang="ru-RU" sz="1800" dirty="0">
                <a:latin typeface="Arial" panose="020B0604020202020204" pitchFamily="34" charset="0"/>
              </a:rPr>
              <a:t>	- прозрачность одновременного доступа</a:t>
            </a:r>
          </a:p>
          <a:p>
            <a:pPr marL="0" lvl="2" indent="0" eaLnBrk="1" hangingPunct="1">
              <a:spcBef>
                <a:spcPts val="0"/>
              </a:spcBef>
              <a:buClr>
                <a:schemeClr val="tx1"/>
              </a:buClr>
              <a:buNone/>
              <a:defRPr/>
            </a:pPr>
            <a:r>
              <a:rPr lang="ru-RU" sz="1800" dirty="0">
                <a:latin typeface="Arial" panose="020B0604020202020204" pitchFamily="34" charset="0"/>
              </a:rPr>
              <a:t> 	- прозрачность отказов</a:t>
            </a:r>
          </a:p>
        </p:txBody>
      </p:sp>
    </p:spTree>
    <p:extLst>
      <p:ext uri="{BB962C8B-B14F-4D97-AF65-F5344CB8AC3E}">
        <p14:creationId xmlns:p14="http://schemas.microsoft.com/office/powerpoint/2010/main" val="22067364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2" name="Rechteck 39"/>
          <p:cNvSpPr>
            <a:spLocks noChangeArrowheads="1"/>
          </p:cNvSpPr>
          <p:nvPr/>
        </p:nvSpPr>
        <p:spPr bwMode="gray">
          <a:xfrm>
            <a:off x="3215680" y="1844824"/>
            <a:ext cx="8784976" cy="4608512"/>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Требования</a:t>
            </a:r>
          </a:p>
        </p:txBody>
      </p:sp>
      <p:sp>
        <p:nvSpPr>
          <p:cNvPr id="7" name="Rectangle 3"/>
          <p:cNvSpPr>
            <a:spLocks noGrp="1" noRot="1" noChangeArrowheads="1"/>
          </p:cNvSpPr>
          <p:nvPr>
            <p:ph type="body" sz="half" idx="4294967295"/>
          </p:nvPr>
        </p:nvSpPr>
        <p:spPr>
          <a:xfrm>
            <a:off x="3402882" y="2061072"/>
            <a:ext cx="8410575" cy="1727969"/>
          </a:xfrm>
          <a:prstGeom prst="rect">
            <a:avLst/>
          </a:prstGeom>
        </p:spPr>
        <p:txBody>
          <a:bodyPr/>
          <a:lstStyle/>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Прозрачность (</a:t>
            </a:r>
            <a:r>
              <a:rPr lang="en-US" sz="1800" dirty="0">
                <a:latin typeface="Arial" panose="020B0604020202020204" pitchFamily="34" charset="0"/>
              </a:rPr>
              <a:t>Transparency)</a:t>
            </a:r>
            <a:endParaRPr lang="ru-RU" sz="1800" dirty="0">
              <a:latin typeface="Arial" panose="020B0604020202020204" pitchFamily="34" charset="0"/>
            </a:endParaRPr>
          </a:p>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Открытость (</a:t>
            </a:r>
            <a:r>
              <a:rPr lang="en-US" sz="1800" dirty="0">
                <a:latin typeface="Arial" panose="020B0604020202020204" pitchFamily="34" charset="0"/>
              </a:rPr>
              <a:t>Openness)</a:t>
            </a:r>
          </a:p>
          <a:p>
            <a:pPr marL="742950" lvl="3" indent="-285750" eaLnBrk="1" hangingPunct="1">
              <a:spcBef>
                <a:spcPts val="0"/>
              </a:spcBef>
              <a:buClr>
                <a:schemeClr val="tx1"/>
              </a:buClr>
              <a:buFontTx/>
              <a:buChar char="-"/>
              <a:defRPr/>
            </a:pPr>
            <a:r>
              <a:rPr lang="ru-RU" sz="1800" dirty="0">
                <a:latin typeface="Arial" panose="020B0604020202020204" pitchFamily="34" charset="0"/>
              </a:rPr>
              <a:t>мобильность приложений </a:t>
            </a:r>
          </a:p>
          <a:p>
            <a:pPr marL="742950" lvl="3" indent="-285750" eaLnBrk="1" hangingPunct="1">
              <a:spcBef>
                <a:spcPts val="0"/>
              </a:spcBef>
              <a:buClr>
                <a:schemeClr val="tx1"/>
              </a:buClr>
              <a:buFontTx/>
              <a:buChar char="-"/>
              <a:defRPr/>
            </a:pPr>
            <a:r>
              <a:rPr lang="ru-RU" sz="1800" dirty="0">
                <a:latin typeface="Arial" panose="020B0604020202020204" pitchFamily="34" charset="0"/>
              </a:rPr>
              <a:t>способность к взаимодействию</a:t>
            </a:r>
          </a:p>
          <a:p>
            <a:pPr marL="742950" lvl="3" indent="-285750" eaLnBrk="1" hangingPunct="1">
              <a:spcBef>
                <a:spcPts val="0"/>
              </a:spcBef>
              <a:buClr>
                <a:schemeClr val="tx1"/>
              </a:buClr>
              <a:buFontTx/>
              <a:buChar char="-"/>
              <a:defRPr/>
            </a:pPr>
            <a:r>
              <a:rPr lang="ru-RU" sz="1800" dirty="0">
                <a:latin typeface="Arial" panose="020B0604020202020204" pitchFamily="34" charset="0"/>
              </a:rPr>
              <a:t>мобильность пользователя</a:t>
            </a:r>
          </a:p>
        </p:txBody>
      </p:sp>
    </p:spTree>
    <p:extLst>
      <p:ext uri="{BB962C8B-B14F-4D97-AF65-F5344CB8AC3E}">
        <p14:creationId xmlns:p14="http://schemas.microsoft.com/office/powerpoint/2010/main" val="40193118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2" name="Rechteck 39"/>
          <p:cNvSpPr>
            <a:spLocks noChangeArrowheads="1"/>
          </p:cNvSpPr>
          <p:nvPr/>
        </p:nvSpPr>
        <p:spPr bwMode="gray">
          <a:xfrm>
            <a:off x="3215680" y="1844824"/>
            <a:ext cx="8784976" cy="4608512"/>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Требования</a:t>
            </a:r>
          </a:p>
        </p:txBody>
      </p:sp>
      <p:sp>
        <p:nvSpPr>
          <p:cNvPr id="7" name="Rectangle 3"/>
          <p:cNvSpPr>
            <a:spLocks noGrp="1" noRot="1" noChangeArrowheads="1"/>
          </p:cNvSpPr>
          <p:nvPr>
            <p:ph type="body" sz="half" idx="4294967295"/>
          </p:nvPr>
        </p:nvSpPr>
        <p:spPr>
          <a:xfrm>
            <a:off x="3402882" y="2061072"/>
            <a:ext cx="8410575" cy="1727969"/>
          </a:xfrm>
          <a:prstGeom prst="rect">
            <a:avLst/>
          </a:prstGeom>
        </p:spPr>
        <p:txBody>
          <a:bodyPr/>
          <a:lstStyle/>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Прозрачность (</a:t>
            </a:r>
            <a:r>
              <a:rPr lang="en-US" sz="1800" dirty="0">
                <a:latin typeface="Arial" panose="020B0604020202020204" pitchFamily="34" charset="0"/>
              </a:rPr>
              <a:t>Transparency)</a:t>
            </a:r>
            <a:endParaRPr lang="ru-RU" sz="1800" dirty="0">
              <a:latin typeface="Arial" panose="020B0604020202020204" pitchFamily="34" charset="0"/>
            </a:endParaRPr>
          </a:p>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Открытость (</a:t>
            </a:r>
            <a:r>
              <a:rPr lang="en-US" sz="1800" dirty="0">
                <a:latin typeface="Arial" panose="020B0604020202020204" pitchFamily="34" charset="0"/>
              </a:rPr>
              <a:t>Openness)</a:t>
            </a:r>
            <a:r>
              <a:rPr lang="ru-RU" sz="1800" dirty="0">
                <a:latin typeface="Arial" panose="020B0604020202020204" pitchFamily="34" charset="0"/>
              </a:rPr>
              <a:t> </a:t>
            </a:r>
          </a:p>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Масштабируемость (</a:t>
            </a:r>
            <a:r>
              <a:rPr lang="en-US" sz="1800" dirty="0">
                <a:latin typeface="Arial" panose="020B0604020202020204" pitchFamily="34" charset="0"/>
              </a:rPr>
              <a:t>Scalability</a:t>
            </a:r>
            <a:r>
              <a:rPr lang="ru-RU" sz="1800" dirty="0">
                <a:latin typeface="Arial" panose="020B0604020202020204" pitchFamily="34" charset="0"/>
              </a:rPr>
              <a:t>)</a:t>
            </a:r>
            <a:endParaRPr lang="en-US" sz="1800" dirty="0">
              <a:latin typeface="Arial" panose="020B0604020202020204" pitchFamily="34" charset="0"/>
            </a:endParaRPr>
          </a:p>
          <a:p>
            <a:pPr marL="742950" lvl="3" indent="-285750" eaLnBrk="1" hangingPunct="1">
              <a:spcBef>
                <a:spcPts val="0"/>
              </a:spcBef>
              <a:buClr>
                <a:schemeClr val="tx1"/>
              </a:buClr>
              <a:buFontTx/>
              <a:buChar char="-"/>
              <a:defRPr/>
            </a:pPr>
            <a:r>
              <a:rPr lang="ru-RU" sz="1800" dirty="0">
                <a:latin typeface="Arial" panose="020B0604020202020204" pitchFamily="34" charset="0"/>
              </a:rPr>
              <a:t>нагрузочная масштабируемость</a:t>
            </a:r>
          </a:p>
          <a:p>
            <a:pPr marL="742950" lvl="3" indent="-285750" eaLnBrk="1" hangingPunct="1">
              <a:spcBef>
                <a:spcPts val="0"/>
              </a:spcBef>
              <a:buClr>
                <a:schemeClr val="tx1"/>
              </a:buClr>
              <a:buFontTx/>
              <a:buChar char="-"/>
              <a:defRPr/>
            </a:pPr>
            <a:r>
              <a:rPr lang="ru-RU" sz="1800" dirty="0">
                <a:latin typeface="Arial" panose="020B0604020202020204" pitchFamily="34" charset="0"/>
              </a:rPr>
              <a:t>географическая масштабируемость</a:t>
            </a:r>
          </a:p>
          <a:p>
            <a:pPr marL="742950" lvl="3" indent="-285750" eaLnBrk="1" hangingPunct="1">
              <a:spcBef>
                <a:spcPts val="0"/>
              </a:spcBef>
              <a:buClr>
                <a:schemeClr val="tx1"/>
              </a:buClr>
              <a:buFontTx/>
              <a:buChar char="-"/>
              <a:defRPr/>
            </a:pPr>
            <a:r>
              <a:rPr lang="ru-RU" sz="1800" dirty="0">
                <a:latin typeface="Arial" panose="020B0604020202020204" pitchFamily="34" charset="0"/>
              </a:rPr>
              <a:t>административная масштабируемость</a:t>
            </a:r>
            <a:endParaRPr lang="en-US" sz="1800" dirty="0">
              <a:latin typeface="Arial" panose="020B0604020202020204" pitchFamily="34" charset="0"/>
            </a:endParaRPr>
          </a:p>
        </p:txBody>
      </p:sp>
    </p:spTree>
    <p:extLst>
      <p:ext uri="{BB962C8B-B14F-4D97-AF65-F5344CB8AC3E}">
        <p14:creationId xmlns:p14="http://schemas.microsoft.com/office/powerpoint/2010/main" val="29567638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2" name="Rechteck 39"/>
          <p:cNvSpPr>
            <a:spLocks noChangeArrowheads="1"/>
          </p:cNvSpPr>
          <p:nvPr/>
        </p:nvSpPr>
        <p:spPr bwMode="gray">
          <a:xfrm>
            <a:off x="3215680" y="1844824"/>
            <a:ext cx="8784976" cy="4608512"/>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Требования</a:t>
            </a:r>
          </a:p>
        </p:txBody>
      </p:sp>
      <p:sp>
        <p:nvSpPr>
          <p:cNvPr id="7" name="Rectangle 3"/>
          <p:cNvSpPr>
            <a:spLocks noGrp="1" noRot="1" noChangeArrowheads="1"/>
          </p:cNvSpPr>
          <p:nvPr>
            <p:ph type="body" sz="half" idx="4294967295"/>
          </p:nvPr>
        </p:nvSpPr>
        <p:spPr>
          <a:xfrm>
            <a:off x="3402882" y="2061072"/>
            <a:ext cx="8410575" cy="1727969"/>
          </a:xfrm>
          <a:prstGeom prst="rect">
            <a:avLst/>
          </a:prstGeom>
        </p:spPr>
        <p:txBody>
          <a:bodyPr/>
          <a:lstStyle/>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Прозрачность (</a:t>
            </a:r>
            <a:r>
              <a:rPr lang="en-US" sz="1800" dirty="0">
                <a:latin typeface="Arial" panose="020B0604020202020204" pitchFamily="34" charset="0"/>
              </a:rPr>
              <a:t>Transparency)</a:t>
            </a:r>
            <a:endParaRPr lang="ru-RU" sz="1800" dirty="0">
              <a:latin typeface="Arial" panose="020B0604020202020204" pitchFamily="34" charset="0"/>
            </a:endParaRPr>
          </a:p>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Открытость (</a:t>
            </a:r>
            <a:r>
              <a:rPr lang="en-US" sz="1800" dirty="0">
                <a:latin typeface="Arial" panose="020B0604020202020204" pitchFamily="34" charset="0"/>
              </a:rPr>
              <a:t>Openness)</a:t>
            </a:r>
            <a:r>
              <a:rPr lang="ru-RU" sz="1800" dirty="0">
                <a:latin typeface="Arial" panose="020B0604020202020204" pitchFamily="34" charset="0"/>
              </a:rPr>
              <a:t> </a:t>
            </a:r>
          </a:p>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Масштабируемость (</a:t>
            </a:r>
            <a:r>
              <a:rPr lang="en-US" sz="1800" dirty="0">
                <a:latin typeface="Arial" panose="020B0604020202020204" pitchFamily="34" charset="0"/>
              </a:rPr>
              <a:t>Scalability</a:t>
            </a:r>
            <a:r>
              <a:rPr lang="ru-RU" sz="1800" dirty="0">
                <a:latin typeface="Arial" panose="020B0604020202020204" pitchFamily="34" charset="0"/>
              </a:rPr>
              <a:t>)</a:t>
            </a:r>
            <a:endParaRPr lang="en-US" sz="1800" dirty="0">
              <a:latin typeface="Arial" panose="020B0604020202020204" pitchFamily="34" charset="0"/>
            </a:endParaRPr>
          </a:p>
        </p:txBody>
      </p:sp>
      <p:sp>
        <p:nvSpPr>
          <p:cNvPr id="2" name="Прямоугольник 1"/>
          <p:cNvSpPr/>
          <p:nvPr/>
        </p:nvSpPr>
        <p:spPr>
          <a:xfrm>
            <a:off x="3863752" y="3068960"/>
            <a:ext cx="7704856" cy="1477328"/>
          </a:xfrm>
          <a:prstGeom prst="rect">
            <a:avLst/>
          </a:prstGeom>
        </p:spPr>
        <p:txBody>
          <a:bodyPr wrap="square">
            <a:spAutoFit/>
          </a:bodyPr>
          <a:lstStyle/>
          <a:p>
            <a:pPr algn="ctr">
              <a:defRPr/>
            </a:pPr>
            <a:r>
              <a:rPr lang="ru-RU" dirty="0">
                <a:latin typeface="Arial" panose="020B0604020202020204" pitchFamily="34" charset="0"/>
                <a:cs typeface="Arial" panose="020B0604020202020204" pitchFamily="34" charset="0"/>
              </a:rPr>
              <a:t>Плохие решения:</a:t>
            </a:r>
          </a:p>
          <a:p>
            <a:pPr marL="285750" indent="-285750">
              <a:buFont typeface="Arial" panose="020B0604020202020204" pitchFamily="34" charset="0"/>
              <a:buChar char="•"/>
              <a:defRPr/>
            </a:pPr>
            <a:r>
              <a:rPr lang="ru-RU" dirty="0">
                <a:latin typeface="Arial" panose="020B0604020202020204" pitchFamily="34" charset="0"/>
                <a:cs typeface="Arial" panose="020B0604020202020204" pitchFamily="34" charset="0"/>
              </a:rPr>
              <a:t>централизованные компоненты (один почтовый сервер);</a:t>
            </a:r>
          </a:p>
          <a:p>
            <a:pPr marL="285750" indent="-285750">
              <a:buFont typeface="Arial" panose="020B0604020202020204" pitchFamily="34" charset="0"/>
              <a:buChar char="•"/>
              <a:defRPr/>
            </a:pPr>
            <a:r>
              <a:rPr lang="ru-RU" dirty="0">
                <a:latin typeface="Arial" panose="020B0604020202020204" pitchFamily="34" charset="0"/>
                <a:cs typeface="Arial" panose="020B0604020202020204" pitchFamily="34" charset="0"/>
              </a:rPr>
              <a:t>централизованные таблицы (один телефонный справочник);</a:t>
            </a:r>
          </a:p>
          <a:p>
            <a:pPr marL="285750" indent="-285750">
              <a:buFont typeface="Arial" panose="020B0604020202020204" pitchFamily="34" charset="0"/>
              <a:buChar char="•"/>
              <a:defRPr/>
            </a:pPr>
            <a:r>
              <a:rPr lang="ru-RU" dirty="0">
                <a:latin typeface="Arial" panose="020B0604020202020204" pitchFamily="34" charset="0"/>
                <a:cs typeface="Arial" panose="020B0604020202020204" pitchFamily="34" charset="0"/>
              </a:rPr>
              <a:t>централизованные алгоритмы (маршрутизатор  на  основе  полной информации).</a:t>
            </a:r>
          </a:p>
        </p:txBody>
      </p:sp>
    </p:spTree>
    <p:extLst>
      <p:ext uri="{BB962C8B-B14F-4D97-AF65-F5344CB8AC3E}">
        <p14:creationId xmlns:p14="http://schemas.microsoft.com/office/powerpoint/2010/main" val="31632587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2" name="Rechteck 39"/>
          <p:cNvSpPr>
            <a:spLocks noChangeArrowheads="1"/>
          </p:cNvSpPr>
          <p:nvPr/>
        </p:nvSpPr>
        <p:spPr bwMode="gray">
          <a:xfrm>
            <a:off x="3215680" y="1844824"/>
            <a:ext cx="8784976" cy="4608512"/>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Bef>
                <a:spcPts val="1200"/>
              </a:spcBef>
              <a:defRPr/>
            </a:pPr>
            <a:endParaRPr lang="ru-RU" dirty="0">
              <a:latin typeface="Arial" panose="020B0604020202020204" pitchFamily="34" charset="0"/>
              <a:cs typeface="Arial" panose="020B0604020202020204" pitchFamily="34" charset="0"/>
            </a:endParaRPr>
          </a:p>
          <a:p>
            <a:pPr algn="ctr">
              <a:spcBef>
                <a:spcPts val="1200"/>
              </a:spcBef>
              <a:defRPr/>
            </a:pPr>
            <a:r>
              <a:rPr lang="ru-RU" dirty="0">
                <a:latin typeface="Arial" panose="020B0604020202020204" pitchFamily="34" charset="0"/>
                <a:cs typeface="Arial" panose="020B0604020202020204" pitchFamily="34" charset="0"/>
              </a:rPr>
              <a:t>Только децентрализованные алгоритмы со следующими чертами:</a:t>
            </a:r>
          </a:p>
          <a:p>
            <a:pPr algn="ctr">
              <a:spcBef>
                <a:spcPts val="1200"/>
              </a:spcBef>
              <a:defRPr/>
            </a:pPr>
            <a:endParaRPr lang="ru-RU"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defRPr/>
            </a:pPr>
            <a:r>
              <a:rPr lang="ru-RU" dirty="0">
                <a:latin typeface="Arial" panose="020B0604020202020204" pitchFamily="34" charset="0"/>
                <a:cs typeface="Arial" panose="020B0604020202020204" pitchFamily="34" charset="0"/>
              </a:rPr>
              <a:t>ни одна машина не имеет полной информации о состоянии системы;</a:t>
            </a:r>
          </a:p>
          <a:p>
            <a:pPr marL="285750" indent="-285750">
              <a:buFont typeface="Arial" panose="020B0604020202020204" pitchFamily="34" charset="0"/>
              <a:buChar char="•"/>
              <a:defRPr/>
            </a:pPr>
            <a:r>
              <a:rPr lang="ru-RU" dirty="0">
                <a:latin typeface="Arial" panose="020B0604020202020204" pitchFamily="34" charset="0"/>
                <a:cs typeface="Arial" panose="020B0604020202020204" pitchFamily="34" charset="0"/>
              </a:rPr>
              <a:t>машины принимают решения на основе только локальной информации;</a:t>
            </a:r>
          </a:p>
          <a:p>
            <a:pPr marL="285750" indent="-285750">
              <a:buFont typeface="Arial" panose="020B0604020202020204" pitchFamily="34" charset="0"/>
              <a:buChar char="•"/>
              <a:defRPr/>
            </a:pPr>
            <a:r>
              <a:rPr lang="ru-RU" dirty="0">
                <a:latin typeface="Arial" panose="020B0604020202020204" pitchFamily="34" charset="0"/>
                <a:cs typeface="Arial" panose="020B0604020202020204" pitchFamily="34" charset="0"/>
              </a:rPr>
              <a:t>выход из строя  одной  машины  не  должен  приводить  к  отказу алгоритма;</a:t>
            </a:r>
          </a:p>
          <a:p>
            <a:pPr marL="285750" indent="-285750">
              <a:buFont typeface="Arial" panose="020B0604020202020204" pitchFamily="34" charset="0"/>
              <a:buChar char="•"/>
              <a:defRPr/>
            </a:pPr>
            <a:r>
              <a:rPr lang="ru-RU" dirty="0">
                <a:latin typeface="Arial" panose="020B0604020202020204" pitchFamily="34" charset="0"/>
                <a:cs typeface="Arial" panose="020B0604020202020204" pitchFamily="34" charset="0"/>
              </a:rPr>
              <a:t>не  должно  быть   неявного   предположения   о   существовании глобальных часов</a:t>
            </a: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Требования</a:t>
            </a:r>
          </a:p>
        </p:txBody>
      </p:sp>
      <p:sp>
        <p:nvSpPr>
          <p:cNvPr id="7" name="Rectangle 3"/>
          <p:cNvSpPr>
            <a:spLocks noGrp="1" noRot="1" noChangeArrowheads="1"/>
          </p:cNvSpPr>
          <p:nvPr>
            <p:ph type="body" sz="half" idx="4294967295"/>
          </p:nvPr>
        </p:nvSpPr>
        <p:spPr>
          <a:xfrm>
            <a:off x="3402882" y="2061072"/>
            <a:ext cx="8410575" cy="1727969"/>
          </a:xfrm>
          <a:prstGeom prst="rect">
            <a:avLst/>
          </a:prstGeom>
        </p:spPr>
        <p:txBody>
          <a:bodyPr/>
          <a:lstStyle/>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Прозрачность (</a:t>
            </a:r>
            <a:r>
              <a:rPr lang="en-US" sz="1800" dirty="0">
                <a:latin typeface="Arial" panose="020B0604020202020204" pitchFamily="34" charset="0"/>
              </a:rPr>
              <a:t>Transparency)</a:t>
            </a:r>
            <a:endParaRPr lang="ru-RU" sz="1800" dirty="0">
              <a:latin typeface="Arial" panose="020B0604020202020204" pitchFamily="34" charset="0"/>
            </a:endParaRPr>
          </a:p>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Открытость (</a:t>
            </a:r>
            <a:r>
              <a:rPr lang="en-US" sz="1800" dirty="0">
                <a:latin typeface="Arial" panose="020B0604020202020204" pitchFamily="34" charset="0"/>
              </a:rPr>
              <a:t>Openness)</a:t>
            </a:r>
            <a:r>
              <a:rPr lang="ru-RU" sz="1800" dirty="0">
                <a:latin typeface="Arial" panose="020B0604020202020204" pitchFamily="34" charset="0"/>
              </a:rPr>
              <a:t> </a:t>
            </a:r>
          </a:p>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Масштабируемость (</a:t>
            </a:r>
            <a:r>
              <a:rPr lang="en-US" sz="1800" dirty="0">
                <a:latin typeface="Arial" panose="020B0604020202020204" pitchFamily="34" charset="0"/>
              </a:rPr>
              <a:t>Scalability</a:t>
            </a:r>
            <a:r>
              <a:rPr lang="ru-RU" sz="1800" dirty="0">
                <a:latin typeface="Arial" panose="020B0604020202020204" pitchFamily="34" charset="0"/>
              </a:rPr>
              <a:t>)</a:t>
            </a:r>
            <a:endParaRPr lang="en-US" sz="1800" dirty="0">
              <a:latin typeface="Arial" panose="020B0604020202020204" pitchFamily="34" charset="0"/>
            </a:endParaRPr>
          </a:p>
        </p:txBody>
      </p:sp>
    </p:spTree>
    <p:extLst>
      <p:ext uri="{BB962C8B-B14F-4D97-AF65-F5344CB8AC3E}">
        <p14:creationId xmlns:p14="http://schemas.microsoft.com/office/powerpoint/2010/main" val="3787239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2" name="Rechteck 39"/>
          <p:cNvSpPr>
            <a:spLocks noChangeArrowheads="1"/>
          </p:cNvSpPr>
          <p:nvPr/>
        </p:nvSpPr>
        <p:spPr bwMode="gray">
          <a:xfrm>
            <a:off x="3215680" y="1844824"/>
            <a:ext cx="8784976" cy="4608512"/>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Требования</a:t>
            </a:r>
          </a:p>
        </p:txBody>
      </p:sp>
      <p:sp>
        <p:nvSpPr>
          <p:cNvPr id="7" name="Rectangle 3"/>
          <p:cNvSpPr>
            <a:spLocks noGrp="1" noRot="1" noChangeArrowheads="1"/>
          </p:cNvSpPr>
          <p:nvPr>
            <p:ph type="body" sz="half" idx="4294967295"/>
          </p:nvPr>
        </p:nvSpPr>
        <p:spPr>
          <a:xfrm>
            <a:off x="3402882" y="2061072"/>
            <a:ext cx="8410575" cy="1727969"/>
          </a:xfrm>
          <a:prstGeom prst="rect">
            <a:avLst/>
          </a:prstGeom>
        </p:spPr>
        <p:txBody>
          <a:bodyPr/>
          <a:lstStyle/>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Прозрачность (</a:t>
            </a:r>
            <a:r>
              <a:rPr lang="en-US" sz="1800" dirty="0">
                <a:latin typeface="Arial" panose="020B0604020202020204" pitchFamily="34" charset="0"/>
              </a:rPr>
              <a:t>Transparency)</a:t>
            </a:r>
            <a:endParaRPr lang="ru-RU" sz="1800" dirty="0">
              <a:latin typeface="Arial" panose="020B0604020202020204" pitchFamily="34" charset="0"/>
            </a:endParaRPr>
          </a:p>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Открытость (</a:t>
            </a:r>
            <a:r>
              <a:rPr lang="en-US" sz="1800" dirty="0">
                <a:latin typeface="Arial" panose="020B0604020202020204" pitchFamily="34" charset="0"/>
              </a:rPr>
              <a:t>Openness)</a:t>
            </a:r>
            <a:r>
              <a:rPr lang="ru-RU" sz="1800" dirty="0">
                <a:latin typeface="Arial" panose="020B0604020202020204" pitchFamily="34" charset="0"/>
              </a:rPr>
              <a:t> </a:t>
            </a:r>
          </a:p>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Масштабируемость (</a:t>
            </a:r>
            <a:r>
              <a:rPr lang="en-US" sz="1800" dirty="0">
                <a:latin typeface="Arial" panose="020B0604020202020204" pitchFamily="34" charset="0"/>
              </a:rPr>
              <a:t>Scalability</a:t>
            </a:r>
            <a:r>
              <a:rPr lang="ru-RU" sz="1800" dirty="0">
                <a:latin typeface="Arial" panose="020B0604020202020204" pitchFamily="34" charset="0"/>
              </a:rPr>
              <a:t>)</a:t>
            </a:r>
          </a:p>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Надежность</a:t>
            </a:r>
          </a:p>
          <a:p>
            <a:pPr marL="342900" lvl="2" indent="-342900" eaLnBrk="1" hangingPunct="1">
              <a:spcBef>
                <a:spcPts val="0"/>
              </a:spcBef>
              <a:buClr>
                <a:schemeClr val="tx1"/>
              </a:buClr>
              <a:buFont typeface="Wingdings" panose="05000000000000000000" pitchFamily="2" charset="2"/>
              <a:buAutoNum type="arabicPeriod"/>
              <a:defRPr/>
            </a:pPr>
            <a:r>
              <a:rPr lang="ru-RU" sz="1800" dirty="0">
                <a:latin typeface="Arial" panose="020B0604020202020204" pitchFamily="34" charset="0"/>
              </a:rPr>
              <a:t>Производительность</a:t>
            </a:r>
            <a:endParaRPr lang="en-US" sz="1800" dirty="0">
              <a:latin typeface="Arial" panose="020B0604020202020204" pitchFamily="34" charset="0"/>
            </a:endParaRPr>
          </a:p>
        </p:txBody>
      </p:sp>
    </p:spTree>
    <p:extLst>
      <p:ext uri="{BB962C8B-B14F-4D97-AF65-F5344CB8AC3E}">
        <p14:creationId xmlns:p14="http://schemas.microsoft.com/office/powerpoint/2010/main" val="7533354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2" name="Rechteck 39"/>
          <p:cNvSpPr>
            <a:spLocks noChangeArrowheads="1"/>
          </p:cNvSpPr>
          <p:nvPr/>
        </p:nvSpPr>
        <p:spPr bwMode="gray">
          <a:xfrm>
            <a:off x="3215680" y="1844824"/>
            <a:ext cx="8784976" cy="4608512"/>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Виды ОС</a:t>
            </a:r>
          </a:p>
        </p:txBody>
      </p:sp>
      <p:sp>
        <p:nvSpPr>
          <p:cNvPr id="7" name="Rectangle 3"/>
          <p:cNvSpPr>
            <a:spLocks noGrp="1" noRot="1" noChangeArrowheads="1"/>
          </p:cNvSpPr>
          <p:nvPr>
            <p:ph type="body" sz="half" idx="4294967295"/>
          </p:nvPr>
        </p:nvSpPr>
        <p:spPr>
          <a:xfrm>
            <a:off x="3402882" y="2061072"/>
            <a:ext cx="8410575" cy="1727969"/>
          </a:xfrm>
          <a:prstGeom prst="rect">
            <a:avLst/>
          </a:prstGeom>
        </p:spPr>
        <p:txBody>
          <a:bodyPr/>
          <a:lstStyle/>
          <a:p>
            <a:pPr eaLnBrk="1" hangingPunct="1">
              <a:lnSpc>
                <a:spcPct val="90000"/>
              </a:lnSpc>
              <a:buClr>
                <a:schemeClr val="tx1"/>
              </a:buClr>
              <a:defRPr/>
            </a:pPr>
            <a:r>
              <a:rPr lang="ru-RU" sz="2400" dirty="0"/>
              <a:t>Многопроцессорная ОС</a:t>
            </a:r>
          </a:p>
          <a:p>
            <a:pPr marL="817200" lvl="1" indent="0" eaLnBrk="1" hangingPunct="1">
              <a:lnSpc>
                <a:spcPct val="90000"/>
              </a:lnSpc>
              <a:buClr>
                <a:schemeClr val="tx1"/>
              </a:buClr>
              <a:buNone/>
              <a:defRPr/>
            </a:pPr>
            <a:r>
              <a:rPr lang="ru-RU" sz="2000" dirty="0"/>
              <a:t>Практически не отличается от автономных ОС (кроме алгоритмов планирования процессов и средств их синхронизации).</a:t>
            </a:r>
          </a:p>
          <a:p>
            <a:pPr eaLnBrk="1" hangingPunct="1">
              <a:lnSpc>
                <a:spcPct val="90000"/>
              </a:lnSpc>
              <a:buClr>
                <a:schemeClr val="tx1"/>
              </a:buClr>
              <a:defRPr/>
            </a:pPr>
            <a:r>
              <a:rPr lang="ru-RU" sz="2400" dirty="0"/>
              <a:t>Сетевая ОС</a:t>
            </a:r>
          </a:p>
          <a:p>
            <a:pPr lvl="1" eaLnBrk="1" hangingPunct="1">
              <a:lnSpc>
                <a:spcPct val="90000"/>
              </a:lnSpc>
              <a:buClr>
                <a:schemeClr val="tx1"/>
              </a:buClr>
              <a:defRPr/>
            </a:pPr>
            <a:r>
              <a:rPr lang="ru-RU" sz="2000" dirty="0"/>
              <a:t>Пользователь должен знать, что компьютер находится в сети, где находятся удаленные ресурсы и как до них добраться. От автономной ОС отличается наличием дополнительной сетевой части.</a:t>
            </a:r>
          </a:p>
          <a:p>
            <a:pPr eaLnBrk="1" hangingPunct="1">
              <a:lnSpc>
                <a:spcPct val="90000"/>
              </a:lnSpc>
              <a:buClr>
                <a:schemeClr val="tx1"/>
              </a:buClr>
              <a:defRPr/>
            </a:pPr>
            <a:r>
              <a:rPr lang="ru-RU" sz="2400" dirty="0"/>
              <a:t>Распределенная ОС</a:t>
            </a:r>
          </a:p>
          <a:p>
            <a:pPr lvl="1" eaLnBrk="1" hangingPunct="1">
              <a:lnSpc>
                <a:spcPct val="90000"/>
              </a:lnSpc>
              <a:buClr>
                <a:schemeClr val="tx1"/>
              </a:buClr>
              <a:defRPr/>
            </a:pPr>
            <a:r>
              <a:rPr lang="ru-RU" sz="2000" dirty="0"/>
              <a:t>Пользователь работает как в автономной операционной системе. Операционная система полностью отличается от автономных ОС и условно функционирует на всех компьютерах сети. </a:t>
            </a:r>
          </a:p>
          <a:p>
            <a:pPr marL="342900" lvl="2" indent="-342900" eaLnBrk="1" hangingPunct="1">
              <a:spcBef>
                <a:spcPts val="0"/>
              </a:spcBef>
              <a:buClr>
                <a:schemeClr val="tx1"/>
              </a:buClr>
              <a:buFont typeface="Wingdings" panose="05000000000000000000" pitchFamily="2" charset="2"/>
              <a:buAutoNum type="arabicPeriod"/>
              <a:defRPr/>
            </a:pPr>
            <a:endParaRPr lang="en-US" sz="1800" dirty="0">
              <a:latin typeface="Arial" panose="020B0604020202020204" pitchFamily="34" charset="0"/>
            </a:endParaRPr>
          </a:p>
        </p:txBody>
      </p:sp>
    </p:spTree>
    <p:extLst>
      <p:ext uri="{BB962C8B-B14F-4D97-AF65-F5344CB8AC3E}">
        <p14:creationId xmlns:p14="http://schemas.microsoft.com/office/powerpoint/2010/main" val="39631568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Виды ОС</a:t>
            </a:r>
          </a:p>
        </p:txBody>
      </p:sp>
      <p:graphicFrame>
        <p:nvGraphicFramePr>
          <p:cNvPr id="6" name="Таблица 5"/>
          <p:cNvGraphicFramePr>
            <a:graphicFrameLocks noGrp="1"/>
          </p:cNvGraphicFramePr>
          <p:nvPr>
            <p:extLst>
              <p:ext uri="{D42A27DB-BD31-4B8C-83A1-F6EECF244321}">
                <p14:modId xmlns:p14="http://schemas.microsoft.com/office/powerpoint/2010/main" val="2395423981"/>
              </p:ext>
            </p:extLst>
          </p:nvPr>
        </p:nvGraphicFramePr>
        <p:xfrm>
          <a:off x="3399706" y="1643063"/>
          <a:ext cx="8432800" cy="4781550"/>
        </p:xfrm>
        <a:graphic>
          <a:graphicData uri="http://schemas.openxmlformats.org/drawingml/2006/table">
            <a:tbl>
              <a:tblPr/>
              <a:tblGrid>
                <a:gridCol w="2709862">
                  <a:extLst>
                    <a:ext uri="{9D8B030D-6E8A-4147-A177-3AD203B41FA5}">
                      <a16:colId xmlns:a16="http://schemas.microsoft.com/office/drawing/2014/main" val="20000"/>
                    </a:ext>
                  </a:extLst>
                </a:gridCol>
                <a:gridCol w="1984375">
                  <a:extLst>
                    <a:ext uri="{9D8B030D-6E8A-4147-A177-3AD203B41FA5}">
                      <a16:colId xmlns:a16="http://schemas.microsoft.com/office/drawing/2014/main" val="20001"/>
                    </a:ext>
                  </a:extLst>
                </a:gridCol>
                <a:gridCol w="2006600">
                  <a:extLst>
                    <a:ext uri="{9D8B030D-6E8A-4147-A177-3AD203B41FA5}">
                      <a16:colId xmlns:a16="http://schemas.microsoft.com/office/drawing/2014/main" val="20002"/>
                    </a:ext>
                  </a:extLst>
                </a:gridCol>
                <a:gridCol w="1731963">
                  <a:extLst>
                    <a:ext uri="{9D8B030D-6E8A-4147-A177-3AD203B41FA5}">
                      <a16:colId xmlns:a16="http://schemas.microsoft.com/office/drawing/2014/main" val="20003"/>
                    </a:ext>
                  </a:extLst>
                </a:gridCol>
              </a:tblGrid>
              <a:tr h="790606">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rPr>
                        <a:t> </a:t>
                      </a:r>
                      <a:endParaRPr kumimoji="0" lang="ru-RU" altLang="ru-RU" sz="1600" b="0" i="0" u="none" strike="noStrike" cap="none" normalizeH="0" baseline="0">
                        <a:ln>
                          <a:noFill/>
                        </a:ln>
                        <a:solidFill>
                          <a:srgbClr val="4D4D4D"/>
                        </a:solidFill>
                        <a:effectLst/>
                        <a:latin typeface="Times New Roman" panose="02020603050405020304" pitchFamily="18" charset="0"/>
                        <a:cs typeface="Times New Roman" panose="02020603050405020304" pitchFamily="18" charset="0"/>
                      </a:endParaRPr>
                    </a:p>
                  </a:txBody>
                  <a:tcPr marL="51960" marR="5196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rPr>
                        <a:t>ОС мульти-</a:t>
                      </a:r>
                      <a:br>
                        <a:rPr kumimoji="0" lang="ru-RU" altLang="ru-RU" sz="1600" b="0" i="0" u="none" strike="noStrike" cap="none" normalizeH="0" baseline="0">
                          <a:ln>
                            <a:noFill/>
                          </a:ln>
                          <a:solidFill>
                            <a:srgbClr val="4D4D4D"/>
                          </a:solidFill>
                          <a:effectLst/>
                          <a:latin typeface="Arial" panose="020B0604020202020204" pitchFamily="34" charset="0"/>
                        </a:rPr>
                      </a:br>
                      <a:r>
                        <a:rPr kumimoji="0" lang="ru-RU" altLang="ru-RU" sz="1600" b="0" i="0" u="none" strike="noStrike" cap="none" normalizeH="0" baseline="0">
                          <a:ln>
                            <a:noFill/>
                          </a:ln>
                          <a:solidFill>
                            <a:srgbClr val="4D4D4D"/>
                          </a:solidFill>
                          <a:effectLst/>
                          <a:latin typeface="Arial" panose="020B0604020202020204" pitchFamily="34" charset="0"/>
                        </a:rPr>
                        <a:t>процессора</a:t>
                      </a:r>
                      <a:endPar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rPr>
                        <a:t>Сетевая ОС</a:t>
                      </a:r>
                    </a:p>
                  </a:txBody>
                  <a:tcPr marL="52070" marR="52070" marT="9525"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rPr>
                        <a:t>Распределенная ОС</a:t>
                      </a:r>
                      <a:endPar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extLst>
                  <a:ext uri="{0D108BD9-81ED-4DB2-BD59-A6C34878D82A}">
                    <a16:rowId xmlns:a16="http://schemas.microsoft.com/office/drawing/2014/main" val="10000"/>
                  </a:ext>
                </a:extLst>
              </a:tr>
              <a:tr h="782796">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rPr>
                        <a:t>Компьютерная система выглядит как виртуальный мультипроцессор</a:t>
                      </a:r>
                      <a:endPar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rPr>
                        <a:t>ДА</a:t>
                      </a:r>
                      <a:endPar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rPr>
                        <a:t>НЕТ</a:t>
                      </a:r>
                    </a:p>
                  </a:txBody>
                  <a:tcPr marL="52070" marR="52070" marT="9525"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rPr>
                        <a:t>ДА</a:t>
                      </a:r>
                      <a:endPar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extLst>
                  <a:ext uri="{0D108BD9-81ED-4DB2-BD59-A6C34878D82A}">
                    <a16:rowId xmlns:a16="http://schemas.microsoft.com/office/drawing/2014/main" val="10001"/>
                  </a:ext>
                </a:extLst>
              </a:tr>
              <a:tr h="1038266">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rPr>
                        <a:t>Одна и та же ОС выполняется на всех процессорах</a:t>
                      </a:r>
                      <a:endPar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rPr>
                        <a:t>ДА</a:t>
                      </a:r>
                      <a:endPar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rPr>
                        <a:t>НЕТ</a:t>
                      </a:r>
                    </a:p>
                  </a:txBody>
                  <a:tcPr marL="52070" marR="52070" marT="9525"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rPr>
                        <a:t>ДА (условно)</a:t>
                      </a:r>
                      <a:endPar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extLst>
                  <a:ext uri="{0D108BD9-81ED-4DB2-BD59-A6C34878D82A}">
                    <a16:rowId xmlns:a16="http://schemas.microsoft.com/office/drawing/2014/main" val="10002"/>
                  </a:ext>
                </a:extLst>
              </a:tr>
              <a:tr h="521864">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rPr>
                        <a:t>Сколько копий ОС имеется в памяти</a:t>
                      </a:r>
                      <a:endPar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rPr>
                        <a:t>1</a:t>
                      </a:r>
                      <a:endPar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en-US"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rPr>
                        <a:t>N</a:t>
                      </a:r>
                      <a:endPar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endParaRPr>
                    </a:p>
                  </a:txBody>
                  <a:tcPr marL="52070" marR="52070" marT="9525"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en-US" altLang="ru-RU" sz="1600" b="0" i="0" u="none" strike="noStrike" cap="none" normalizeH="0" baseline="0">
                          <a:ln>
                            <a:noFill/>
                          </a:ln>
                          <a:solidFill>
                            <a:srgbClr val="4D4D4D"/>
                          </a:solidFill>
                          <a:effectLst/>
                          <a:latin typeface="Arial" panose="020B0604020202020204" pitchFamily="34" charset="0"/>
                        </a:rPr>
                        <a:t>N</a:t>
                      </a:r>
                      <a:endPar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extLst>
                  <a:ext uri="{0D108BD9-81ED-4DB2-BD59-A6C34878D82A}">
                    <a16:rowId xmlns:a16="http://schemas.microsoft.com/office/drawing/2014/main" val="10003"/>
                  </a:ext>
                </a:extLst>
              </a:tr>
              <a:tr h="782796">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rPr>
                        <a:t>Имеется ли единая очередь выполняющихся процессов</a:t>
                      </a:r>
                      <a:endPar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rPr>
                        <a:t>ДА (условно)</a:t>
                      </a:r>
                      <a:endPar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rPr>
                        <a:t>НЕТ</a:t>
                      </a:r>
                    </a:p>
                  </a:txBody>
                  <a:tcPr marL="52070" marR="52070" marT="9525"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dirty="0">
                          <a:ln>
                            <a:noFill/>
                          </a:ln>
                          <a:solidFill>
                            <a:srgbClr val="4D4D4D"/>
                          </a:solidFill>
                          <a:effectLst/>
                          <a:latin typeface="Arial" panose="020B0604020202020204" pitchFamily="34" charset="0"/>
                        </a:rPr>
                        <a:t>НЕТ</a:t>
                      </a:r>
                      <a:r>
                        <a:rPr kumimoji="0" lang="en-US" altLang="ru-RU" sz="1600" b="0" i="0" u="none" strike="noStrike" cap="none" normalizeH="0" baseline="0" dirty="0">
                          <a:ln>
                            <a:noFill/>
                          </a:ln>
                          <a:solidFill>
                            <a:srgbClr val="4D4D4D"/>
                          </a:solidFill>
                          <a:effectLst/>
                          <a:latin typeface="Arial" panose="020B0604020202020204" pitchFamily="34" charset="0"/>
                        </a:rPr>
                        <a:t> (</a:t>
                      </a:r>
                      <a:r>
                        <a:rPr kumimoji="0" lang="ru-RU" altLang="ru-RU" sz="1600" b="0" i="0" u="none" strike="noStrike" cap="none" normalizeH="0" baseline="0" dirty="0">
                          <a:ln>
                            <a:noFill/>
                          </a:ln>
                          <a:solidFill>
                            <a:srgbClr val="4D4D4D"/>
                          </a:solidFill>
                          <a:effectLst/>
                          <a:latin typeface="Arial" panose="020B0604020202020204" pitchFamily="34" charset="0"/>
                        </a:rPr>
                        <a:t>условно)</a:t>
                      </a:r>
                      <a:endParaRPr kumimoji="0" lang="ru-RU" altLang="ru-RU" sz="1600" b="0" i="0" u="none" strike="noStrike" cap="none" normalizeH="0" baseline="0" dirty="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extLst>
                  <a:ext uri="{0D108BD9-81ED-4DB2-BD59-A6C34878D82A}">
                    <a16:rowId xmlns:a16="http://schemas.microsoft.com/office/drawing/2014/main" val="10004"/>
                  </a:ext>
                </a:extLst>
              </a:tr>
              <a:tr h="865222">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rPr>
                        <a:t>Единая файловая система</a:t>
                      </a:r>
                      <a:endPar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dirty="0">
                          <a:ln>
                            <a:noFill/>
                          </a:ln>
                          <a:solidFill>
                            <a:srgbClr val="4D4D4D"/>
                          </a:solidFill>
                          <a:effectLst/>
                          <a:latin typeface="Arial" panose="020B0604020202020204" pitchFamily="34" charset="0"/>
                        </a:rPr>
                        <a:t>ДА</a:t>
                      </a:r>
                      <a:endParaRPr kumimoji="0" lang="ru-RU" altLang="ru-RU" sz="1600" b="0" i="0" u="none" strike="noStrike" cap="none" normalizeH="0" baseline="0" dirty="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a:ln>
                            <a:noFill/>
                          </a:ln>
                          <a:solidFill>
                            <a:srgbClr val="4D4D4D"/>
                          </a:solidFill>
                          <a:effectLst/>
                          <a:latin typeface="Arial" panose="020B0604020202020204" pitchFamily="34" charset="0"/>
                          <a:cs typeface="Times New Roman" panose="02020603050405020304" pitchFamily="18" charset="0"/>
                        </a:rPr>
                        <a:t>Обычно НЕТ</a:t>
                      </a:r>
                    </a:p>
                  </a:txBody>
                  <a:tcPr marL="52070" marR="52070" marT="9525"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ru-RU" altLang="ru-RU" sz="1600" b="0" i="0" u="none" strike="noStrike" cap="none" normalizeH="0" baseline="0" dirty="0">
                          <a:ln>
                            <a:noFill/>
                          </a:ln>
                          <a:solidFill>
                            <a:srgbClr val="4D4D4D"/>
                          </a:solidFill>
                          <a:effectLst/>
                          <a:latin typeface="Arial" panose="020B0604020202020204" pitchFamily="34" charset="0"/>
                        </a:rPr>
                        <a:t>ДА</a:t>
                      </a:r>
                      <a:endParaRPr kumimoji="0" lang="ru-RU" altLang="ru-RU" sz="1600" b="0" i="0" u="none" strike="noStrike" cap="none" normalizeH="0" baseline="0" dirty="0">
                        <a:ln>
                          <a:noFill/>
                        </a:ln>
                        <a:solidFill>
                          <a:srgbClr val="4D4D4D"/>
                        </a:solidFill>
                        <a:effectLst/>
                        <a:latin typeface="Arial" panose="020B0604020202020204" pitchFamily="34" charset="0"/>
                        <a:cs typeface="Times New Roman" panose="02020603050405020304" pitchFamily="18" charset="0"/>
                      </a:endParaRPr>
                    </a:p>
                  </a:txBody>
                  <a:tcPr marL="51960" marR="519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FF6"/>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69424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2" name="Rechteck 39"/>
          <p:cNvSpPr>
            <a:spLocks noChangeArrowheads="1"/>
          </p:cNvSpPr>
          <p:nvPr/>
        </p:nvSpPr>
        <p:spPr bwMode="gray">
          <a:xfrm>
            <a:off x="3215680" y="1844824"/>
            <a:ext cx="8784976" cy="4608512"/>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Сетевая ОС</a:t>
            </a:r>
          </a:p>
        </p:txBody>
      </p:sp>
      <p:pic>
        <p:nvPicPr>
          <p:cNvPr id="3" name="Рисунок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0019" y="2443025"/>
            <a:ext cx="8496300" cy="3434247"/>
          </a:xfrm>
          <a:prstGeom prst="rect">
            <a:avLst/>
          </a:prstGeom>
        </p:spPr>
      </p:pic>
    </p:spTree>
    <p:extLst>
      <p:ext uri="{BB962C8B-B14F-4D97-AF65-F5344CB8AC3E}">
        <p14:creationId xmlns:p14="http://schemas.microsoft.com/office/powerpoint/2010/main" val="42051797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018"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2" name="Rechteck 39"/>
          <p:cNvSpPr>
            <a:spLocks noChangeArrowheads="1"/>
          </p:cNvSpPr>
          <p:nvPr/>
        </p:nvSpPr>
        <p:spPr bwMode="gray">
          <a:xfrm>
            <a:off x="3215680" y="1844824"/>
            <a:ext cx="8784976" cy="4608512"/>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14" name="Rechteck 36"/>
          <p:cNvSpPr>
            <a:spLocks noChangeArrowheads="1"/>
          </p:cNvSpPr>
          <p:nvPr/>
        </p:nvSpPr>
        <p:spPr bwMode="gray">
          <a:xfrm>
            <a:off x="3215680"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Распределенная ОС</a:t>
            </a:r>
          </a:p>
        </p:txBody>
      </p:sp>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0018" y="2132856"/>
            <a:ext cx="8496300" cy="3563974"/>
          </a:xfrm>
          <a:prstGeom prst="rect">
            <a:avLst/>
          </a:prstGeom>
        </p:spPr>
      </p:pic>
    </p:spTree>
    <p:extLst>
      <p:ext uri="{BB962C8B-B14F-4D97-AF65-F5344CB8AC3E}">
        <p14:creationId xmlns:p14="http://schemas.microsoft.com/office/powerpoint/2010/main" val="27418260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_h1"/>
          <p:cNvSpPr>
            <a:spLocks noGrp="1" noChangeArrowheads="1"/>
          </p:cNvSpPr>
          <p:nvPr>
            <p:ph type="title" idx="4294967295"/>
          </p:nvPr>
        </p:nvSpPr>
        <p:spPr bwMode="gray">
          <a:xfrm>
            <a:off x="3360830" y="238125"/>
            <a:ext cx="8496300" cy="617538"/>
          </a:xfrm>
        </p:spPr>
        <p:txBody>
          <a:bodyPr/>
          <a:lstStyle/>
          <a:p>
            <a:pPr eaLnBrk="1" hangingPunct="1"/>
            <a:r>
              <a:rPr kumimoji="0" lang="ru-RU" sz="3600" b="1" noProof="1">
                <a:solidFill>
                  <a:srgbClr val="003794"/>
                </a:solidFill>
                <a:latin typeface="Arial" pitchFamily="34" charset="0"/>
                <a:cs typeface="Arial" pitchFamily="34" charset="0"/>
              </a:rPr>
              <a:t>Распределенные системы </a:t>
            </a:r>
          </a:p>
        </p:txBody>
      </p:sp>
      <p:sp>
        <p:nvSpPr>
          <p:cNvPr id="12" name="Rechteck 39"/>
          <p:cNvSpPr>
            <a:spLocks noChangeArrowheads="1"/>
          </p:cNvSpPr>
          <p:nvPr/>
        </p:nvSpPr>
        <p:spPr bwMode="gray">
          <a:xfrm>
            <a:off x="3216492" y="1844824"/>
            <a:ext cx="8784976" cy="4608512"/>
          </a:xfrm>
          <a:prstGeom prst="rect">
            <a:avLst/>
          </a:prstGeom>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buClr>
                <a:schemeClr val="tx1"/>
              </a:buClr>
              <a:defRPr/>
            </a:pPr>
            <a:endParaRPr lang="ru-RU" sz="2400" dirty="0">
              <a:latin typeface="Arial" panose="020B0604020202020204" pitchFamily="34" charset="0"/>
              <a:cs typeface="Arial" panose="020B0604020202020204" pitchFamily="34" charset="0"/>
            </a:endParaRPr>
          </a:p>
        </p:txBody>
      </p:sp>
      <p:sp>
        <p:nvSpPr>
          <p:cNvPr id="14" name="Rechteck 36"/>
          <p:cNvSpPr>
            <a:spLocks noChangeArrowheads="1"/>
          </p:cNvSpPr>
          <p:nvPr/>
        </p:nvSpPr>
        <p:spPr bwMode="gray">
          <a:xfrm>
            <a:off x="3216492" y="908721"/>
            <a:ext cx="8784976" cy="559717"/>
          </a:xfrm>
          <a:prstGeom prst="rect">
            <a:avLst/>
          </a:prstGeom>
          <a:gradFill rotWithShape="0">
            <a:gsLst>
              <a:gs pos="0">
                <a:srgbClr val="B9CDE5"/>
              </a:gs>
              <a:gs pos="100000">
                <a:srgbClr val="95B3D7"/>
              </a:gs>
            </a:gsLst>
            <a:lin ang="5400000" scaled="1"/>
          </a:gradFill>
          <a:ln w="12700">
            <a:solidFill>
              <a:srgbClr val="C0C0C0"/>
            </a:solidFill>
            <a:miter lim="800000"/>
            <a:headEnd/>
            <a:tailEnd/>
          </a:ln>
          <a:effectLst>
            <a:outerShdw dist="38100" dir="2700000" algn="tl" rotWithShape="0">
              <a:srgbClr val="808080">
                <a:alpha val="39999"/>
              </a:srgbClr>
            </a:outerShdw>
          </a:effectLst>
        </p:spPr>
        <p:txBody>
          <a:bodyPr lIns="216000" tIns="36000" rIns="216000" bIns="36000" anchor="ctr"/>
          <a:lstStyle/>
          <a:p>
            <a:pPr algn="ctr">
              <a:spcAft>
                <a:spcPct val="20000"/>
              </a:spcAft>
              <a:defRPr/>
            </a:pPr>
            <a:r>
              <a:rPr lang="ru-RU" sz="3000" b="1" noProof="1">
                <a:solidFill>
                  <a:srgbClr val="FFFFFF"/>
                </a:solidFill>
                <a:effectLst>
                  <a:outerShdw blurRad="38100" dist="38100" dir="2700000" algn="tl">
                    <a:srgbClr val="000000"/>
                  </a:outerShdw>
                </a:effectLst>
                <a:latin typeface="Arial" pitchFamily="34" charset="0"/>
              </a:rPr>
              <a:t>Сетевая ОС</a:t>
            </a:r>
          </a:p>
        </p:txBody>
      </p:sp>
      <p:pic>
        <p:nvPicPr>
          <p:cNvPr id="4" name="Рисунок 3">
            <a:extLst>
              <a:ext uri="{FF2B5EF4-FFF2-40B4-BE49-F238E27FC236}">
                <a16:creationId xmlns:a16="http://schemas.microsoft.com/office/drawing/2014/main" id="{B0CC2DBC-59C8-4BC1-918F-FED0AA7A1E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36980" y="813553"/>
            <a:ext cx="9144000" cy="5230895"/>
          </a:xfrm>
          <a:prstGeom prst="rect">
            <a:avLst/>
          </a:prstGeom>
        </p:spPr>
      </p:pic>
    </p:spTree>
    <p:extLst>
      <p:ext uri="{BB962C8B-B14F-4D97-AF65-F5344CB8AC3E}">
        <p14:creationId xmlns:p14="http://schemas.microsoft.com/office/powerpoint/2010/main" val="41780572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WordArt 3"/>
          <p:cNvSpPr>
            <a:spLocks noChangeArrowheads="1" noChangeShapeType="1" noTextEdit="1"/>
          </p:cNvSpPr>
          <p:nvPr/>
        </p:nvSpPr>
        <p:spPr bwMode="gray">
          <a:xfrm>
            <a:off x="8971209" y="1585914"/>
            <a:ext cx="1322388" cy="2166937"/>
          </a:xfrm>
          <a:prstGeom prst="rect">
            <a:avLst/>
          </a:prstGeom>
        </p:spPr>
        <p:txBody>
          <a:bodyPr wrap="none" fromWordArt="1">
            <a:prstTxWarp prst="textPlain">
              <a:avLst>
                <a:gd name="adj" fmla="val 50000"/>
              </a:avLst>
            </a:prstTxWarp>
          </a:bodyPr>
          <a:lstStyle/>
          <a:p>
            <a:pPr algn="ctr" fontAlgn="base">
              <a:spcBef>
                <a:spcPct val="0"/>
              </a:spcBef>
              <a:spcAft>
                <a:spcPct val="0"/>
              </a:spcAft>
            </a:pPr>
            <a:r>
              <a:rPr kumimoji="1" lang="ru-RU" sz="3600" kern="10">
                <a:ln w="28575">
                  <a:solidFill>
                    <a:srgbClr val="FFFFFF"/>
                  </a:solidFill>
                  <a:round/>
                  <a:headEnd/>
                  <a:tailEnd/>
                </a:ln>
                <a:gradFill rotWithShape="1">
                  <a:gsLst>
                    <a:gs pos="0">
                      <a:srgbClr val="C0C0C0"/>
                    </a:gs>
                    <a:gs pos="100000">
                      <a:srgbClr val="484848"/>
                    </a:gs>
                  </a:gsLst>
                  <a:lin ang="5400000" scaled="1"/>
                </a:gradFill>
                <a:effectLst>
                  <a:outerShdw dist="63500" dir="2212194" algn="ctr" rotWithShape="0">
                    <a:srgbClr val="808080">
                      <a:alpha val="50000"/>
                    </a:srgbClr>
                  </a:outerShdw>
                </a:effectLst>
                <a:latin typeface="Arial Black"/>
                <a:cs typeface="Arial" charset="0"/>
              </a:rPr>
              <a:t>?</a:t>
            </a:r>
          </a:p>
        </p:txBody>
      </p:sp>
      <p:sp>
        <p:nvSpPr>
          <p:cNvPr id="143362" name="WordArt 8"/>
          <p:cNvSpPr>
            <a:spLocks noChangeArrowheads="1" noChangeShapeType="1" noTextEdit="1"/>
          </p:cNvSpPr>
          <p:nvPr/>
        </p:nvSpPr>
        <p:spPr bwMode="gray">
          <a:xfrm>
            <a:off x="8153648" y="2536826"/>
            <a:ext cx="1004887" cy="1647825"/>
          </a:xfrm>
          <a:prstGeom prst="rect">
            <a:avLst/>
          </a:prstGeom>
        </p:spPr>
        <p:txBody>
          <a:bodyPr wrap="none" fromWordArt="1">
            <a:prstTxWarp prst="textPlain">
              <a:avLst>
                <a:gd name="adj" fmla="val 50000"/>
              </a:avLst>
            </a:prstTxWarp>
          </a:bodyPr>
          <a:lstStyle/>
          <a:p>
            <a:pPr algn="ctr" fontAlgn="base">
              <a:spcBef>
                <a:spcPct val="0"/>
              </a:spcBef>
              <a:spcAft>
                <a:spcPct val="0"/>
              </a:spcAft>
            </a:pPr>
            <a:r>
              <a:rPr kumimoji="1" lang="ru-RU" sz="3600" kern="10">
                <a:ln w="28575">
                  <a:solidFill>
                    <a:srgbClr val="FFFFFF"/>
                  </a:solidFill>
                  <a:round/>
                  <a:headEnd/>
                  <a:tailEnd/>
                </a:ln>
                <a:gradFill rotWithShape="1">
                  <a:gsLst>
                    <a:gs pos="0">
                      <a:srgbClr val="FFFFFF"/>
                    </a:gs>
                    <a:gs pos="100000">
                      <a:srgbClr val="B4B4B4"/>
                    </a:gs>
                  </a:gsLst>
                  <a:lin ang="5400000" scaled="1"/>
                </a:gradFill>
                <a:effectLst>
                  <a:outerShdw dist="63500" dir="2212194" algn="ctr" rotWithShape="0">
                    <a:srgbClr val="808080">
                      <a:alpha val="50000"/>
                    </a:srgbClr>
                  </a:outerShdw>
                </a:effectLst>
                <a:latin typeface="Arial Black"/>
                <a:cs typeface="Arial" charset="0"/>
              </a:rPr>
              <a:t>?</a:t>
            </a:r>
          </a:p>
        </p:txBody>
      </p:sp>
      <p:sp>
        <p:nvSpPr>
          <p:cNvPr id="143363" name="WordArt 9"/>
          <p:cNvSpPr>
            <a:spLocks noChangeArrowheads="1" noChangeShapeType="1" noTextEdit="1"/>
          </p:cNvSpPr>
          <p:nvPr/>
        </p:nvSpPr>
        <p:spPr bwMode="gray">
          <a:xfrm>
            <a:off x="9590335" y="2484439"/>
            <a:ext cx="1546225" cy="2535237"/>
          </a:xfrm>
          <a:prstGeom prst="rect">
            <a:avLst/>
          </a:prstGeom>
        </p:spPr>
        <p:txBody>
          <a:bodyPr wrap="none" fromWordArt="1">
            <a:prstTxWarp prst="textPlain">
              <a:avLst>
                <a:gd name="adj" fmla="val 50000"/>
              </a:avLst>
            </a:prstTxWarp>
          </a:bodyPr>
          <a:lstStyle/>
          <a:p>
            <a:pPr algn="ctr" fontAlgn="base">
              <a:spcBef>
                <a:spcPct val="0"/>
              </a:spcBef>
              <a:spcAft>
                <a:spcPct val="0"/>
              </a:spcAft>
            </a:pPr>
            <a:r>
              <a:rPr kumimoji="1" lang="ru-RU" sz="3600" kern="10">
                <a:ln w="28575">
                  <a:solidFill>
                    <a:srgbClr val="FFFFFF"/>
                  </a:solidFill>
                  <a:round/>
                  <a:headEnd/>
                  <a:tailEnd/>
                </a:ln>
                <a:gradFill rotWithShape="1">
                  <a:gsLst>
                    <a:gs pos="0">
                      <a:srgbClr val="A1C4FF"/>
                    </a:gs>
                    <a:gs pos="100000">
                      <a:srgbClr val="2A79FF"/>
                    </a:gs>
                  </a:gsLst>
                  <a:lin ang="5400000" scaled="1"/>
                </a:gradFill>
                <a:effectLst>
                  <a:outerShdw dist="63500" dir="2212194" algn="ctr" rotWithShape="0">
                    <a:srgbClr val="808080">
                      <a:alpha val="50000"/>
                    </a:srgbClr>
                  </a:outerShdw>
                </a:effectLst>
                <a:latin typeface="Arial Black"/>
                <a:cs typeface="Arial" charset="0"/>
              </a:rPr>
              <a:t>?</a:t>
            </a:r>
          </a:p>
        </p:txBody>
      </p:sp>
    </p:spTree>
    <p:extLst>
      <p:ext uri="{BB962C8B-B14F-4D97-AF65-F5344CB8AC3E}">
        <p14:creationId xmlns:p14="http://schemas.microsoft.com/office/powerpoint/2010/main" val="1556595197"/>
      </p:ext>
    </p:extLst>
  </p:cSld>
  <p:clrMapOvr>
    <a:masterClrMapping/>
  </p:clrMapOvr>
  <p:transition spd="med">
    <p:fade/>
  </p:transition>
</p:sld>
</file>

<file path=ppt/theme/theme1.xml><?xml version="1.0" encoding="utf-8"?>
<a:theme xmlns:a="http://schemas.openxmlformats.org/drawingml/2006/main" name="1_Тема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Тема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gradFill rotWithShape="0">
          <a:gsLst>
            <a:gs pos="0">
              <a:srgbClr val="FFFFFF"/>
            </a:gs>
            <a:gs pos="100000">
              <a:srgbClr val="D9D9D9"/>
            </a:gs>
          </a:gsLst>
          <a:lin ang="5400000" scaled="1"/>
        </a:gradFill>
        <a:ln w="12700">
          <a:solidFill>
            <a:srgbClr val="C0C0C0"/>
          </a:solidFill>
          <a:miter lim="800000"/>
          <a:headEnd/>
          <a:tailEnd/>
        </a:ln>
        <a:effectLst>
          <a:outerShdw dist="38100" dir="2700000" algn="tl" rotWithShape="0">
            <a:srgbClr val="808080">
              <a:alpha val="39999"/>
            </a:srgbClr>
          </a:outerShdw>
        </a:effectLst>
      </a:spPr>
      <a:bodyPr lIns="216000" tIns="36000" rIns="216000" bIns="36000" anchor="ctr"/>
      <a:lstStyle>
        <a:defPPr defTabSz="457200" fontAlgn="base">
          <a:spcBef>
            <a:spcPct val="0"/>
          </a:spcBef>
          <a:spcAft>
            <a:spcPct val="0"/>
          </a:spcAft>
          <a:defRPr sz="2400" dirty="0">
            <a:solidFill>
              <a:prstClr val="black"/>
            </a:solidFill>
            <a:latin typeface="Arial" pitchFamily="34" charset="0"/>
            <a:cs typeface="Arial" pitchFamily="34" charset="0"/>
          </a:defRPr>
        </a:defPPr>
      </a:lstStyle>
    </a:spDef>
    <a:lnDef>
      <a:spPr>
        <a:ln w="50800">
          <a:solidFill>
            <a:srgbClr val="FF0000"/>
          </a:solidFill>
          <a:tailEnd type="arrow"/>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Larissa-Design">
  <a:themeElements>
    <a:clrScheme name="Standard">
      <a:dk1>
        <a:sysClr val="windowText" lastClr="000000"/>
      </a:dk1>
      <a:lt1>
        <a:sysClr val="window" lastClr="FFFFFF"/>
      </a:lt1>
      <a:dk2>
        <a:srgbClr val="000000"/>
      </a:dk2>
      <a:lt2>
        <a:srgbClr val="F8F8F8"/>
      </a:lt2>
      <a:accent1>
        <a:srgbClr val="2A79FF"/>
      </a:accent1>
      <a:accent2>
        <a:srgbClr val="B2B2B2"/>
      </a:accent2>
      <a:accent3>
        <a:srgbClr val="969696"/>
      </a:accent3>
      <a:accent4>
        <a:srgbClr val="808080"/>
      </a:accent4>
      <a:accent5>
        <a:srgbClr val="5F5F5F"/>
      </a:accent5>
      <a:accent6>
        <a:srgbClr val="474747"/>
      </a:accent6>
      <a:hlink>
        <a:srgbClr val="C00000"/>
      </a:hlink>
      <a:folHlink>
        <a:srgbClr val="FFC0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a:solidFill>
            <a:srgbClr val="A50021"/>
          </a:solidFill>
          <a:round/>
          <a:headEnd/>
          <a:tailEnd/>
        </a:ln>
      </a:spPr>
      <a:bodyPr/>
      <a:lstStyle>
        <a:defPPr>
          <a:defRPr dirty="0"/>
        </a:defPPr>
      </a:lstStyle>
    </a:spDef>
  </a:objectDefaults>
  <a:extraClrSchemeLst/>
</a:theme>
</file>

<file path=ppt/theme/theme4.xml><?xml version="1.0" encoding="utf-8"?>
<a:theme xmlns:a="http://schemas.openxmlformats.org/drawingml/2006/main" name="Тема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875</Words>
  <Application>Microsoft Office PowerPoint</Application>
  <PresentationFormat>Широкоэкранный</PresentationFormat>
  <Paragraphs>294</Paragraphs>
  <Slides>28</Slides>
  <Notes>24</Notes>
  <HiddenSlides>0</HiddenSlides>
  <MMClips>0</MMClips>
  <ScaleCrop>false</ScaleCrop>
  <HeadingPairs>
    <vt:vector size="6" baseType="variant">
      <vt:variant>
        <vt:lpstr>Использованные шрифты</vt:lpstr>
      </vt:variant>
      <vt:variant>
        <vt:i4>8</vt:i4>
      </vt:variant>
      <vt:variant>
        <vt:lpstr>Тема</vt:lpstr>
      </vt:variant>
      <vt:variant>
        <vt:i4>4</vt:i4>
      </vt:variant>
      <vt:variant>
        <vt:lpstr>Заголовки слайдов</vt:lpstr>
      </vt:variant>
      <vt:variant>
        <vt:i4>28</vt:i4>
      </vt:variant>
    </vt:vector>
  </HeadingPairs>
  <TitlesOfParts>
    <vt:vector size="40" baseType="lpstr">
      <vt:lpstr>Arial</vt:lpstr>
      <vt:lpstr>Arial Black</vt:lpstr>
      <vt:lpstr>Arial Unicode MS</vt:lpstr>
      <vt:lpstr>Calibri</vt:lpstr>
      <vt:lpstr>Lucida Grande CY</vt:lpstr>
      <vt:lpstr>Symbol</vt:lpstr>
      <vt:lpstr>Times New Roman</vt:lpstr>
      <vt:lpstr>Wingdings</vt:lpstr>
      <vt:lpstr>1_Тема Office</vt:lpstr>
      <vt:lpstr>2_Тема Office</vt:lpstr>
      <vt:lpstr>Larissa-Design</vt:lpstr>
      <vt:lpstr>Тема Office</vt:lpstr>
      <vt:lpstr>Презентация PowerPoint</vt:lpstr>
      <vt:lpstr>Тема 2</vt:lpstr>
      <vt:lpstr>Распределенные системы </vt:lpstr>
      <vt:lpstr>Распределенные системы </vt:lpstr>
      <vt:lpstr>Распределенные системы </vt:lpstr>
      <vt:lpstr>Распределенные системы </vt:lpstr>
      <vt:lpstr>Распределенные системы </vt:lpstr>
      <vt:lpstr>Распределенные системы </vt:lpstr>
      <vt:lpstr>Классификация компьютерных систем</vt:lpstr>
      <vt:lpstr>Таксономия Флинна</vt:lpstr>
      <vt:lpstr>Таксономия Флинна</vt:lpstr>
      <vt:lpstr>Таксономия Флинна</vt:lpstr>
      <vt:lpstr>Таксономия Флинна</vt:lpstr>
      <vt:lpstr>Распределенные системы </vt:lpstr>
      <vt:lpstr>Распределенные системы </vt:lpstr>
      <vt:lpstr>Распределенные системы </vt:lpstr>
      <vt:lpstr>Распределенные системы </vt:lpstr>
      <vt:lpstr>Распределенные системы </vt:lpstr>
      <vt:lpstr>Распределенные системы </vt:lpstr>
      <vt:lpstr>Распределенные системы </vt:lpstr>
      <vt:lpstr>Распределенные системы </vt:lpstr>
      <vt:lpstr>Распределенные системы </vt:lpstr>
      <vt:lpstr>Распределенные системы </vt:lpstr>
      <vt:lpstr>Распределенные системы </vt:lpstr>
      <vt:lpstr>Распределенные системы </vt:lpstr>
      <vt:lpstr>Распределенные системы </vt:lpstr>
      <vt:lpstr>Распределенные системы </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Операционные системы лекция 7</dc:title>
  <dc:creator/>
  <cp:lastModifiedBy/>
  <cp:revision>1</cp:revision>
  <dcterms:created xsi:type="dcterms:W3CDTF">2016-02-27T09:01:20Z</dcterms:created>
  <dcterms:modified xsi:type="dcterms:W3CDTF">2026-02-25T06:35:44Z</dcterms:modified>
</cp:coreProperties>
</file>